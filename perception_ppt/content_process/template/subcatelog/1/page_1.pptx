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80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5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76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5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文本框1"/>
          <p:cNvSpPr txBox="1"/>
          <p:nvPr>
            <p:custDataLst>
              <p:tags r:id="rId1"/>
            </p:custDataLst>
          </p:nvPr>
        </p:nvSpPr>
        <p:spPr>
          <a:xfrm>
            <a:off x="3844925" y="5423535"/>
            <a:ext cx="43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{{text:point_one}}</a:t>
            </a:r>
            <a:endParaRPr lang="en-US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5052140" y="2077085"/>
            <a:ext cx="2087958" cy="2571359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5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5642257" y="3226193"/>
            <a:ext cx="68285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71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72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73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74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75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76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WPS 演示</Application>
  <PresentationFormat>宽屏</PresentationFormat>
  <Paragraphs>8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Wingdings</vt:lpstr>
      <vt:lpstr>等线</vt:lpstr>
      <vt:lpstr>DIN-BoldItalic</vt:lpstr>
      <vt:lpstr>思源宋体</vt:lpstr>
      <vt:lpstr>Arial Unicode MS</vt:lpstr>
      <vt:lpstr>Calibri</vt:lpstr>
      <vt:lpstr>思源宋体</vt:lpstr>
      <vt:lpstr>兰米宋体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1148</cp:revision>
  <dcterms:created xsi:type="dcterms:W3CDTF">2019-06-19T02:08:00Z</dcterms:created>
  <dcterms:modified xsi:type="dcterms:W3CDTF">2026-05-23T10:35:59Z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ADAED99FE5E745879DECAF1E09250911_13</vt:lpwstr>
  </property>
</Properties>
</file>