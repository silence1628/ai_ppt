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85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16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90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64D2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{{text:point_three}}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four}}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8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9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WPS 演示</Application>
  <PresentationFormat>宽屏</PresentationFormat>
  <Paragraphs>20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1149</cp:revision>
  <dcterms:created xsi:type="dcterms:W3CDTF">2019-06-19T02:08:00Z</dcterms:created>
  <dcterms:modified xsi:type="dcterms:W3CDTF">2026-05-20T10:01:17Z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A69594AD5AF24846B9ECE465B3302469_13</vt:lpwstr>
  </property>
</Properties>
</file>