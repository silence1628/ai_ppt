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85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82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7538194" y="4134567"/>
            <a:ext cx="1941223" cy="1149108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7391459" y="2641172"/>
            <a:ext cx="1892947" cy="1892947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rgbClr val="006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6184076" y="5350373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sz="2400" b="1" dirty="0" smtClean="0">
                <a:solidFill>
                  <a:srgbClr val="0064D2"/>
                </a:solidFill>
                <a:cs typeface="+mn-ea"/>
                <a:sym typeface="+mn-lt"/>
              </a:rPr>
              <a:t>{{text:point_two}}</a:t>
            </a:r>
            <a:endParaRPr lang="en-US" sz="2400" b="1" dirty="0" smtClean="0">
              <a:solidFill>
                <a:srgbClr val="0064D2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981576" y="3119490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{{text</a:t>
            </a:r>
            <a:r>
              <a:rPr lang="zh-CN" alt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：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cat</a:t>
            </a:r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e_num}}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1483995" y="5350510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{{text:point_one}}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2691210" y="2004060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3281327" y="3153168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1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2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3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4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5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6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7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8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79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0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1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2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WPS 演示</Application>
  <PresentationFormat>宽屏</PresentationFormat>
  <Paragraphs>12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1148</cp:revision>
  <dcterms:created xsi:type="dcterms:W3CDTF">2019-06-19T02:08:00Z</dcterms:created>
  <dcterms:modified xsi:type="dcterms:W3CDTF">2026-05-20T10:01:08Z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8FF3320EF796480FBE7856D2D511EEF3_13</vt:lpwstr>
  </property>
</Properties>
</file>