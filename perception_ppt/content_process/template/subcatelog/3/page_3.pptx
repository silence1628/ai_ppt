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9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32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7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3778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cate_num}}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400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16826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zh-CN" altLang="en-US" sz="2400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7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87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宽屏</PresentationFormat>
  <Paragraphs>16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2026-05-20T10:01:13Z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FA71F940EC234CE4949216612343092D_13</vt:lpwstr>
  </property>
</Properties>
</file>