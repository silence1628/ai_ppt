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5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0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99.xml"/><Relationship Id="rId3" Type="http://schemas.openxmlformats.org/officeDocument/2006/relationships/tags" Target="../tags/tag72.xml"/><Relationship Id="rId29" Type="http://schemas.openxmlformats.org/officeDocument/2006/relationships/tags" Target="../tags/tag98.xml"/><Relationship Id="rId28" Type="http://schemas.openxmlformats.org/officeDocument/2006/relationships/tags" Target="../tags/tag97.xml"/><Relationship Id="rId27" Type="http://schemas.openxmlformats.org/officeDocument/2006/relationships/tags" Target="../tags/tag96.xml"/><Relationship Id="rId26" Type="http://schemas.openxmlformats.org/officeDocument/2006/relationships/tags" Target="../tags/tag9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演示</Application>
  <PresentationFormat>宽屏</PresentationFormat>
  <Paragraphs>28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1148</cp:revision>
  <dcterms:created xsi:type="dcterms:W3CDTF">2019-06-19T02:08:00Z</dcterms:created>
  <dcterms:modified xsi:type="dcterms:W3CDTF">2026-05-20T10:01:25Z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A8974B0156BF44A6AEA85F25C0503BBD_13</vt:lpwstr>
  </property>
</Properties>
</file>