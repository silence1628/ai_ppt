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3"/>
  </p:sldMasterIdLst>
  <p:notesMasterIdLst>
    <p:notesMasterId r:id="rId5"/>
  </p:notesMasterIdLst>
  <p:handoutMasterIdLst>
    <p:handoutMasterId r:id="rId6"/>
  </p:handoutMasterIdLst>
  <p:sldIdLst>
    <p:sldId id="2886" r:id="rId4"/>
  </p:sldIdLst>
  <p:sldSz cx="12192000" cy="6858000"/>
  <p:notesSz cx="6858000" cy="9144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16" userDrawn="1">
          <p15:clr>
            <a:srgbClr val="A4A3A4"/>
          </p15:clr>
        </p15:guide>
        <p15:guide id="2" pos="367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dministrator" initials="A" lastIdx="5" clrIdx="0"/>
  <p:cmAuthor id="1" name="幸全" initials="幸全" lastIdx="1" clrIdx="0"/>
  <p:cmAuthor id="2" name="作者" initials="A" lastIdx="0" clrIdx="1"/>
  <p:cmAuthor id="3" name="zijun" initials="z" lastIdx="1" clrIdx="2"/>
  <p:cmAuthor id="5" name="ASUS" initials="A" lastIdx="2" clrIdx="4"/>
  <p:cmAuthor id="6" name="linhuan" initials="l" lastIdx="18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4D2"/>
    <a:srgbClr val="3A6CA3"/>
    <a:srgbClr val="2169D3"/>
    <a:srgbClr val="595959"/>
    <a:srgbClr val="F29421"/>
    <a:srgbClr val="FFFFFF"/>
    <a:srgbClr val="E29A9A"/>
    <a:srgbClr val="D9D9D9"/>
    <a:srgbClr val="DCDCDC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5244" autoAdjust="0"/>
  </p:normalViewPr>
  <p:slideViewPr>
    <p:cSldViewPr snapToGrid="0" showGuides="1">
      <p:cViewPr varScale="1">
        <p:scale>
          <a:sx n="66" d="100"/>
          <a:sy n="66" d="100"/>
        </p:scale>
        <p:origin x="712" y="48"/>
      </p:cViewPr>
      <p:guideLst>
        <p:guide orient="horz" pos="1816"/>
        <p:guide pos="367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1" Type="http://schemas.openxmlformats.org/officeDocument/2006/relationships/tags" Target="tags/tag100.xml"/><Relationship Id="rId10" Type="http://schemas.openxmlformats.org/officeDocument/2006/relationships/commentAuthors" Target="commentAuthor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1CC480-FC89-4E2E-BB6A-EFF978791F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55A7EE-E527-4C9D-8585-493F7BE371F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286000" indent="0">
              <a:buNone/>
              <a:defRPr/>
            </a:lvl6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10353745" y="7820730"/>
            <a:ext cx="10969200" cy="7056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38300" y="365125"/>
            <a:ext cx="9715500" cy="1055370"/>
          </a:xfrm>
        </p:spPr>
        <p:txBody>
          <a:bodyPr anchor="ctr"/>
          <a:lstStyle>
            <a:lvl1pPr>
              <a:defRPr sz="3200">
                <a:solidFill>
                  <a:srgbClr val="0064D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优先选择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png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6" Type="http://schemas.openxmlformats.org/officeDocument/2006/relationships/theme" Target="../theme/theme2.xml"/><Relationship Id="rId15" Type="http://schemas.openxmlformats.org/officeDocument/2006/relationships/image" Target="../media/image2.png"/><Relationship Id="rId14" Type="http://schemas.openxmlformats.org/officeDocument/2006/relationships/image" Target="../media/image3.png"/><Relationship Id="rId1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3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12181205" cy="68580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9130" y="0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2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-5715"/>
            <a:ext cx="12192000" cy="686371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9925" y="-5715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78.xml"/><Relationship Id="rId8" Type="http://schemas.openxmlformats.org/officeDocument/2006/relationships/tags" Target="../tags/tag77.xml"/><Relationship Id="rId7" Type="http://schemas.openxmlformats.org/officeDocument/2006/relationships/tags" Target="../tags/tag76.xml"/><Relationship Id="rId6" Type="http://schemas.openxmlformats.org/officeDocument/2006/relationships/tags" Target="../tags/tag75.xml"/><Relationship Id="rId5" Type="http://schemas.openxmlformats.org/officeDocument/2006/relationships/tags" Target="../tags/tag74.xml"/><Relationship Id="rId4" Type="http://schemas.openxmlformats.org/officeDocument/2006/relationships/tags" Target="../tags/tag73.xml"/><Relationship Id="rId31" Type="http://schemas.openxmlformats.org/officeDocument/2006/relationships/slideLayout" Target="../slideLayouts/slideLayout15.xml"/><Relationship Id="rId30" Type="http://schemas.openxmlformats.org/officeDocument/2006/relationships/tags" Target="../tags/tag99.xml"/><Relationship Id="rId3" Type="http://schemas.openxmlformats.org/officeDocument/2006/relationships/tags" Target="../tags/tag72.xml"/><Relationship Id="rId29" Type="http://schemas.openxmlformats.org/officeDocument/2006/relationships/tags" Target="../tags/tag98.xml"/><Relationship Id="rId28" Type="http://schemas.openxmlformats.org/officeDocument/2006/relationships/tags" Target="../tags/tag97.xml"/><Relationship Id="rId27" Type="http://schemas.openxmlformats.org/officeDocument/2006/relationships/tags" Target="../tags/tag96.xml"/><Relationship Id="rId26" Type="http://schemas.openxmlformats.org/officeDocument/2006/relationships/tags" Target="../tags/tag95.xml"/><Relationship Id="rId25" Type="http://schemas.openxmlformats.org/officeDocument/2006/relationships/tags" Target="../tags/tag94.xml"/><Relationship Id="rId24" Type="http://schemas.openxmlformats.org/officeDocument/2006/relationships/tags" Target="../tags/tag93.xml"/><Relationship Id="rId23" Type="http://schemas.openxmlformats.org/officeDocument/2006/relationships/tags" Target="../tags/tag92.xml"/><Relationship Id="rId22" Type="http://schemas.openxmlformats.org/officeDocument/2006/relationships/tags" Target="../tags/tag91.xml"/><Relationship Id="rId21" Type="http://schemas.openxmlformats.org/officeDocument/2006/relationships/tags" Target="../tags/tag90.xml"/><Relationship Id="rId20" Type="http://schemas.openxmlformats.org/officeDocument/2006/relationships/tags" Target="../tags/tag89.xml"/><Relationship Id="rId2" Type="http://schemas.openxmlformats.org/officeDocument/2006/relationships/tags" Target="../tags/tag71.xml"/><Relationship Id="rId19" Type="http://schemas.openxmlformats.org/officeDocument/2006/relationships/tags" Target="../tags/tag88.xml"/><Relationship Id="rId18" Type="http://schemas.openxmlformats.org/officeDocument/2006/relationships/tags" Target="../tags/tag87.xml"/><Relationship Id="rId17" Type="http://schemas.openxmlformats.org/officeDocument/2006/relationships/tags" Target="../tags/tag86.xml"/><Relationship Id="rId16" Type="http://schemas.openxmlformats.org/officeDocument/2006/relationships/tags" Target="../tags/tag85.xml"/><Relationship Id="rId15" Type="http://schemas.openxmlformats.org/officeDocument/2006/relationships/tags" Target="../tags/tag84.xml"/><Relationship Id="rId14" Type="http://schemas.openxmlformats.org/officeDocument/2006/relationships/tags" Target="../tags/tag83.xml"/><Relationship Id="rId13" Type="http://schemas.openxmlformats.org/officeDocument/2006/relationships/tags" Target="../tags/tag82.xml"/><Relationship Id="rId12" Type="http://schemas.openxmlformats.org/officeDocument/2006/relationships/tags" Target="../tags/tag81.xml"/><Relationship Id="rId11" Type="http://schemas.openxmlformats.org/officeDocument/2006/relationships/tags" Target="../tags/tag80.xml"/><Relationship Id="rId10" Type="http://schemas.openxmlformats.org/officeDocument/2006/relationships/tags" Target="../tags/tag79.xml"/><Relationship Id="rId1" Type="http://schemas.openxmlformats.org/officeDocument/2006/relationships/tags" Target="../tags/tag7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>
            <p:custDataLst>
              <p:tags r:id="rId1"/>
            </p:custDataLst>
          </p:nvPr>
        </p:nvGrpSpPr>
        <p:grpSpPr>
          <a:xfrm>
            <a:off x="2651000" y="2003757"/>
            <a:ext cx="1022835" cy="1006566"/>
            <a:chOff x="1248408" y="2511531"/>
            <a:chExt cx="1447865" cy="1424835"/>
          </a:xfrm>
        </p:grpSpPr>
        <p:grpSp>
          <p:nvGrpSpPr>
            <p:cNvPr id="11" name="组合 10"/>
            <p:cNvGrpSpPr/>
            <p:nvPr/>
          </p:nvGrpSpPr>
          <p:grpSpPr>
            <a:xfrm>
              <a:off x="1248408" y="2511531"/>
              <a:ext cx="1447865" cy="1424835"/>
              <a:chOff x="4536" y="4280"/>
              <a:chExt cx="2980" cy="2980"/>
            </a:xfrm>
          </p:grpSpPr>
          <p:sp>
            <p:nvSpPr>
              <p:cNvPr id="13" name="圆角矩形 34"/>
              <p:cNvSpPr/>
              <p:nvPr>
                <p:custDataLst>
                  <p:tags r:id="rId2"/>
                </p:custDataLst>
              </p:nvPr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4" name="圆角矩形 38"/>
              <p:cNvSpPr/>
              <p:nvPr>
                <p:custDataLst>
                  <p:tags r:id="rId3"/>
                </p:custDataLst>
              </p:nvPr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17" name="文本框 16"/>
            <p:cNvSpPr txBox="1"/>
            <p:nvPr>
              <p:custDataLst>
                <p:tags r:id="rId4"/>
              </p:custDataLst>
            </p:nvPr>
          </p:nvSpPr>
          <p:spPr>
            <a:xfrm>
              <a:off x="1648303" y="2791477"/>
              <a:ext cx="541020" cy="94932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3600" b="1" dirty="0">
                  <a:solidFill>
                    <a:schemeClr val="bg1"/>
                  </a:solidFill>
                  <a:latin typeface="+mj-ea"/>
                  <a:ea typeface="+mj-ea"/>
                </a:rPr>
                <a:t>1</a:t>
              </a:r>
              <a:endParaRPr lang="en-US" altLang="zh-CN" sz="36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4" name="文本框1"/>
          <p:cNvSpPr txBox="1"/>
          <p:nvPr>
            <p:custDataLst>
              <p:tags r:id="rId5"/>
            </p:custDataLst>
          </p:nvPr>
        </p:nvSpPr>
        <p:spPr>
          <a:xfrm>
            <a:off x="1816228" y="331560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{{text:point_one}}</a:t>
            </a:r>
            <a:endParaRPr lang="en-US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grpSp>
        <p:nvGrpSpPr>
          <p:cNvPr id="27" name="组合 26"/>
          <p:cNvGrpSpPr/>
          <p:nvPr>
            <p:custDataLst>
              <p:tags r:id="rId6"/>
            </p:custDataLst>
          </p:nvPr>
        </p:nvGrpSpPr>
        <p:grpSpPr>
          <a:xfrm>
            <a:off x="5531000" y="2028758"/>
            <a:ext cx="1022835" cy="1006566"/>
            <a:chOff x="1248408" y="2511531"/>
            <a:chExt cx="1447865" cy="1424835"/>
          </a:xfrm>
        </p:grpSpPr>
        <p:grpSp>
          <p:nvGrpSpPr>
            <p:cNvPr id="28" name="组合 27"/>
            <p:cNvGrpSpPr/>
            <p:nvPr/>
          </p:nvGrpSpPr>
          <p:grpSpPr>
            <a:xfrm>
              <a:off x="1248408" y="2511531"/>
              <a:ext cx="1447865" cy="1424835"/>
              <a:chOff x="4536" y="4280"/>
              <a:chExt cx="2980" cy="2980"/>
            </a:xfrm>
          </p:grpSpPr>
          <p:sp>
            <p:nvSpPr>
              <p:cNvPr id="30" name="圆角矩形 34"/>
              <p:cNvSpPr/>
              <p:nvPr>
                <p:custDataLst>
                  <p:tags r:id="rId7"/>
                </p:custDataLst>
              </p:nvPr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1" name="圆角矩形 38"/>
              <p:cNvSpPr/>
              <p:nvPr>
                <p:custDataLst>
                  <p:tags r:id="rId8"/>
                </p:custDataLst>
              </p:nvPr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29" name="文本框 28"/>
            <p:cNvSpPr txBox="1"/>
            <p:nvPr>
              <p:custDataLst>
                <p:tags r:id="rId9"/>
              </p:custDataLst>
            </p:nvPr>
          </p:nvSpPr>
          <p:spPr>
            <a:xfrm>
              <a:off x="1648303" y="2791477"/>
              <a:ext cx="541020" cy="94932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3600" b="1" dirty="0" smtClean="0">
                  <a:solidFill>
                    <a:schemeClr val="bg1"/>
                  </a:solidFill>
                  <a:latin typeface="+mj-ea"/>
                  <a:ea typeface="+mj-ea"/>
                </a:rPr>
                <a:t>2</a:t>
              </a:r>
              <a:endParaRPr lang="en-US" altLang="zh-CN" sz="36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33" name="文本框1"/>
          <p:cNvSpPr txBox="1"/>
          <p:nvPr>
            <p:custDataLst>
              <p:tags r:id="rId10"/>
            </p:custDataLst>
          </p:nvPr>
        </p:nvSpPr>
        <p:spPr>
          <a:xfrm>
            <a:off x="4654518" y="3315600"/>
            <a:ext cx="27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{{text:point_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two}}</a:t>
            </a:r>
            <a:endParaRPr lang="en-US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grpSp>
        <p:nvGrpSpPr>
          <p:cNvPr id="34" name="组合 33"/>
          <p:cNvGrpSpPr/>
          <p:nvPr>
            <p:custDataLst>
              <p:tags r:id="rId11"/>
            </p:custDataLst>
          </p:nvPr>
        </p:nvGrpSpPr>
        <p:grpSpPr>
          <a:xfrm>
            <a:off x="8411000" y="2028758"/>
            <a:ext cx="1022835" cy="1006566"/>
            <a:chOff x="1248408" y="2511531"/>
            <a:chExt cx="1447865" cy="1424835"/>
          </a:xfrm>
        </p:grpSpPr>
        <p:grpSp>
          <p:nvGrpSpPr>
            <p:cNvPr id="36" name="组合 35"/>
            <p:cNvGrpSpPr/>
            <p:nvPr/>
          </p:nvGrpSpPr>
          <p:grpSpPr>
            <a:xfrm>
              <a:off x="1248408" y="2511531"/>
              <a:ext cx="1447865" cy="1424835"/>
              <a:chOff x="4536" y="4280"/>
              <a:chExt cx="2980" cy="2980"/>
            </a:xfrm>
          </p:grpSpPr>
          <p:sp>
            <p:nvSpPr>
              <p:cNvPr id="38" name="圆角矩形 34"/>
              <p:cNvSpPr/>
              <p:nvPr>
                <p:custDataLst>
                  <p:tags r:id="rId12"/>
                </p:custDataLst>
              </p:nvPr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9" name="圆角矩形 38"/>
              <p:cNvSpPr/>
              <p:nvPr>
                <p:custDataLst>
                  <p:tags r:id="rId13"/>
                </p:custDataLst>
              </p:nvPr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37" name="文本框 36"/>
            <p:cNvSpPr txBox="1"/>
            <p:nvPr>
              <p:custDataLst>
                <p:tags r:id="rId14"/>
              </p:custDataLst>
            </p:nvPr>
          </p:nvSpPr>
          <p:spPr>
            <a:xfrm>
              <a:off x="1648303" y="2791477"/>
              <a:ext cx="541020" cy="94932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3600" b="1" dirty="0" smtClean="0">
                  <a:solidFill>
                    <a:schemeClr val="bg1"/>
                  </a:solidFill>
                  <a:latin typeface="+mj-ea"/>
                  <a:ea typeface="+mj-ea"/>
                </a:rPr>
                <a:t>3</a:t>
              </a:r>
              <a:endParaRPr lang="en-US" altLang="zh-CN" sz="36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40" name="文本框1"/>
          <p:cNvSpPr txBox="1"/>
          <p:nvPr>
            <p:custDataLst>
              <p:tags r:id="rId15"/>
            </p:custDataLst>
          </p:nvPr>
        </p:nvSpPr>
        <p:spPr>
          <a:xfrm>
            <a:off x="7576153" y="3315346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{{text:point_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three}}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grpSp>
        <p:nvGrpSpPr>
          <p:cNvPr id="41" name="组合 40"/>
          <p:cNvGrpSpPr/>
          <p:nvPr>
            <p:custDataLst>
              <p:tags r:id="rId16"/>
            </p:custDataLst>
          </p:nvPr>
        </p:nvGrpSpPr>
        <p:grpSpPr>
          <a:xfrm>
            <a:off x="2651000" y="4392050"/>
            <a:ext cx="1022835" cy="1006566"/>
            <a:chOff x="1248408" y="2511531"/>
            <a:chExt cx="1447865" cy="1424835"/>
          </a:xfrm>
        </p:grpSpPr>
        <p:grpSp>
          <p:nvGrpSpPr>
            <p:cNvPr id="42" name="组合 41"/>
            <p:cNvGrpSpPr/>
            <p:nvPr/>
          </p:nvGrpSpPr>
          <p:grpSpPr>
            <a:xfrm>
              <a:off x="1248408" y="2511531"/>
              <a:ext cx="1447865" cy="1424835"/>
              <a:chOff x="4536" y="4280"/>
              <a:chExt cx="2980" cy="2980"/>
            </a:xfrm>
          </p:grpSpPr>
          <p:sp>
            <p:nvSpPr>
              <p:cNvPr id="44" name="圆角矩形 34"/>
              <p:cNvSpPr/>
              <p:nvPr>
                <p:custDataLst>
                  <p:tags r:id="rId17"/>
                </p:custDataLst>
              </p:nvPr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5" name="圆角矩形 44"/>
              <p:cNvSpPr/>
              <p:nvPr>
                <p:custDataLst>
                  <p:tags r:id="rId18"/>
                </p:custDataLst>
              </p:nvPr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43" name="文本框 42"/>
            <p:cNvSpPr txBox="1"/>
            <p:nvPr>
              <p:custDataLst>
                <p:tags r:id="rId19"/>
              </p:custDataLst>
            </p:nvPr>
          </p:nvSpPr>
          <p:spPr>
            <a:xfrm>
              <a:off x="1648303" y="2791477"/>
              <a:ext cx="541020" cy="94932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3600" b="1" dirty="0" smtClean="0">
                  <a:solidFill>
                    <a:schemeClr val="bg1"/>
                  </a:solidFill>
                  <a:latin typeface="+mj-ea"/>
                  <a:ea typeface="+mj-ea"/>
                </a:rPr>
                <a:t>4</a:t>
              </a:r>
              <a:endParaRPr lang="en-US" altLang="zh-CN" sz="36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46" name="文本框1"/>
          <p:cNvSpPr txBox="1"/>
          <p:nvPr>
            <p:custDataLst>
              <p:tags r:id="rId20"/>
            </p:custDataLst>
          </p:nvPr>
        </p:nvSpPr>
        <p:spPr>
          <a:xfrm>
            <a:off x="1816068" y="5702400"/>
            <a:ext cx="27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{{text:point_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four}}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grpSp>
        <p:nvGrpSpPr>
          <p:cNvPr id="53" name="组合 52"/>
          <p:cNvGrpSpPr/>
          <p:nvPr>
            <p:custDataLst>
              <p:tags r:id="rId21"/>
            </p:custDataLst>
          </p:nvPr>
        </p:nvGrpSpPr>
        <p:grpSpPr>
          <a:xfrm>
            <a:off x="8411000" y="4392050"/>
            <a:ext cx="1022835" cy="1006566"/>
            <a:chOff x="1248408" y="2511531"/>
            <a:chExt cx="1447865" cy="1424835"/>
          </a:xfrm>
        </p:grpSpPr>
        <p:grpSp>
          <p:nvGrpSpPr>
            <p:cNvPr id="54" name="组合 53"/>
            <p:cNvGrpSpPr/>
            <p:nvPr/>
          </p:nvGrpSpPr>
          <p:grpSpPr>
            <a:xfrm>
              <a:off x="1248408" y="2511531"/>
              <a:ext cx="1447865" cy="1424835"/>
              <a:chOff x="4536" y="4280"/>
              <a:chExt cx="2980" cy="2980"/>
            </a:xfrm>
          </p:grpSpPr>
          <p:sp>
            <p:nvSpPr>
              <p:cNvPr id="56" name="圆角矩形 34"/>
              <p:cNvSpPr/>
              <p:nvPr>
                <p:custDataLst>
                  <p:tags r:id="rId22"/>
                </p:custDataLst>
              </p:nvPr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7" name="圆角矩形 38"/>
              <p:cNvSpPr/>
              <p:nvPr>
                <p:custDataLst>
                  <p:tags r:id="rId23"/>
                </p:custDataLst>
              </p:nvPr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rgbClr val="0064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55" name="文本框 54"/>
            <p:cNvSpPr txBox="1"/>
            <p:nvPr>
              <p:custDataLst>
                <p:tags r:id="rId24"/>
              </p:custDataLst>
            </p:nvPr>
          </p:nvSpPr>
          <p:spPr>
            <a:xfrm>
              <a:off x="1648303" y="2791477"/>
              <a:ext cx="541020" cy="94932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3600" b="1" dirty="0" smtClean="0">
                  <a:solidFill>
                    <a:schemeClr val="bg1"/>
                  </a:solidFill>
                  <a:latin typeface="+mj-ea"/>
                  <a:ea typeface="+mj-ea"/>
                </a:rPr>
                <a:t>6</a:t>
              </a:r>
              <a:endParaRPr lang="en-US" altLang="zh-CN" sz="36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58" name="文本框1"/>
          <p:cNvSpPr txBox="1"/>
          <p:nvPr>
            <p:custDataLst>
              <p:tags r:id="rId25"/>
            </p:custDataLst>
          </p:nvPr>
        </p:nvSpPr>
        <p:spPr>
          <a:xfrm>
            <a:off x="7576253" y="5702359"/>
            <a:ext cx="27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{{text:point_six}}</a:t>
            </a:r>
            <a:endParaRPr lang="en-US" altLang="zh-CN" sz="2400" b="1" dirty="0" smtClean="0">
              <a:solidFill>
                <a:srgbClr val="0064D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grpSp>
        <p:nvGrpSpPr>
          <p:cNvPr id="71" name="组合 70"/>
          <p:cNvGrpSpPr/>
          <p:nvPr>
            <p:custDataLst>
              <p:tags r:id="rId26"/>
            </p:custDataLst>
          </p:nvPr>
        </p:nvGrpSpPr>
        <p:grpSpPr>
          <a:xfrm>
            <a:off x="5531000" y="4392050"/>
            <a:ext cx="1022835" cy="1006566"/>
            <a:chOff x="1248408" y="2511531"/>
            <a:chExt cx="1447865" cy="1424835"/>
          </a:xfrm>
        </p:grpSpPr>
        <p:grpSp>
          <p:nvGrpSpPr>
            <p:cNvPr id="72" name="组合 71"/>
            <p:cNvGrpSpPr/>
            <p:nvPr/>
          </p:nvGrpSpPr>
          <p:grpSpPr>
            <a:xfrm>
              <a:off x="1248408" y="2511531"/>
              <a:ext cx="1447865" cy="1424835"/>
              <a:chOff x="4536" y="4280"/>
              <a:chExt cx="2980" cy="2980"/>
            </a:xfrm>
          </p:grpSpPr>
          <p:sp>
            <p:nvSpPr>
              <p:cNvPr id="74" name="圆角矩形 34"/>
              <p:cNvSpPr/>
              <p:nvPr>
                <p:custDataLst>
                  <p:tags r:id="rId27"/>
                </p:custDataLst>
              </p:nvPr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5" name="圆角矩形 38"/>
              <p:cNvSpPr/>
              <p:nvPr>
                <p:custDataLst>
                  <p:tags r:id="rId28"/>
                </p:custDataLst>
              </p:nvPr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73" name="文本框 72"/>
            <p:cNvSpPr txBox="1"/>
            <p:nvPr>
              <p:custDataLst>
                <p:tags r:id="rId29"/>
              </p:custDataLst>
            </p:nvPr>
          </p:nvSpPr>
          <p:spPr>
            <a:xfrm>
              <a:off x="1648303" y="2791477"/>
              <a:ext cx="541020" cy="94932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3600" b="1" dirty="0" smtClean="0">
                  <a:solidFill>
                    <a:schemeClr val="bg1"/>
                  </a:solidFill>
                  <a:latin typeface="+mj-ea"/>
                  <a:ea typeface="+mj-ea"/>
                </a:rPr>
                <a:t>5</a:t>
              </a:r>
              <a:endParaRPr lang="en-US" altLang="zh-CN" sz="36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76" name="文本框1"/>
          <p:cNvSpPr txBox="1"/>
          <p:nvPr>
            <p:custDataLst>
              <p:tags r:id="rId30"/>
            </p:custDataLst>
          </p:nvPr>
        </p:nvSpPr>
        <p:spPr>
          <a:xfrm>
            <a:off x="4654528" y="5702400"/>
            <a:ext cx="27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{{text:point_five}}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{{text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：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replace}}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0" y="793750"/>
            <a:ext cx="1351262" cy="20612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{{text</a:t>
            </a:r>
            <a:r>
              <a:rPr lang="zh-CN" alt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：</a:t>
            </a:r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cat</a:t>
            </a:r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e_num}}</a:t>
            </a:r>
            <a:endParaRPr lang="en-US" altLang="zh-CN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71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72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73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74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75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76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77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78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79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80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81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82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83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84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85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86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87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88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89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90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91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92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93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94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95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96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97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98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99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100.xml><?xml version="1.0" encoding="utf-8"?>
<p:tagLst xmlns:p="http://schemas.openxmlformats.org/presentationml/2006/main">
  <p:tag name="COMMONDATA" val="eyJoZGlkIjoiYzZkNzQ4ZWFiZmQ4NTRhOWRkZTk3YTMwMjlmMmZhYmUifQ=="/>
  <p:tag name="KSO_WPP_MARK_KEY" val="3c15e236-6e17-4788-8b7a-5fd2c15b6c5c"/>
</p:tagLst>
</file>

<file path=ppt/theme/theme1.xml><?xml version="1.0" encoding="utf-8"?>
<a:theme xmlns:a="http://schemas.openxmlformats.org/drawingml/2006/main" name="1_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151</Words>
  <Application>WPS 演示</Application>
  <PresentationFormat>宽屏</PresentationFormat>
  <Paragraphs>28</Paragraphs>
  <Slides>1</Slides>
  <Notes>35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宋体</vt:lpstr>
      <vt:lpstr>Wingdings</vt:lpstr>
      <vt:lpstr>微软雅黑</vt:lpstr>
      <vt:lpstr>Wingdings</vt:lpstr>
      <vt:lpstr>DIN-BoldItalic</vt:lpstr>
      <vt:lpstr>等线</vt:lpstr>
      <vt:lpstr>思源宋体</vt:lpstr>
      <vt:lpstr>JetBrainsMono NF</vt:lpstr>
      <vt:lpstr>1_自定义设计方案</vt:lpstr>
      <vt:lpstr>自定义设计方案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别清欢</cp:lastModifiedBy>
  <cp:revision>1152</cp:revision>
  <dcterms:created xsi:type="dcterms:W3CDTF">2019-06-19T02:08:00Z</dcterms:created>
  <dcterms:modified xsi:type="dcterms:W3CDTF">2026-05-20T10:01:27Z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841B81E7286443CFB1522EB147B20F3F_13</vt:lpwstr>
  </property>
</Properties>
</file>