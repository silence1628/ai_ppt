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7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24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2026-05-20T10:01:21Z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0B3175775AF64469A76695DB9C446CC1_13</vt:lpwstr>
  </property>
</Properties>
</file>