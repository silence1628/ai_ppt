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46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4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41700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5031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11650" y="2206625"/>
            <a:ext cx="731202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1163</cp:revision>
  <dcterms:created xsi:type="dcterms:W3CDTF">2019-06-19T02:08:00Z</dcterms:created>
  <dcterms:modified xsi:type="dcterms:W3CDTF">2026-05-20T09:34:30Z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B30D3E36D9A24FC99B2BB0A5B7C0F1CB_13</vt:lpwstr>
  </property>
</Properties>
</file>