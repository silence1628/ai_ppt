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6"/>
  </p:notesMasterIdLst>
  <p:handoutMasterIdLst>
    <p:handoutMasterId r:id="rId32"/>
  </p:handoutMasterIdLst>
  <p:sldIdLst>
    <p:sldId id="2859" r:id="rId4"/>
    <p:sldId id="2885" r:id="rId5"/>
    <p:sldId id="2884" r:id="rId7"/>
    <p:sldId id="2883" r:id="rId8"/>
    <p:sldId id="2882" r:id="rId9"/>
    <p:sldId id="2881" r:id="rId10"/>
    <p:sldId id="2880" r:id="rId11"/>
    <p:sldId id="2879" r:id="rId12"/>
    <p:sldId id="2878" r:id="rId13"/>
    <p:sldId id="2877" r:id="rId14"/>
    <p:sldId id="2876" r:id="rId15"/>
    <p:sldId id="2875" r:id="rId16"/>
    <p:sldId id="2874" r:id="rId17"/>
    <p:sldId id="2873" r:id="rId18"/>
    <p:sldId id="2872" r:id="rId19"/>
    <p:sldId id="2871" r:id="rId20"/>
    <p:sldId id="2870" r:id="rId21"/>
    <p:sldId id="2869" r:id="rId22"/>
    <p:sldId id="2868" r:id="rId23"/>
    <p:sldId id="2867" r:id="rId24"/>
    <p:sldId id="2866" r:id="rId25"/>
    <p:sldId id="2865" r:id="rId26"/>
    <p:sldId id="2864" r:id="rId27"/>
    <p:sldId id="2863" r:id="rId28"/>
    <p:sldId id="2862" r:id="rId29"/>
    <p:sldId id="2861" r:id="rId30"/>
    <p:sldId id="2860" r:id="rId31"/>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16" userDrawn="1">
          <p15:clr>
            <a:srgbClr val="A4A3A4"/>
          </p15:clr>
        </p15:guide>
        <p15:guide id="2" pos="36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816"/>
        <p:guide pos="36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7" Type="http://schemas.openxmlformats.org/officeDocument/2006/relationships/tags" Target="tags/tag231.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1" Type="http://schemas.openxmlformats.org/officeDocument/2006/relationships/slideLayout" Target="../slideLayouts/slideLayout15.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2" Type="http://schemas.openxmlformats.org/officeDocument/2006/relationships/notesSlide" Target="../notesSlides/notesSlide1.xml"/><Relationship Id="rId11" Type="http://schemas.openxmlformats.org/officeDocument/2006/relationships/slideLayout" Target="../slideLayouts/slideLayout15.xml"/><Relationship Id="rId10" Type="http://schemas.openxmlformats.org/officeDocument/2006/relationships/tags" Target="../tags/tag99.xml"/><Relationship Id="rId1" Type="http://schemas.openxmlformats.org/officeDocument/2006/relationships/tags" Target="../tags/tag9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1" Type="http://schemas.openxmlformats.org/officeDocument/2006/relationships/slideLayout" Target="../slideLayouts/slideLayout15.xml"/><Relationship Id="rId20" Type="http://schemas.openxmlformats.org/officeDocument/2006/relationships/tags" Target="../tags/tag119.xml"/><Relationship Id="rId2" Type="http://schemas.openxmlformats.org/officeDocument/2006/relationships/tags" Target="../tags/tag101.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0.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5.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8.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2" Type="http://schemas.openxmlformats.org/officeDocument/2006/relationships/notesSlide" Target="../notesSlides/notesSlide6.xml"/><Relationship Id="rId11" Type="http://schemas.openxmlformats.org/officeDocument/2006/relationships/slideLayout" Target="../slideLayouts/slideLayout15.xml"/><Relationship Id="rId10" Type="http://schemas.openxmlformats.org/officeDocument/2006/relationships/tags" Target="../tags/tag136.xml"/><Relationship Id="rId1" Type="http://schemas.openxmlformats.org/officeDocument/2006/relationships/tags" Target="../tags/tag1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13.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2" Type="http://schemas.openxmlformats.org/officeDocument/2006/relationships/notesSlide" Target="../notesSlides/notesSlide11.xml"/><Relationship Id="rId11" Type="http://schemas.openxmlformats.org/officeDocument/2006/relationships/slideLayout" Target="../slideLayouts/slideLayout15.xml"/><Relationship Id="rId10" Type="http://schemas.openxmlformats.org/officeDocument/2006/relationships/tags" Target="../tags/tag153.xml"/><Relationship Id="rId1" Type="http://schemas.openxmlformats.org/officeDocument/2006/relationships/tags" Target="../tags/tag14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1" Type="http://schemas.openxmlformats.org/officeDocument/2006/relationships/slideLayout" Target="../slideLayouts/slideLayout15.xml"/><Relationship Id="rId20" Type="http://schemas.openxmlformats.org/officeDocument/2006/relationships/tags" Target="../tags/tag173.xml"/><Relationship Id="rId2" Type="http://schemas.openxmlformats.org/officeDocument/2006/relationships/tags" Target="../tags/tag155.xml"/><Relationship Id="rId19" Type="http://schemas.openxmlformats.org/officeDocument/2006/relationships/tags" Target="../tags/tag172.xml"/><Relationship Id="rId18" Type="http://schemas.openxmlformats.org/officeDocument/2006/relationships/tags" Target="../tags/tag171.xml"/><Relationship Id="rId17" Type="http://schemas.openxmlformats.org/officeDocument/2006/relationships/tags" Target="../tags/tag170.xml"/><Relationship Id="rId16" Type="http://schemas.openxmlformats.org/officeDocument/2006/relationships/tags" Target="../tags/tag169.xml"/><Relationship Id="rId15" Type="http://schemas.openxmlformats.org/officeDocument/2006/relationships/tags" Target="../tags/tag168.xml"/><Relationship Id="rId14" Type="http://schemas.openxmlformats.org/officeDocument/2006/relationships/tags" Target="../tags/tag167.xml"/><Relationship Id="rId13" Type="http://schemas.openxmlformats.org/officeDocument/2006/relationships/tags" Target="../tags/tag166.xml"/><Relationship Id="rId12" Type="http://schemas.openxmlformats.org/officeDocument/2006/relationships/tags" Target="../tags/tag16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tags" Target="../tags/tag154.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5.xml"/><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5.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19.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2" Type="http://schemas.openxmlformats.org/officeDocument/2006/relationships/notesSlide" Target="../notesSlides/notesSlide16.xml"/><Relationship Id="rId11" Type="http://schemas.openxmlformats.org/officeDocument/2006/relationships/slideLayout" Target="../slideLayouts/slideLayout15.xml"/><Relationship Id="rId10" Type="http://schemas.openxmlformats.org/officeDocument/2006/relationships/tags" Target="../tags/tag190.xml"/><Relationship Id="rId1" Type="http://schemas.openxmlformats.org/officeDocument/2006/relationships/tags" Target="../tags/tag181.xml"/></Relationships>
</file>

<file path=ppt/slides/_rels/slide20.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1" Type="http://schemas.openxmlformats.org/officeDocument/2006/relationships/slideLayout" Target="../slideLayouts/slideLayout15.xml"/><Relationship Id="rId20" Type="http://schemas.openxmlformats.org/officeDocument/2006/relationships/tags" Target="../tags/tag210.xml"/><Relationship Id="rId2" Type="http://schemas.openxmlformats.org/officeDocument/2006/relationships/tags" Target="../tags/tag192.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5.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25.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2" Type="http://schemas.openxmlformats.org/officeDocument/2006/relationships/notesSlide" Target="../notesSlides/notesSlide21.xml"/><Relationship Id="rId11" Type="http://schemas.openxmlformats.org/officeDocument/2006/relationships/slideLayout" Target="../slideLayouts/slideLayout15.xml"/><Relationship Id="rId10" Type="http://schemas.openxmlformats.org/officeDocument/2006/relationships/tags" Target="../tags/tag227.xml"/><Relationship Id="rId1" Type="http://schemas.openxmlformats.org/officeDocument/2006/relationships/tags" Target="../tags/tag2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5.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从提示词到工作流</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在项目一中，我们通过提示词工程解决了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如何告诉模型做什么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的问题。但在真实的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系统中，仅有一个优质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仍然不够。因为企业场景中的任务往往不是一步完成的，而是要经历输入接收、意图判断、知识检索、信息补全、工具计算、结果格式化、状态保存等多个环节。提示词可以说是节点的行为说明书，而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则是这些说明书被组织起来之后的执行流程。如果没有工作流，模型虽然会回答，但不会稳定地接收变量、判断分支、调用工具，也不会在多轮对话中持续保持上下文。</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因此，学员需要建立一个新的视角：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不是一个节点，而是一条链路。节点不是随便堆砌，而是要承担明确职责。变量不是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临时文本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，而是流程里的数据载体。多轮对话不是依赖模型本身的上下文记录，而是系统显式地管理会话和历史。很多初学者刚接触工作流平台时，容易把它理解成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把几个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连起来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种理解并不完整。工作流中真正重要的，不只是每个节点说了什么，更包括：上一个节点输出了什么字段，下一个节点期待接收什么类型的数据，条件分支依据什么变量做判断，哪些信息要进入上下文、哪些不能进入，哪些结果需要持久化到会话中、哪些只用于本轮计算。工作流设计的核心不是节点越多越复杂越高级，而是每个节点各司其职，节点之间传得稳、接得住、判得清。</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构建工作流的</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积木</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：组件功能和选择</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开始节点与结束节点是工作流的两端，它们共同定义了整个流程的数据边界。开始节点负责声明系统从哪里接收原始输入，这些输入可能包括用户输入的文本、上传的文件、系统时间、业务参数或会话标识等。结束节点则负责声明流程最终要产出什么，它可能是一段回复文本、一组结构化字段，或者一份供外部系统直接消费的数据对象。在实际的实训中，许多流程运行失败的问题，根源并不在于中间推理环节出错，而是起点定义不清晰或终点约束不稳定，导致流程虽然看似完成，却在某一节点处卡死，无法进入后续系统。</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将工作流比作一条生产线，开始节点定义的是原材料的规格，结束节点定义的是最终成品的规格。如果两端设定不清晰，中间过程的管理必然陷入混乱。因此，在设计工作流时，必须首先明确输入数据的来源与格式，以及输出结果的标准与用途。只有确保数据边界的清晰与稳定，才能为后续节点的顺畅运行奠定基础，避免因数据定义模糊而导致的系统性错误。</a:t>
            </a:r>
            <a:endParaRPr 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节点是工作流中的语义推理核心，擅长处理自然语言理解、意图识别、信息抽取、开放式分类、文本归纳和自然语言生成等任务。凡是必须依赖语义理解与上下文推理的工作，都适合交给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节点来完成。然而，一个成熟的系统绝不会让模型包办一切。规则明确的逻辑判断应由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IF/ELSE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等控制节点处理；数值计算、字段清洗、批量处理、格式标准化等工作更适合交给代码节点完成；私有知识查询则应交给知识库节点处理。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对学员来说，本节最重要的不是记住智能体节点能做什么，而是学会判断哪些任务不该让智能体去做。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虽然强大，但并非万能。将不合适的任务交给它，不仅会降低效率，还可能引入不可控的风险。因此，在设计工作流时，应根据任务的性质选择合适的节点，确保每个节点都承担其最擅长的职责，从而实现系统的高效与稳定。</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代码节点允许用户编写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Node.js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代码来实现自定义功能，适合承担程序化的工作，如数据清洗、合并、增删或解析。通常，我们会使用该节点处理数据，为后续节点提供结构化表达的对象。知识检索节点与代码执行节点分别代表了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与外部知识能力、程序能力的协作方式。前者让回答建立在企业真实资料之上，后者则承担那些程序比模型更稳定、更可验证的任务，例如统计、规范化、阈值判断和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处理。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代码节点的优势在于其确定性和可验证性。与</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节点不同，代码节点的输出是严格基于输入逻辑的，不会出现语义理解的偏差。因此，在需要精确计算或格式转换的场景中，代码节点是更可靠的选择。通过合理搭配</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节点与代码节点，可以在保持灵活性的同时，确保关键环节的稳定性，从而构建出既智能又可靠的工作流。</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提供了两种分解路由的方式：传统的条件分支和基于大模型的问题分类器。条件分支通过设置条件变量来判断后续运行哪条分支，适合规则明确的流程分叉。例如，在售后客服的智能体流程中，可以设置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need_clarification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两个变量，根据不同的条件组合进入知识库查询、报修申请、追问或记忆清空等分支。问题分类器则通过大模型对输入文本进行语义分析，再根据设定的路由方案选择后续分支。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在一般的开发流程中，建议采用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负责判断意图，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IF/ELSE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负责执行路由。虽然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提供了可以直接用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判断意图并执行路由的问题分类节点，但在实际开发中，这两者最好分开。不要让一个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节点一边判断、一边自己决定整条流程怎么走，否则可控性会明显下降。通过将意图识别与路由执行分离，可以更清晰地控制流程的走向，便于调试和维护。</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变量聚合器常用于把多个分支、多个节点或多个迭代结果汇总到一起，方便后续统一处理。它的价值很大，但也是工作流里最容易出现问题的节点之一。从名称看，学员可能会误以为该节点可以实现变量的拼接，但实际上变量聚合器只会将传入该节点的第一个有效变量作为输出结果。因此，该节点多伴随在条件分支路由的后端，用于将两条路由合并，但实际上只会从其中得到一个变量的结果作为后续节点的统一处理变量。</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的变量聚合器内置变量格式检测，如果和设定变量类型不匹配的变量无法被检测到，如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。但如果同样是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量不会有进一步检测，这也导致变量聚合器接收到的变量可能是不同结构，如果没有进一步处理为统一格式，很容易导致后续节点因为格式不匹配等问题产生报错。变量聚合器和分支节点虽然更像辅助组件，但它们往往直接决定流程稳定性。很多真实问题并不出现在模型本身，而出现在这些节点之间，例如输出结构不一致、聚合结果类型混乱、数组层级出错、模板引用空字段等。因此，工作流不是节点展示，而是职责组织；节点设计的专业性，最终体现在整个系统能否稳定协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变量管理与数据传递</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工作流中，节点如同器官，而变量则扮演着血液与血管的角色。一个节点能否正常工作，很大程度上取决于它当前获取到了什么数据；整个工作流能否稳定运行，本质上则取决于这些数据能否在不同节点之间被正确地传递、命名、解释和消费。许多表面看似模型发挥不稳定的问题，其根本原因往往在于变量没有传对、传全，或者字段名称、类型和作用域存在不一致。因此，变量管理是确保工作流可靠性的核心环节。</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上下文管理是变量管理中最容易被误解的部分。许多初学者认为，给模型提供的信息越多越好，似乎上下文越长，系统就越聪明。然而，在工程实践中，上下文的核心原则并非尽可能多，而是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够用即可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。如果传入的信息过少，模型会表现出失忆、误判或重复追问；如果传入的信息过多，则会增加噪声、抬高</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成本，并掩盖真正关键的变量。更专业的做法是，围绕当前节点的职责，有选择地传入必要信息。这意味着变量管理不仅仅是单纯地在流程中添加或删减变量，更是一次对上下文裁剪与信息组织能力的训练。</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学员需要建立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变量契约</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概念。所谓变量契约，是指在搭建流程之前，就明确关键变量的名称、类型、来源、含义以及是否必填。这看起来像是一种额外的文档习惯，但本质上却是工程化流程设计的基础。变量契约的核心价值在于：减少字段混乱、提高团队协作效率、降低后期维护成本，并让调试过程变成检查字段，通过比对预期值来调整工作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以变量契约表为例，它清晰地定义了每个变量的属性。例如，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“user_query”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Start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节点，表示用户当前输入，且为必填项；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同样是字符串类型，来源于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意图识别节点，表示用户意图类别，也为必填项；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“missing_slots”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是数组类型，来源于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槽位判断节点，表示缺失参数列表，非必填；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“rag_context”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节点，表示检索到的知识片段，非必填；而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“final_answer”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回答生成节点，表示最终回复内容，为必填项。通过这样的契约，团队成员可以快速理解每个变量的用途和约束，从而避免因变量定义不清导致的协作问题。</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对话型工作流</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在对话型工作流的设计中，首先需要区分两种基础模式：工作流（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）和对话流（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流更适合一次性、无状态的任务，例如总结一份文档或处理一次表格数据。这类流程通常单次执行即结束，不会自动保留历史状态。每次执行时，它只接收当前输入并产出当前输出，流程本身并不知道上一轮执行的内容。因此，当业务场景需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追问、补槽、连续确认或上下文延续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时，单纯使用无状态的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往往无法满足需求。</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对话流则专门用于持续对话场景。系统会自动维护会话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、历史消息和部分上下文，使得用户的多轮输入能够被视为同一段连续交互。从本质上讲，</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可以理解为带状态的工作流。它通过内置的会话管理机制，让每一次对话都能延续之前的上下文，从而支持更复杂的多轮交互。这种设计使得对话流在需要连续确认、信息补全或逐步推进任务的场景中，比传统工作流更具优势。</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会话记忆机制决定了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在多轮对话中是否具有连续性。如果没有记忆，多轮对话就会退化为多次独立的单轮问答；而记忆配置不当，则可能引发信息污染、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膨胀或答非所问等问题。需要特别注意的是，不同平台对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的实现方式并不完全相同。有的平台提供独立的记忆组件，有的平台在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节点中配置历史注入，还有的平台将会话历史管理自动集成在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运行时中。因此，从更专业和通用的角度看，讨论的重点应当是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会话记忆机制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本身，而不只是某个平台上的具体节点。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在许多平台中，记忆能力并非自动产生，而是需要在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中显式配置对话历史变量，或启用对应的历史注入选项。其本质是让模型在当前轮输出时，能够看到之前若干轮的消息。虽然很多大模型内置了记忆功能，在简单对话中能识别之前的内容，但这只是模型节点自身的记忆，它无法感知整个工作流会话的历史。在实际项目实施中，记录整个会话过程的历史是工作流搭建不可或缺的一环。常见的配置思路是在系统中显式指定一个历史变量，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`history`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，然后决定它所携带的用户信息，在流程中显式更新，并在提示词中明确要求模型结合该变量理解当前问题。这种写法将历史记录与当前问题区分开，让模型关注点主次分明，避免所有内容混为一团。</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在企业级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真正决定系统效率的往往不是语言表达是否自然，而是它能否快速判断当前输入属于什么任务、还缺什么信息、下一步应该往哪里走。多轮系统的关键不只是连续对话能力，更是业务推进能力。这就需要引入意图识别、补槽机制和会话路由。意图识别的本质，是把用户自然语言映射成业务动作。用户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帮我报修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巡检标准温度是多少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设备编号是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AC-204”“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不用继续了，重新开始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，从人类角度看只是不同句子，但在系统内部，它们对应的是不同流程入口。成熟的设计通常会先让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节点完成语义判断，再输出结构化结果，从而将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理解</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分离开来，既保留了模型对自然语言的适应能力，也保证了流程整体的可控性。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在任务型对话中，补槽机制（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Slot Filling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尤为重要。许多业务任务在信息不完整时无法直接生成结果。例如，报修需要设备编号、位置、故障现象和联系人；预约需要时间、地点和对象；审批需要事项、理由和附件。补槽不是多问几句，而是一种结构化的信息收集过程。一个专业的补槽系统，必须先知道完成当前任务至少需要哪些参数，再根据当前状态判断还缺少什么，并且在每一轮只追问最关键的少数字段，而不是一次性抛出大量泛化问题。补槽的本质不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增强聊天感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，而是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推动业务向完成状态推进</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与之相伴的，是新话题识别与会话重置机制。真实用户并不会严格沿着系统预设路径交互，他可能在补充报修信息时突然转去问知识问题，也可能直接中断当前任务重新开始。如果系统不能正确识别这些行为，就会出现旧状态污染新任务的问题：知识问答被错误地当成报修信息补充，旧槽位被错误带入新流程，或者系统继续追问已经无关的字段。因此，智能体需要知道如何</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继续当前任务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，以及如何</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结束当前任务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，或者在不同任务之间切换。对企业级智能体来说，这种话题边界感并不是锦上添花，而是系统长期可用的重要前提。</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283.4,&quot;left&quot;:42.29937007874014,&quot;top&quot;:157.55,&quot;width&quot;:912.1340097406343}"/>
</p:tagLst>
</file>

<file path=ppt/tags/tag71.xml><?xml version="1.0" encoding="utf-8"?>
<p:tagLst xmlns:p="http://schemas.openxmlformats.org/presentationml/2006/main">
  <p:tag name="KSO_WM_DIAGRAM_VIRTUALLY_FRAME" val="{&quot;height&quot;:283.4,&quot;left&quot;:42.29937007874014,&quot;top&quot;:157.55,&quot;width&quot;:912.1340097406343}"/>
</p:tagLst>
</file>

<file path=ppt/tags/tag72.xml><?xml version="1.0" encoding="utf-8"?>
<p:tagLst xmlns:p="http://schemas.openxmlformats.org/presentationml/2006/main">
  <p:tag name="KSO_WM_DIAGRAM_VIRTUALLY_FRAME" val="{&quot;height&quot;:283.4,&quot;left&quot;:42.29937007874014,&quot;top&quot;:157.55,&quot;width&quot;:912.1340097406343}"/>
</p:tagLst>
</file>

<file path=ppt/tags/tag73.xml><?xml version="1.0" encoding="utf-8"?>
<p:tagLst xmlns:p="http://schemas.openxmlformats.org/presentationml/2006/main">
  <p:tag name="KSO_WM_DIAGRAM_VIRTUALLY_FRAME" val="{&quot;height&quot;:283.4,&quot;left&quot;:42.29937007874014,&quot;top&quot;:157.55,&quot;width&quot;:912.1340097406343}"/>
</p:tagLst>
</file>

<file path=ppt/tags/tag74.xml><?xml version="1.0" encoding="utf-8"?>
<p:tagLst xmlns:p="http://schemas.openxmlformats.org/presentationml/2006/main">
  <p:tag name="KSO_WM_DIAGRAM_VIRTUALLY_FRAME" val="{&quot;height&quot;:283.4,&quot;left&quot;:42.29937007874014,&quot;top&quot;:157.55,&quot;width&quot;:912.1340097406343}"/>
</p:tagLst>
</file>

<file path=ppt/tags/tag75.xml><?xml version="1.0" encoding="utf-8"?>
<p:tagLst xmlns:p="http://schemas.openxmlformats.org/presentationml/2006/main">
  <p:tag name="KSO_WM_DIAGRAM_VIRTUALLY_FRAME" val="{&quot;height&quot;:283.4,&quot;left&quot;:42.29937007874014,&quot;top&quot;:157.55,&quot;width&quot;:912.1340097406343}"/>
</p:tagLst>
</file>

<file path=ppt/tags/tag76.xml><?xml version="1.0" encoding="utf-8"?>
<p:tagLst xmlns:p="http://schemas.openxmlformats.org/presentationml/2006/main">
  <p:tag name="KSO_WM_DIAGRAM_VIRTUALLY_FRAME" val="{&quot;height&quot;:283.4,&quot;left&quot;:42.29937007874014,&quot;top&quot;:157.55,&quot;width&quot;:912.1340097406343}"/>
</p:tagLst>
</file>

<file path=ppt/tags/tag77.xml><?xml version="1.0" encoding="utf-8"?>
<p:tagLst xmlns:p="http://schemas.openxmlformats.org/presentationml/2006/main">
  <p:tag name="KSO_WM_DIAGRAM_VIRTUALLY_FRAME" val="{&quot;height&quot;:283.4,&quot;left&quot;:42.29937007874014,&quot;top&quot;:157.55,&quot;width&quot;:912.1340097406343}"/>
</p:tagLst>
</file>

<file path=ppt/tags/tag78.xml><?xml version="1.0" encoding="utf-8"?>
<p:tagLst xmlns:p="http://schemas.openxmlformats.org/presentationml/2006/main">
  <p:tag name="KSO_WM_DIAGRAM_VIRTUALLY_FRAME" val="{&quot;height&quot;:283.4,&quot;left&quot;:42.29937007874014,&quot;top&quot;:157.55,&quot;width&quot;:912.1340097406343}"/>
</p:tagLst>
</file>

<file path=ppt/tags/tag79.xml><?xml version="1.0" encoding="utf-8"?>
<p:tagLst xmlns:p="http://schemas.openxmlformats.org/presentationml/2006/main">
  <p:tag name="KSO_WM_DIAGRAM_VIRTUALLY_FRAME" val="{&quot;height&quot;:283.4,&quot;left&quot;:42.29937007874014,&quot;top&quot;:157.55,&quot;width&quot;:912.1340097406343}"/>
</p:tagLst>
</file>

<file path=ppt/tags/tag8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DIAGRAM_VIRTUALLY_FRAME" val="{&quot;height&quot;:283.4,&quot;left&quot;:42.29937007874014,&quot;top&quot;:157.55,&quot;width&quot;:912.1340097406343}"/>
</p:tagLst>
</file>

<file path=ppt/tags/tag101.xml><?xml version="1.0" encoding="utf-8"?>
<p:tagLst xmlns:p="http://schemas.openxmlformats.org/presentationml/2006/main">
  <p:tag name="KSO_WM_DIAGRAM_VIRTUALLY_FRAME" val="{&quot;height&quot;:283.4,&quot;left&quot;:42.29937007874014,&quot;top&quot;:157.55,&quot;width&quot;:912.1340097406343}"/>
</p:tagLst>
</file>

<file path=ppt/tags/tag102.xml><?xml version="1.0" encoding="utf-8"?>
<p:tagLst xmlns:p="http://schemas.openxmlformats.org/presentationml/2006/main">
  <p:tag name="KSO_WM_DIAGRAM_VIRTUALLY_FRAME" val="{&quot;height&quot;:283.4,&quot;left&quot;:42.29937007874014,&quot;top&quot;:157.55,&quot;width&quot;:912.1340097406343}"/>
</p:tagLst>
</file>

<file path=ppt/tags/tag103.xml><?xml version="1.0" encoding="utf-8"?>
<p:tagLst xmlns:p="http://schemas.openxmlformats.org/presentationml/2006/main">
  <p:tag name="KSO_WM_DIAGRAM_VIRTUALLY_FRAME" val="{&quot;height&quot;:283.4,&quot;left&quot;:42.29937007874014,&quot;top&quot;:157.55,&quot;width&quot;:912.1340097406343}"/>
</p:tagLst>
</file>

<file path=ppt/tags/tag104.xml><?xml version="1.0" encoding="utf-8"?>
<p:tagLst xmlns:p="http://schemas.openxmlformats.org/presentationml/2006/main">
  <p:tag name="KSO_WM_DIAGRAM_VIRTUALLY_FRAME" val="{&quot;height&quot;:283.4,&quot;left&quot;:42.29937007874014,&quot;top&quot;:157.55,&quot;width&quot;:912.1340097406343}"/>
</p:tagLst>
</file>

<file path=ppt/tags/tag105.xml><?xml version="1.0" encoding="utf-8"?>
<p:tagLst xmlns:p="http://schemas.openxmlformats.org/presentationml/2006/main">
  <p:tag name="KSO_WM_DIAGRAM_VIRTUALLY_FRAME" val="{&quot;height&quot;:283.4,&quot;left&quot;:42.29937007874014,&quot;top&quot;:157.55,&quot;width&quot;:912.1340097406343}"/>
</p:tagLst>
</file>

<file path=ppt/tags/tag106.xml><?xml version="1.0" encoding="utf-8"?>
<p:tagLst xmlns:p="http://schemas.openxmlformats.org/presentationml/2006/main">
  <p:tag name="KSO_WM_DIAGRAM_VIRTUALLY_FRAME" val="{&quot;height&quot;:283.4,&quot;left&quot;:42.29937007874014,&quot;top&quot;:157.55,&quot;width&quot;:912.1340097406343}"/>
</p:tagLst>
</file>

<file path=ppt/tags/tag107.xml><?xml version="1.0" encoding="utf-8"?>
<p:tagLst xmlns:p="http://schemas.openxmlformats.org/presentationml/2006/main">
  <p:tag name="KSO_WM_DIAGRAM_VIRTUALLY_FRAME" val="{&quot;height&quot;:283.4,&quot;left&quot;:42.29937007874014,&quot;top&quot;:157.55,&quot;width&quot;:912.1340097406343}"/>
</p:tagLst>
</file>

<file path=ppt/tags/tag108.xml><?xml version="1.0" encoding="utf-8"?>
<p:tagLst xmlns:p="http://schemas.openxmlformats.org/presentationml/2006/main">
  <p:tag name="KSO_WM_DIAGRAM_VIRTUALLY_FRAME" val="{&quot;height&quot;:283.4,&quot;left&quot;:42.29937007874014,&quot;top&quot;:157.55,&quot;width&quot;:912.1340097406343}"/>
</p:tagLst>
</file>

<file path=ppt/tags/tag109.xml><?xml version="1.0" encoding="utf-8"?>
<p:tagLst xmlns:p="http://schemas.openxmlformats.org/presentationml/2006/main">
  <p:tag name="KSO_WM_DIAGRAM_VIRTUALLY_FRAME" val="{&quot;height&quot;:283.4,&quot;left&quot;:42.29937007874014,&quot;top&quot;:157.55,&quot;width&quot;:912.1340097406343}"/>
</p:tagLst>
</file>

<file path=ppt/tags/tag11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2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DIAGRAM_VIRTUALLY_FRAME" val="{&quot;height&quot;:283.4,&quot;left&quot;:42.29937007874014,&quot;top&quot;:157.55,&quot;width&quot;:912.1340097406343}"/>
</p:tagLst>
</file>

<file path=ppt/tags/tag155.xml><?xml version="1.0" encoding="utf-8"?>
<p:tagLst xmlns:p="http://schemas.openxmlformats.org/presentationml/2006/main">
  <p:tag name="KSO_WM_DIAGRAM_VIRTUALLY_FRAME" val="{&quot;height&quot;:283.4,&quot;left&quot;:42.29937007874014,&quot;top&quot;:157.55,&quot;width&quot;:912.1340097406343}"/>
</p:tagLst>
</file>

<file path=ppt/tags/tag156.xml><?xml version="1.0" encoding="utf-8"?>
<p:tagLst xmlns:p="http://schemas.openxmlformats.org/presentationml/2006/main">
  <p:tag name="KSO_WM_DIAGRAM_VIRTUALLY_FRAME" val="{&quot;height&quot;:283.4,&quot;left&quot;:42.29937007874014,&quot;top&quot;:157.55,&quot;width&quot;:912.1340097406343}"/>
</p:tagLst>
</file>

<file path=ppt/tags/tag157.xml><?xml version="1.0" encoding="utf-8"?>
<p:tagLst xmlns:p="http://schemas.openxmlformats.org/presentationml/2006/main">
  <p:tag name="KSO_WM_DIAGRAM_VIRTUALLY_FRAME" val="{&quot;height&quot;:283.4,&quot;left&quot;:42.29937007874014,&quot;top&quot;:157.55,&quot;width&quot;:912.1340097406343}"/>
</p:tagLst>
</file>

<file path=ppt/tags/tag158.xml><?xml version="1.0" encoding="utf-8"?>
<p:tagLst xmlns:p="http://schemas.openxmlformats.org/presentationml/2006/main">
  <p:tag name="KSO_WM_DIAGRAM_VIRTUALLY_FRAME" val="{&quot;height&quot;:283.4,&quot;left&quot;:42.29937007874014,&quot;top&quot;:157.55,&quot;width&quot;:912.1340097406343}"/>
</p:tagLst>
</file>

<file path=ppt/tags/tag159.xml><?xml version="1.0" encoding="utf-8"?>
<p:tagLst xmlns:p="http://schemas.openxmlformats.org/presentationml/2006/main">
  <p:tag name="KSO_WM_DIAGRAM_VIRTUALLY_FRAME" val="{&quot;height&quot;:283.4,&quot;left&quot;:42.29937007874014,&quot;top&quot;:157.55,&quot;width&quot;:912.1340097406343}"/>
</p:tagLst>
</file>

<file path=ppt/tags/tag160.xml><?xml version="1.0" encoding="utf-8"?>
<p:tagLst xmlns:p="http://schemas.openxmlformats.org/presentationml/2006/main">
  <p:tag name="KSO_WM_DIAGRAM_VIRTUALLY_FRAME" val="{&quot;height&quot;:283.4,&quot;left&quot;:42.29937007874014,&quot;top&quot;:157.55,&quot;width&quot;:912.1340097406343}"/>
</p:tagLst>
</file>

<file path=ppt/tags/tag161.xml><?xml version="1.0" encoding="utf-8"?>
<p:tagLst xmlns:p="http://schemas.openxmlformats.org/presentationml/2006/main">
  <p:tag name="KSO_WM_DIAGRAM_VIRTUALLY_FRAME" val="{&quot;height&quot;:283.4,&quot;left&quot;:42.29937007874014,&quot;top&quot;:157.55,&quot;width&quot;:912.1340097406343}"/>
</p:tagLst>
</file>

<file path=ppt/tags/tag162.xml><?xml version="1.0" encoding="utf-8"?>
<p:tagLst xmlns:p="http://schemas.openxmlformats.org/presentationml/2006/main">
  <p:tag name="KSO_WM_DIAGRAM_VIRTUALLY_FRAME" val="{&quot;height&quot;:283.4,&quot;left&quot;:42.29937007874014,&quot;top&quot;:157.55,&quot;width&quot;:912.1340097406343}"/>
</p:tagLst>
</file>

<file path=ppt/tags/tag163.xml><?xml version="1.0" encoding="utf-8"?>
<p:tagLst xmlns:p="http://schemas.openxmlformats.org/presentationml/2006/main">
  <p:tag name="KSO_WM_DIAGRAM_VIRTUALLY_FRAME" val="{&quot;height&quot;:283.4,&quot;left&quot;:42.29937007874014,&quot;top&quot;:157.55,&quot;width&quot;:912.1340097406343}"/>
</p:tagLst>
</file>

<file path=ppt/tags/tag16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6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6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6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6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6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7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DIAGRAM_VIRTUALLY_FRAME" val="{&quot;height&quot;:283.4,&quot;left&quot;:42.29937007874014,&quot;top&quot;:157.55,&quot;width&quot;:912.1340097406343}"/>
</p:tagLst>
</file>

<file path=ppt/tags/tag192.xml><?xml version="1.0" encoding="utf-8"?>
<p:tagLst xmlns:p="http://schemas.openxmlformats.org/presentationml/2006/main">
  <p:tag name="KSO_WM_DIAGRAM_VIRTUALLY_FRAME" val="{&quot;height&quot;:283.4,&quot;left&quot;:42.29937007874014,&quot;top&quot;:157.55,&quot;width&quot;:912.1340097406343}"/>
</p:tagLst>
</file>

<file path=ppt/tags/tag193.xml><?xml version="1.0" encoding="utf-8"?>
<p:tagLst xmlns:p="http://schemas.openxmlformats.org/presentationml/2006/main">
  <p:tag name="KSO_WM_DIAGRAM_VIRTUALLY_FRAME" val="{&quot;height&quot;:283.4,&quot;left&quot;:42.29937007874014,&quot;top&quot;:157.55,&quot;width&quot;:912.1340097406343}"/>
</p:tagLst>
</file>

<file path=ppt/tags/tag194.xml><?xml version="1.0" encoding="utf-8"?>
<p:tagLst xmlns:p="http://schemas.openxmlformats.org/presentationml/2006/main">
  <p:tag name="KSO_WM_DIAGRAM_VIRTUALLY_FRAME" val="{&quot;height&quot;:283.4,&quot;left&quot;:42.29937007874014,&quot;top&quot;:157.55,&quot;width&quot;:912.1340097406343}"/>
</p:tagLst>
</file>

<file path=ppt/tags/tag195.xml><?xml version="1.0" encoding="utf-8"?>
<p:tagLst xmlns:p="http://schemas.openxmlformats.org/presentationml/2006/main">
  <p:tag name="KSO_WM_DIAGRAM_VIRTUALLY_FRAME" val="{&quot;height&quot;:283.4,&quot;left&quot;:42.29937007874014,&quot;top&quot;:157.55,&quot;width&quot;:912.1340097406343}"/>
</p:tagLst>
</file>

<file path=ppt/tags/tag196.xml><?xml version="1.0" encoding="utf-8"?>
<p:tagLst xmlns:p="http://schemas.openxmlformats.org/presentationml/2006/main">
  <p:tag name="KSO_WM_DIAGRAM_VIRTUALLY_FRAME" val="{&quot;height&quot;:283.4,&quot;left&quot;:42.29937007874014,&quot;top&quot;:157.55,&quot;width&quot;:912.1340097406343}"/>
</p:tagLst>
</file>

<file path=ppt/tags/tag197.xml><?xml version="1.0" encoding="utf-8"?>
<p:tagLst xmlns:p="http://schemas.openxmlformats.org/presentationml/2006/main">
  <p:tag name="KSO_WM_DIAGRAM_VIRTUALLY_FRAME" val="{&quot;height&quot;:283.4,&quot;left&quot;:42.29937007874014,&quot;top&quot;:157.55,&quot;width&quot;:912.1340097406343}"/>
</p:tagLst>
</file>

<file path=ppt/tags/tag198.xml><?xml version="1.0" encoding="utf-8"?>
<p:tagLst xmlns:p="http://schemas.openxmlformats.org/presentationml/2006/main">
  <p:tag name="KSO_WM_DIAGRAM_VIRTUALLY_FRAME" val="{&quot;height&quot;:283.4,&quot;left&quot;:42.29937007874014,&quot;top&quot;:157.55,&quot;width&quot;:912.1340097406343}"/>
</p:tagLst>
</file>

<file path=ppt/tags/tag199.xml><?xml version="1.0" encoding="utf-8"?>
<p:tagLst xmlns:p="http://schemas.openxmlformats.org/presentationml/2006/main">
  <p:tag name="KSO_WM_DIAGRAM_VIRTUALLY_FRAME" val="{&quot;height&quot;:283.4,&quot;left&quot;:42.29937007874014,&quot;top&quot;:157.55,&quot;width&quot;:912.1340097406343}"/>
</p:tagLst>
</file>

<file path=ppt/tags/tag200.xml><?xml version="1.0" encoding="utf-8"?>
<p:tagLst xmlns:p="http://schemas.openxmlformats.org/presentationml/2006/main">
  <p:tag name="KSO_WM_DIAGRAM_VIRTUALLY_FRAME" val="{&quot;height&quot;:283.4,&quot;left&quot;:42.29937007874014,&quot;top&quot;:157.55,&quot;width&quot;:912.1340097406343}"/>
</p:tagLst>
</file>

<file path=ppt/tags/tag20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1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1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1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2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5573</Words>
  <Application>WPS 演示</Application>
  <PresentationFormat>宽屏</PresentationFormat>
  <Paragraphs>264</Paragraphs>
  <Slides>27</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27</vt:i4>
      </vt:variant>
    </vt:vector>
  </HeadingPairs>
  <TitlesOfParts>
    <vt:vector size="38" baseType="lpstr">
      <vt:lpstr>Arial</vt:lpstr>
      <vt:lpstr>宋体</vt:lpstr>
      <vt:lpstr>Wingdings</vt:lpstr>
      <vt:lpstr>微软雅黑</vt:lpstr>
      <vt:lpstr>Wingdings</vt:lpstr>
      <vt:lpstr>DIN-BoldItalic</vt:lpstr>
      <vt:lpstr>等线</vt:lpstr>
      <vt:lpstr>思源宋体</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1149</cp:revision>
  <dcterms:created xsi:type="dcterms:W3CDTF">2019-06-19T02:08:00Z</dcterms:created>
  <dcterms:modified xsi:type="dcterms:W3CDTF">2026-05-23T13:54:31Z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4AE54019DA1249F683C3CCAB4FBBFB28_13</vt:lpwstr>
  </property>
</Properties>
</file>