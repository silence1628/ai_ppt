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33"/>
  </p:handoutMasterIdLst>
  <p:sldIdLst>
    <p:sldId id="2880" r:id="rId4"/>
    <p:sldId id="2907" r:id="rId5"/>
    <p:sldId id="2906" r:id="rId7"/>
    <p:sldId id="2905" r:id="rId8"/>
    <p:sldId id="2904" r:id="rId9"/>
    <p:sldId id="2903" r:id="rId10"/>
    <p:sldId id="2902" r:id="rId11"/>
    <p:sldId id="2901" r:id="rId12"/>
    <p:sldId id="2900" r:id="rId13"/>
    <p:sldId id="2899" r:id="rId14"/>
    <p:sldId id="2898" r:id="rId15"/>
    <p:sldId id="2897" r:id="rId16"/>
    <p:sldId id="2896" r:id="rId17"/>
    <p:sldId id="2895" r:id="rId18"/>
    <p:sldId id="2894" r:id="rId19"/>
    <p:sldId id="2893" r:id="rId20"/>
    <p:sldId id="2892" r:id="rId21"/>
    <p:sldId id="2891" r:id="rId22"/>
    <p:sldId id="2890" r:id="rId23"/>
    <p:sldId id="2889" r:id="rId24"/>
    <p:sldId id="2888" r:id="rId25"/>
    <p:sldId id="2887" r:id="rId26"/>
    <p:sldId id="2886" r:id="rId27"/>
    <p:sldId id="2885" r:id="rId28"/>
    <p:sldId id="2884" r:id="rId29"/>
    <p:sldId id="2883" r:id="rId30"/>
    <p:sldId id="2882" r:id="rId31"/>
    <p:sldId id="2881" r:id="rId32"/>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2" userDrawn="1">
          <p15:clr>
            <a:srgbClr val="A4A3A4"/>
          </p15:clr>
        </p15:guide>
        <p15:guide id="2" pos="36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832"/>
        <p:guide pos="36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tags" Target="tags/tag206.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8" Type="http://schemas.openxmlformats.org/officeDocument/2006/relationships/slideLayout" Target="../slideLayouts/slideLayout15.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2" Type="http://schemas.openxmlformats.org/officeDocument/2006/relationships/notesSlide" Target="../notesSlides/notesSlide1.xml"/><Relationship Id="rId11" Type="http://schemas.openxmlformats.org/officeDocument/2006/relationships/slideLayout" Target="../slideLayouts/slideLayout15.xml"/><Relationship Id="rId10" Type="http://schemas.openxmlformats.org/officeDocument/2006/relationships/tags" Target="../tags/tag96.xml"/><Relationship Id="rId1" Type="http://schemas.openxmlformats.org/officeDocument/2006/relationships/tags" Target="../tags/tag8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7.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2" Type="http://schemas.openxmlformats.org/officeDocument/2006/relationships/notesSlide" Target="../notesSlides/notesSlide6.xml"/><Relationship Id="rId11" Type="http://schemas.openxmlformats.org/officeDocument/2006/relationships/slideLayout" Target="../slideLayouts/slideLayout15.xml"/><Relationship Id="rId10" Type="http://schemas.openxmlformats.org/officeDocument/2006/relationships/tags" Target="../tags/tag113.xml"/><Relationship Id="rId1" Type="http://schemas.openxmlformats.org/officeDocument/2006/relationships/tags" Target="../tags/tag10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8" Type="http://schemas.openxmlformats.org/officeDocument/2006/relationships/slideLayout" Target="../slideLayouts/slideLayout15.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tags" Target="../tags/tag131.xml"/><Relationship Id="rId14" Type="http://schemas.openxmlformats.org/officeDocument/2006/relationships/tags" Target="../tags/tag130.xml"/><Relationship Id="rId13" Type="http://schemas.openxmlformats.org/officeDocument/2006/relationships/tags" Target="../tags/tag12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tags" Target="../tags/tag11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3.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2" Type="http://schemas.openxmlformats.org/officeDocument/2006/relationships/notesSlide" Target="../notesSlides/notesSlide11.xml"/><Relationship Id="rId11" Type="http://schemas.openxmlformats.org/officeDocument/2006/relationships/slideLayout" Target="../slideLayouts/slideLayout15.xml"/><Relationship Id="rId10" Type="http://schemas.openxmlformats.org/officeDocument/2006/relationships/tags" Target="../tags/tag147.xml"/><Relationship Id="rId1" Type="http://schemas.openxmlformats.org/officeDocument/2006/relationships/tags" Target="../tags/tag1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8" Type="http://schemas.openxmlformats.org/officeDocument/2006/relationships/slideLayout" Target="../slideLayouts/slideLayout15.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9.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tags" Target="../tags/tag181.xml"/><Relationship Id="rId1" Type="http://schemas.openxmlformats.org/officeDocument/2006/relationships/tags" Target="../tags/tag17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5.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s>
</file>

<file path=ppt/slides/_rels/slide24.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2" Type="http://schemas.openxmlformats.org/officeDocument/2006/relationships/notesSlide" Target="../notesSlides/notesSlide21.xml"/><Relationship Id="rId11" Type="http://schemas.openxmlformats.org/officeDocument/2006/relationships/slideLayout" Target="../slideLayouts/slideLayout15.xml"/><Relationship Id="rId10" Type="http://schemas.openxmlformats.org/officeDocument/2006/relationships/tags" Target="../tags/tag198.xml"/><Relationship Id="rId1" Type="http://schemas.openxmlformats.org/officeDocument/2006/relationships/tags" Target="../tags/tag18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5.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5.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上下文工程的核心原则</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563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上下文工程</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832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生产级上下文管道的五层架构</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上下文工程的核心特征之一是动态性，这与传统提示词工程的静态模板形成鲜明对比。传统的做法是编写一次提示词，然后在所有场景下重复使用相同的模板。而上下文工程强调在每次模型推理时，系统都会根据当前的任务状态、用户特征、对话历史等因素，动态地重新组装上下文窗口的内容。例如，当用户第一次询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帮我查询今天的新能源汽车行业动态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时，上下文中可能只包含基础的系统指令和查询关键词。但当用户在第三轮对话中补充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只关注国内市场的融资信息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时，上下文会动态更新，加入新的过滤条件、历史对话摘要以及相关的检索结果，从而确保模型始终基于最新、最相关的信息进行推理。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上下文工程的第二个核心特征是系统性，它要求我们并非孤立地优化某一个部分，而是系统化地管理多个维度的信息。这些维度包括：检索维度（从知识库中检索哪些文档、检索多少以及如何排序）、记忆维度（注入哪些历史记忆、如何平衡短期和长期记忆）、工具维度（暴露哪些工具、如何描述工具能力）、历史维度（保留多少对话历史、如何压缩早期对话）以及指令维度（系统指令如何组织、如何与其他信息协调）。这些维度相互影响、相互制约。例如，如果你决定检索更多的知识文档，就需要相应减少对话历史的保留量，以保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预算之内，这体现了系统化权衡的必要性。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上下文工程的第三个核心特征是资源约束性，其核心挑战在于上下文窗口是一种稀缺资源。这种稀缺性体现在三个方面：首先是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数量限制，即使是最大的上下文窗口也有其上限；其次是成本约束，更长的上下文意味着更高的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调用成本；最后是注意力稀释，</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Transformer</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架构的注意力机制会随着上下文长度的增加而稀释，导致模型难以聚焦于关键信息。因此，上下文工程的核心任务之一，就是在有限的资源约束下，最大化信息的价值密度，确保每一份</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都能为模型提供最有效的决策支持，而不是简单地堆砌信息。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很多初学者会问：上下文工程和提示词工程有什么区别？它们是替代关系还是互补关系？让我们通过一个详细的对比来理解。</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提示词工程关注如何写好一段指令文本，让模型理解你的意图并按照你的要求输出。它的核心问题是：我应该如何对模型说话？</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而上下文工程关注模型在执行任务时能够</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看到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的全部信息环境。它的核心问题是：模型需要看到什么信息才能完成这个任务？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用一个客户服务场景可以来说明这种差异，假设用户问：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我上次订购的商品什么时候能到？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从提示词工程的角度，可能会首先选择优化系统提示词：</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这个提示词写得很好，但它无法解决一个根本问题：模型不知道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上次订购的商品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是什么，也不知道物流状态。因此，从上下文工程的角度，解决这个问题需要构建一个完整的信息环境：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现在，模型拥有了回答这个问题所需的全部信息。这就是上下文工程和提示词工程的本质区别。理解了这些差异后，我们需要明确：上下文工程不是要替代提示词工程，而是它的工程化扩展。提示词工程中的各种技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思维链（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Chain-of-Thought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）、少样本学习（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Few-Shot Learning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）、角色提示（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Role Prompting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仍然非常有价值。但这些技巧需要在一个精心设计的上下文环境中才能发挥最大效用。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根据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2026</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年发布的《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工程状态报告》，目前有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57%</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的组织已经将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部署到生产环境。这个数字看起来令人鼓舞，但报告同时揭示了一个严峻的现实：在大型企业中，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质量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仍然是扩展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应用的首要障碍，有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的受访者明确提到了这一点。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报告特别指出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上下文工程和大规模管理上下文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是企业面临的持续困难。换句话说，大多数团队都能让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的演示版本工作起来，但要将其推向生产环境并保持稳定的质量，上下文管道的设计和管理成为了关键的分水岭。</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这个现象背后的原因是什么？让我们通过一个典型的案例来理解。假设你正在开发一个客户支持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。在演示环境中，它表现得很好：能够理解用户问题，查询相关信息，给出合理的回答。但当你将它部署到生产环境，处理真实的客户对话时，问题开始出现：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产生幻觉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忘记之前的对话</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忽略可用工具</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这些问题的共同特点是：它们都不是提示词本身的问题，而是整个上下文管理系统的问题。即使是最先进的模型，其上下文窗口也有明确的上限。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Claude Opus 4.6</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提供了</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万</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75</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万词）的上下文窗口，</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GPT-4 Turbo</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提供了</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128K 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。这些数字看起来很大，但在实际应用中，消耗速度可能超出你的想象。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而更多的上下文并不总是带来更好的结果。</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Google</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的研究团队进行了</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大海捞针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Needle in a Haystack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）实验：他们在不同长度的上下文中埋入一个特定的事实，然后测试模型能否准确检索这个事实。结果显示：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上下文利用率时，模型能够可靠地检索到目标事实</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50%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上下文利用率时，检索准确率开始下降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80%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上下文利用率时，同样的事实可能完全被忽略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更糟糕的是，研究还发现了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迷失在中间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Lost in the Middle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）效应：埋在上下文窗口中间三分之一位置的信息，最容易被模型忽略。模型对上下文开头和结尾的信息更加敏感。这意味着：一个精心策划的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30K 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上下文，可能比一个粗心组装的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120K 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上下文表现更好。</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理解了这些限制和问题后，我们就能明白上下文工程的核心价值：通过合理组织上下文结构，将关键信息放在模型更容易关注的位置，提高模型对重要信息的利用效率，并且在保证质量的前提下，最小化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消耗，从而控制运营成本。</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上下文工程的核心原则</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89112"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上下文工程</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21144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上下文工程的核心原则</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渐进式披露这一概念最初源自用户体验设计领域，其核心思想是逐步向用户展示功能和信息，而不是一次性呈现所有内容，从而避免信息过载导致用户困惑。在上下文工程中，这一原则同样适用：我们应该逐步向模型提供信息，而不是一次性将所有可能相关的内容都塞进上下文窗口。具体遵循以下原则：当前节点只注入当前任务真正需要的信息；工具结果返回后，再将必要字段写入后续上下文；无关信息不过度进入上下文。这种分阶段的信息注入方式，能够有效控制模型的注意力范围，提升任务执行的准确性和效率。</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以构建行业情报助手为例，用户任务为获取新能源汽车行业最新动态。在第一轮对话中，用户输入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帮我整理今天的新能源汽车行业动态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，此时上下文只需包含任务目标和用户意图，无需加载新闻查询工具的详细定义、数据处理规则、报告生成模板或历史查询记录，因为这些信息在当前阶段用不到，加载它们只会浪费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并分散模型注意力。第二轮对话中，系统回复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请问您更关注国内市场还是海外市场？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，用户回答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国内市场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，此时上下文更新为包含用户偏好，但仍不需要加载工具定义和数据处理规则。第三轮对话中，系统进一步询问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您希望重点关注哪些方面？比如融资动态、政策法规、新品发布等？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，用户回答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融资和新品发布，只保留前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，此时上下文更新为包含具体关注点和数量限制。只有在需求完整、准备执行时，才加载当前需要的工具定义，且只加载相关工具，不加载其他无关工具。第四轮中，工具返回</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条新闻数据，此时上下文需要包含数据处理指引，而工具定义可以从上下文中移除，取而代之的是数据处理规则和输出格式要求。通过这个例子可以看出，清晰的上下文边界有助于模型理解当前处于任务的哪个阶段、应该做什么，避免模型的注意力被不必要的数据分散，从而提高系统行为的可预测性和稳定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在软件开发中，我们熟悉内存预算、</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CPU</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预算、网络带宽预算等概念。在上下文工程中，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预算是一个同样重要但常被忽视的概念。</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管理的核心思想是：将有限的上下文窗口视为一种需要精心分配的资源，为不同类型的信息设定明确的使用上限，并在这些约束下优化信息的价值密度。基于大量生产环境的实践经验，业界已经形成了一些经过验证的预算分配策略。对于面向客户的对话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，推荐的分配比例是：对话历史、系统指令、检索文档、工具定义等各部分各占一定比例，确保关键信息有足够的空间，同时避免某一类信息过度占用导致其他信息被压缩。</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上述分配比例只是一个基准。在实际应用中，我们需要根据任务类型动态调整预算分配。例如，在客户服务场景中，用户强烈期望</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能够记住他们说过的话，因此在该场景下，会分配更多的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比例给对话历史，以保持对话的连贯性和个性化体验。而如果任务需要引用大量专业知识，比如法律咨询或医疗诊断，检索的文档数量和长度都会增加，相应地，可以适当减少对话历史的保留量，因为这类任务往往更关注当前问题而非长期对话。通过灵活调整预算分配，我们能够在有限的上下文窗口内最大化信息的价值密度，确保模型始终聚焦于当前任务最需要的部分，从而提升整体系统的性能和用户体验。</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3778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上下文工程的核心原则</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400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上下文工程</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16826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上下文工程的核心原则</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在构建生产级</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应用时，如果将所有信息不加区分地塞入上下文，会引发三大问题：难以管理，因为信息来源不明，更新和维护困难；难以优化，无法针对不同类型信息采用差异化策略；难以调试，出问题时难以快速定位故障信息。分层架构正是为了解决这些问题而设计的，它让每一层都拥有明确的职责、独立的管理策略和清晰的接口。这套架构共包含五层：系统指令层，定义模型应该如何行为，包括身份、规则和约束；检索知识层，提供模型需要知道的外部知识和事实；持久记忆层，记录模型应该记住的用户偏好和历史事实；对话历史层，保存当前会话中发生了什么；工具定义层，说明模型可以调用哪些能力。</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这五层的排列顺序并非随意，而是基于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Transformer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模型的注意力机制精心设计的。研究表明，模型对上下文不同位置的关注度存在显著差异：开头位置因首因效应获得较高关注，结尾位置因近因效应同样获得较高关注，而中间位置则容易陷入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迷失在中间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效应，关注度较低。因此，最优的排列策略是将最重要、最稳定的信息放在开头，即系统指令；将最相关、最动态的信息放在结尾，即工具定义和当前输入；而将辅助性信息如知识、记忆和历史放在中间。这种顺序确保了模型能够将宝贵的注意力资源优先分配给最关键的内容，从而提升整体推理质量和响应准确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许多团队在编写系统指令时，常犯一个典型错误：试图在提示词中穷尽所有可能的场景和处理规则，结果生成长达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5000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至</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10000 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的超长指令，包含详细的业务流程、边缘情况处理规则、大量示例对话和错误处理方案。这种做法不仅消耗了过多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预算，还导致模型难以抓住重点。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Anthropic</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团队建议，系统指令应该是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完全定义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行为的最小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集合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。它应包含两部分：核心部分和动态部分。核心部分必须包含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的身份定义、核心行为规则和输出约束，通常只需约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200 tokens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即可清晰定义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的核心行为。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动态部分则是在运行时根据具体场景注入的信息。例如，可以通过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函数将智能体在运行过程中获取的实时信息拼装到基础提示词中。这种动态组装的方式，既保持了系统指令的简洁性，又提供了必要的灵活性。具体实现时，函数会接收当前任务相关的参数，如用户身份、当前时间、业务上下文等，然后将这些信息格式化后追加到核心系统指令之后。这样，系统指令既不会臃肿，又能适应多变的应用场景，确保模型始终在清晰、精简的指令框架下工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检索增强生成是上下文工程五层架构中的第二层，它解决了如何让模型访问其训练数据之外知识的核心问题。</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的基本流程是：用户提出问题后，系统将问题转换为查询向量，在知识库中检索最相关的文档，然后将检索到的文档注入上下文，最后模型基于这些文档生成回答。传统</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是被动的，用户问什么就检索什么；而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Agentic RAG</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则增加了主动性和智能性，它会先对用户问题进行一轮分析，判断是否需要更多信息，再根据分析结果进行进一步检索。</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的知识检索节点正是基于这一原理设计，它让智能体在回答前先从私有知识库或记忆库中检索相关数据，再将检索结果提供给模型参考，从而输出更加专业的回复。</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时需要注意两个关键点。首先，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把整份文档塞给模型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先检索再注入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样做可以有效缓解模型对话中上下文紧缺的问题。其次，由于最终输出结果会受到检索文段的影响，因此知识库构建时的文档切分质量至关重要：切得过碎会丢失上下文，切得过大则会降低召回精度。此外，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的场景通常要求大模型的输出严格依照检索信息生成，因此必须通过提示词对模型进行约束，防止模型产生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幻觉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输出。通过精心设计的提示词，可以明确要求模型仅基于检索到的信息作答，并在无法找到相关信息时明确告知用户，从而确保回答的准确性和可靠性。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上下文工程中，记忆并非单一概念，而是分为三个层次。工作记忆的生命周期仅限于当前任务执行期间，内容包含任务状态、中间结果和临时变量，通常存储在内存中的状态对象里，例如已收集的参数和当前执行阶段。短期记忆的生命周期覆盖整个当前会话，内容包含对话历史和会话状态，通常存储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Redis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或内存数据库中，例如最近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轮对话和用户本次提到的偏好。长期记忆的生命周期则是跨会话持久化的，内容包含用户画像、历史交互和重要事实，通常存储在持久化数据库或向量数据库中，例如用户的职业、常问的问题类型和历史订单。</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并非所有记忆都应在每次调用时注入上下文，这会导致上下文迅速膨胀并浪费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算。正确做法是在工作流设计中智能地选择相关记忆注入。例如，对于长期记忆，可以仅提取与当前任务最相关的用户偏好或历史事实；对于短期记忆，可以只保留最近几轮关键对话；对于工作记忆，则仅在任务执行过程中临时使用。通过这种分层管理和选择性注入策略，既能保证模型获得必要的上下文信息，又能有效控制上下文长度，提升模型的处理效率和响应质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对话历史是上下文中最容易失控的部分。一个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轮的对话，如果每轮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1000 tokens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，总共就是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30000 tokens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不加管理，很快就会耗尽上下文预算。然而，对话历史又是上下文中不可或缺的一部分，它记录了用户与模型的交互过程，对于维持对话连贯性和理解用户意图至关重要。针对这一问题，有三种有效的管理策略。第一种是最简单的方法：只保留最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轮对话，丢弃较早的轮次，这种方法实现简单但可能丢失重要信息。第二种是在流程中判断对话轮次的重要性，保留重要轮次，压缩不重要的轮次，例如通过关键词匹配或语义分析来识别关键信息。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第三种策略是设置上下文阈值，将达到阈值或更早期的对话压缩为摘要。具体做法是，当对话轮次超过预设阈值时，将较早的对话内容通过模型或算法生成一段简洁的摘要，然后仅保留摘要和最近几轮完整对话。这样既能保留历史对话的核心信息，又能大幅减少</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占用。这三种策略可以根据实际应用场景灵活组合使用，例如在客服场景中，可以同时采用保留最近</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轮对话和压缩早期对话为摘要的方法，既保证了对话的连续性，又有效控制了上下文长度，从而提升模型的响应速度和准确性。</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工具定义层让智能体知道有哪些可以直接使用的工具，从而对文本外部乃至系统中的文件产生影响。在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平台中，已经完成了内置工具的定义，用户无需再对这些内容进行操作。但为了让学员了解上下文工程的生产级管理架构，仍需对这部分内容进行说明。工具定义的核心原则是：不要在每次调用时加载所有工具定义，而是要根据任务阶段和需求，动态选择相关工具。例如，可以通过条件判断用户意图，如果用户意图是查询天气，则仅加载天气查询相关的工具定义；如果意图是发送邮件，则仅加载邮件相关的工具定义。</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此外，保持工具定义的简洁性与完整性同样重要。工具定义应使用格式化的文本，如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Markdown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工具进行清晰简洁的描述。每个工具定义应包含工具名称、功能描述、输入参数和输出格式等关键信息。这种格式化的文本不仅便于智能体识别和理解，也便于后续的维护和扩展。通过动态加载和简洁定义，可以避免工具定义占用过多上下文空间，同时确保智能体在需要时能够准确调用正确的工具，从而高效地完成各种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333.6,&quot;left&quot;:18.55,&quot;top&quot;:138.6,&quot;width&quot;:957.2494488188977}"/>
</p:tagLst>
</file>

<file path=ppt/tags/tag71.xml><?xml version="1.0" encoding="utf-8"?>
<p:tagLst xmlns:p="http://schemas.openxmlformats.org/presentationml/2006/main">
  <p:tag name="KSO_WM_DIAGRAM_VIRTUALLY_FRAME" val="{&quot;height&quot;:333.6,&quot;left&quot;:18.55,&quot;top&quot;:138.6,&quot;width&quot;:957.2494488188977}"/>
</p:tagLst>
</file>

<file path=ppt/tags/tag72.xml><?xml version="1.0" encoding="utf-8"?>
<p:tagLst xmlns:p="http://schemas.openxmlformats.org/presentationml/2006/main">
  <p:tag name="KSO_WM_DIAGRAM_VIRTUALLY_FRAME" val="{&quot;height&quot;:333.6,&quot;left&quot;:18.55,&quot;top&quot;:138.6,&quot;width&quot;:957.2494488188977}"/>
</p:tagLst>
</file>

<file path=ppt/tags/tag73.xml><?xml version="1.0" encoding="utf-8"?>
<p:tagLst xmlns:p="http://schemas.openxmlformats.org/presentationml/2006/main">
  <p:tag name="KSO_WM_DIAGRAM_VIRTUALLY_FRAME" val="{&quot;height&quot;:333.6,&quot;left&quot;:18.55,&quot;top&quot;:138.6,&quot;width&quot;:957.2494488188977}"/>
</p:tagLst>
</file>

<file path=ppt/tags/tag74.xml><?xml version="1.0" encoding="utf-8"?>
<p:tagLst xmlns:p="http://schemas.openxmlformats.org/presentationml/2006/main">
  <p:tag name="KSO_WM_DIAGRAM_VIRTUALLY_FRAME" val="{&quot;height&quot;:333.6,&quot;left&quot;:18.55,&quot;top&quot;:138.6,&quot;width&quot;:957.2494488188977}"/>
</p:tagLst>
</file>

<file path=ppt/tags/tag75.xml><?xml version="1.0" encoding="utf-8"?>
<p:tagLst xmlns:p="http://schemas.openxmlformats.org/presentationml/2006/main">
  <p:tag name="KSO_WM_DIAGRAM_VIRTUALLY_FRAME" val="{&quot;height&quot;:333.6,&quot;left&quot;:18.55,&quot;top&quot;:138.6,&quot;width&quot;:957.2494488188977}"/>
</p:tagLst>
</file>

<file path=ppt/tags/tag76.xml><?xml version="1.0" encoding="utf-8"?>
<p:tagLst xmlns:p="http://schemas.openxmlformats.org/presentationml/2006/main">
  <p:tag name="KSO_WM_DIAGRAM_VIRTUALLY_FRAME" val="{&quot;height&quot;:333.6,&quot;left&quot;:18.55,&quot;top&quot;:138.6,&quot;width&quot;:957.2494488188977}"/>
</p:tagLst>
</file>

<file path=ppt/tags/tag77.xml><?xml version="1.0" encoding="utf-8"?>
<p:tagLst xmlns:p="http://schemas.openxmlformats.org/presentationml/2006/main">
  <p:tag name="KSO_WM_DIAGRAM_VIRTUALLY_FRAME" val="{&quot;height&quot;:333.6,&quot;left&quot;:18.55,&quot;top&quot;:138.6,&quot;width&quot;:957.2494488188977}"/>
</p:tagLst>
</file>

<file path=ppt/tags/tag78.xml><?xml version="1.0" encoding="utf-8"?>
<p:tagLst xmlns:p="http://schemas.openxmlformats.org/presentationml/2006/main">
  <p:tag name="KSO_WM_DIAGRAM_VIRTUALLY_FRAME" val="{&quot;height&quot;:333.6,&quot;left&quot;:18.55,&quot;top&quot;:138.6,&quot;width&quot;:957.2494488188977}"/>
</p:tagLst>
</file>

<file path=ppt/tags/tag79.xml><?xml version="1.0" encoding="utf-8"?>
<p:tagLst xmlns:p="http://schemas.openxmlformats.org/presentationml/2006/main">
  <p:tag name="KSO_WM_DIAGRAM_VIRTUALLY_FRAME" val="{&quot;height&quot;:333.6,&quot;left&quot;:18.55,&quot;top&quot;:138.6,&quot;width&quot;:957.2494488188977}"/>
</p:tagLst>
</file>

<file path=ppt/tags/tag80.xml><?xml version="1.0" encoding="utf-8"?>
<p:tagLst xmlns:p="http://schemas.openxmlformats.org/presentationml/2006/main">
  <p:tag name="KSO_WM_DIAGRAM_VIRTUALLY_FRAME" val="{&quot;height&quot;:333.6,&quot;left&quot;:18.55,&quot;top&quot;:138.6,&quot;width&quot;:957.2494488188977}"/>
</p:tagLst>
</file>

<file path=ppt/tags/tag81.xml><?xml version="1.0" encoding="utf-8"?>
<p:tagLst xmlns:p="http://schemas.openxmlformats.org/presentationml/2006/main">
  <p:tag name="KSO_WM_DIAGRAM_VIRTUALLY_FRAME" val="{&quot;height&quot;:333.6,&quot;left&quot;:18.55,&quot;top&quot;:138.6,&quot;width&quot;:957.2494488188977}"/>
</p:tagLst>
</file>

<file path=ppt/tags/tag82.xml><?xml version="1.0" encoding="utf-8"?>
<p:tagLst xmlns:p="http://schemas.openxmlformats.org/presentationml/2006/main">
  <p:tag name="KSO_WM_DIAGRAM_VIRTUALLY_FRAME" val="{&quot;height&quot;:333.6,&quot;left&quot;:18.55,&quot;top&quot;:138.6,&quot;width&quot;:957.2494488188977}"/>
</p:tagLst>
</file>

<file path=ppt/tags/tag83.xml><?xml version="1.0" encoding="utf-8"?>
<p:tagLst xmlns:p="http://schemas.openxmlformats.org/presentationml/2006/main">
  <p:tag name="KSO_WM_DIAGRAM_VIRTUALLY_FRAME" val="{&quot;height&quot;:333.6,&quot;left&quot;:18.55,&quot;top&quot;:138.6,&quot;width&quot;:957.2494488188977}"/>
</p:tagLst>
</file>

<file path=ppt/tags/tag84.xml><?xml version="1.0" encoding="utf-8"?>
<p:tagLst xmlns:p="http://schemas.openxmlformats.org/presentationml/2006/main">
  <p:tag name="KSO_WM_DIAGRAM_VIRTUALLY_FRAME" val="{&quot;height&quot;:333.6,&quot;left&quot;:18.55,&quot;top&quot;:138.6,&quot;width&quot;:957.2494488188977}"/>
</p:tagLst>
</file>

<file path=ppt/tags/tag85.xml><?xml version="1.0" encoding="utf-8"?>
<p:tagLst xmlns:p="http://schemas.openxmlformats.org/presentationml/2006/main">
  <p:tag name="KSO_WM_DIAGRAM_VIRTUALLY_FRAME" val="{&quot;height&quot;:333.6,&quot;left&quot;:18.55,&quot;top&quot;:138.6,&quot;width&quot;:957.2494488188977}"/>
</p:tagLst>
</file>

<file path=ppt/tags/tag86.xml><?xml version="1.0" encoding="utf-8"?>
<p:tagLst xmlns:p="http://schemas.openxmlformats.org/presentationml/2006/main">
  <p:tag name="KSO_WM_DIAGRAM_VIRTUALLY_FRAME" val="{&quot;height&quot;:333.6,&quot;left&quot;:18.55,&quot;top&quot;:138.6,&quot;width&quot;:957.2494488188977}"/>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9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1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DIAGRAM_VIRTUALLY_FRAME" val="{&quot;height&quot;:312,&quot;left&quot;:46.386771653543285,&quot;top&quot;:138.6,&quot;width&quot;:929.4126771653544}"/>
</p:tagLst>
</file>

<file path=ppt/tags/tag118.xml><?xml version="1.0" encoding="utf-8"?>
<p:tagLst xmlns:p="http://schemas.openxmlformats.org/presentationml/2006/main">
  <p:tag name="KSO_WM_DIAGRAM_VIRTUALLY_FRAME" val="{&quot;height&quot;:312,&quot;left&quot;:46.386771653543285,&quot;top&quot;:138.6,&quot;width&quot;:929.4126771653544}"/>
</p:tagLst>
</file>

<file path=ppt/tags/tag119.xml><?xml version="1.0" encoding="utf-8"?>
<p:tagLst xmlns:p="http://schemas.openxmlformats.org/presentationml/2006/main">
  <p:tag name="KSO_WM_DIAGRAM_VIRTUALLY_FRAME" val="{&quot;height&quot;:312,&quot;left&quot;:46.386771653543285,&quot;top&quot;:138.6,&quot;width&quot;:929.4126771653544}"/>
</p:tagLst>
</file>

<file path=ppt/tags/tag120.xml><?xml version="1.0" encoding="utf-8"?>
<p:tagLst xmlns:p="http://schemas.openxmlformats.org/presentationml/2006/main">
  <p:tag name="KSO_WM_DIAGRAM_VIRTUALLY_FRAME" val="{&quot;height&quot;:312,&quot;left&quot;:46.386771653543285,&quot;top&quot;:138.6,&quot;width&quot;:929.4126771653544}"/>
</p:tagLst>
</file>

<file path=ppt/tags/tag121.xml><?xml version="1.0" encoding="utf-8"?>
<p:tagLst xmlns:p="http://schemas.openxmlformats.org/presentationml/2006/main">
  <p:tag name="KSO_WM_DIAGRAM_VIRTUALLY_FRAME" val="{&quot;height&quot;:312,&quot;left&quot;:46.386771653543285,&quot;top&quot;:138.6,&quot;width&quot;:929.4126771653544}"/>
</p:tagLst>
</file>

<file path=ppt/tags/tag122.xml><?xml version="1.0" encoding="utf-8"?>
<p:tagLst xmlns:p="http://schemas.openxmlformats.org/presentationml/2006/main">
  <p:tag name="KSO_WM_DIAGRAM_VIRTUALLY_FRAME" val="{&quot;height&quot;:312,&quot;left&quot;:46.386771653543285,&quot;top&quot;:138.6,&quot;width&quot;:929.4126771653544}"/>
</p:tagLst>
</file>

<file path=ppt/tags/tag123.xml><?xml version="1.0" encoding="utf-8"?>
<p:tagLst xmlns:p="http://schemas.openxmlformats.org/presentationml/2006/main">
  <p:tag name="KSO_WM_DIAGRAM_VIRTUALLY_FRAME" val="{&quot;height&quot;:312,&quot;left&quot;:46.386771653543285,&quot;top&quot;:138.6,&quot;width&quot;:929.4126771653544}"/>
</p:tagLst>
</file>

<file path=ppt/tags/tag124.xml><?xml version="1.0" encoding="utf-8"?>
<p:tagLst xmlns:p="http://schemas.openxmlformats.org/presentationml/2006/main">
  <p:tag name="KSO_WM_DIAGRAM_VIRTUALLY_FRAME" val="{&quot;height&quot;:312,&quot;left&quot;:46.386771653543285,&quot;top&quot;:138.6,&quot;width&quot;:929.4126771653544}"/>
</p:tagLst>
</file>

<file path=ppt/tags/tag125.xml><?xml version="1.0" encoding="utf-8"?>
<p:tagLst xmlns:p="http://schemas.openxmlformats.org/presentationml/2006/main">
  <p:tag name="KSO_WM_DIAGRAM_VIRTUALLY_FRAME" val="{&quot;height&quot;:312,&quot;left&quot;:46.386771653543285,&quot;top&quot;:138.6,&quot;width&quot;:929.4126771653544}"/>
</p:tagLst>
</file>

<file path=ppt/tags/tag126.xml><?xml version="1.0" encoding="utf-8"?>
<p:tagLst xmlns:p="http://schemas.openxmlformats.org/presentationml/2006/main">
  <p:tag name="KSO_WM_DIAGRAM_VIRTUALLY_FRAME" val="{&quot;height&quot;:312,&quot;left&quot;:46.386771653543285,&quot;top&quot;:138.6,&quot;width&quot;:929.4126771653544}"/>
</p:tagLst>
</file>

<file path=ppt/tags/tag127.xml><?xml version="1.0" encoding="utf-8"?>
<p:tagLst xmlns:p="http://schemas.openxmlformats.org/presentationml/2006/main">
  <p:tag name="KSO_WM_DIAGRAM_VIRTUALLY_FRAME" val="{&quot;height&quot;:312,&quot;left&quot;:46.386771653543285,&quot;top&quot;:138.6,&quot;width&quot;:929.4126771653544}"/>
</p:tagLst>
</file>

<file path=ppt/tags/tag128.xml><?xml version="1.0" encoding="utf-8"?>
<p:tagLst xmlns:p="http://schemas.openxmlformats.org/presentationml/2006/main">
  <p:tag name="KSO_WM_DIAGRAM_VIRTUALLY_FRAME" val="{&quot;height&quot;:312,&quot;left&quot;:46.386771653543285,&quot;top&quot;:138.6,&quot;width&quot;:929.4126771653544}"/>
</p:tagLst>
</file>

<file path=ppt/tags/tag129.xml><?xml version="1.0" encoding="utf-8"?>
<p:tagLst xmlns:p="http://schemas.openxmlformats.org/presentationml/2006/main">
  <p:tag name="KSO_WM_DIAGRAM_VIRTUALLY_FRAME" val="{&quot;height&quot;:312,&quot;left&quot;:46.386771653543285,&quot;top&quot;:138.6,&quot;width&quot;:929.4126771653544}"/>
</p:tagLst>
</file>

<file path=ppt/tags/tag130.xml><?xml version="1.0" encoding="utf-8"?>
<p:tagLst xmlns:p="http://schemas.openxmlformats.org/presentationml/2006/main">
  <p:tag name="KSO_WM_DIAGRAM_VIRTUALLY_FRAME" val="{&quot;height&quot;:312,&quot;left&quot;:46.386771653543285,&quot;top&quot;:138.6,&quot;width&quot;:929.4126771653544}"/>
</p:tagLst>
</file>

<file path=ppt/tags/tag131.xml><?xml version="1.0" encoding="utf-8"?>
<p:tagLst xmlns:p="http://schemas.openxmlformats.org/presentationml/2006/main">
  <p:tag name="KSO_WM_DIAGRAM_VIRTUALLY_FRAME" val="{&quot;height&quot;:312,&quot;left&quot;:46.386771653543285,&quot;top&quot;:138.6,&quot;width&quot;:929.4126771653544}"/>
</p:tagLst>
</file>

<file path=ppt/tags/tag132.xml><?xml version="1.0" encoding="utf-8"?>
<p:tagLst xmlns:p="http://schemas.openxmlformats.org/presentationml/2006/main">
  <p:tag name="KSO_WM_DIAGRAM_VIRTUALLY_FRAME" val="{&quot;height&quot;:312,&quot;left&quot;:46.386771653543285,&quot;top&quot;:138.6,&quot;width&quot;:929.4126771653544}"/>
</p:tagLst>
</file>

<file path=ppt/tags/tag133.xml><?xml version="1.0" encoding="utf-8"?>
<p:tagLst xmlns:p="http://schemas.openxmlformats.org/presentationml/2006/main">
  <p:tag name="KSO_WM_DIAGRAM_VIRTUALLY_FRAME" val="{&quot;height&quot;:312,&quot;left&quot;:46.386771653543285,&quot;top&quot;:138.6,&quot;width&quot;:929.4126771653544}"/>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4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DIAGRAM_VIRTUALLY_FRAME" val="{&quot;height&quot;:304.7015748031496,&quot;left&quot;:45.236771653543286,&quot;top&quot;:138.6,&quot;width&quot;:896.7277974382536}"/>
</p:tagLst>
</file>

<file path=ppt/tags/tag152.xml><?xml version="1.0" encoding="utf-8"?>
<p:tagLst xmlns:p="http://schemas.openxmlformats.org/presentationml/2006/main">
  <p:tag name="KSO_WM_DIAGRAM_VIRTUALLY_FRAME" val="{&quot;height&quot;:304.7015748031496,&quot;left&quot;:45.236771653543286,&quot;top&quot;:138.6,&quot;width&quot;:896.7277974382536}"/>
</p:tagLst>
</file>

<file path=ppt/tags/tag153.xml><?xml version="1.0" encoding="utf-8"?>
<p:tagLst xmlns:p="http://schemas.openxmlformats.org/presentationml/2006/main">
  <p:tag name="KSO_WM_DIAGRAM_VIRTUALLY_FRAME" val="{&quot;height&quot;:304.7015748031496,&quot;left&quot;:45.236771653543286,&quot;top&quot;:138.6,&quot;width&quot;:896.7277974382536}"/>
</p:tagLst>
</file>

<file path=ppt/tags/tag154.xml><?xml version="1.0" encoding="utf-8"?>
<p:tagLst xmlns:p="http://schemas.openxmlformats.org/presentationml/2006/main">
  <p:tag name="KSO_WM_DIAGRAM_VIRTUALLY_FRAME" val="{&quot;height&quot;:304.7015748031496,&quot;left&quot;:45.236771653543286,&quot;top&quot;:138.6,&quot;width&quot;:896.7277974382536}"/>
</p:tagLst>
</file>

<file path=ppt/tags/tag155.xml><?xml version="1.0" encoding="utf-8"?>
<p:tagLst xmlns:p="http://schemas.openxmlformats.org/presentationml/2006/main">
  <p:tag name="KSO_WM_DIAGRAM_VIRTUALLY_FRAME" val="{&quot;height&quot;:304.7015748031496,&quot;left&quot;:45.236771653543286,&quot;top&quot;:138.6,&quot;width&quot;:896.7277974382536}"/>
</p:tagLst>
</file>

<file path=ppt/tags/tag156.xml><?xml version="1.0" encoding="utf-8"?>
<p:tagLst xmlns:p="http://schemas.openxmlformats.org/presentationml/2006/main">
  <p:tag name="KSO_WM_DIAGRAM_VIRTUALLY_FRAME" val="{&quot;height&quot;:304.7015748031496,&quot;left&quot;:45.236771653543286,&quot;top&quot;:138.6,&quot;width&quot;:896.7277974382536}"/>
</p:tagLst>
</file>

<file path=ppt/tags/tag157.xml><?xml version="1.0" encoding="utf-8"?>
<p:tagLst xmlns:p="http://schemas.openxmlformats.org/presentationml/2006/main">
  <p:tag name="KSO_WM_DIAGRAM_VIRTUALLY_FRAME" val="{&quot;height&quot;:304.7015748031496,&quot;left&quot;:45.236771653543286,&quot;top&quot;:138.6,&quot;width&quot;:896.7277974382536}"/>
</p:tagLst>
</file>

<file path=ppt/tags/tag158.xml><?xml version="1.0" encoding="utf-8"?>
<p:tagLst xmlns:p="http://schemas.openxmlformats.org/presentationml/2006/main">
  <p:tag name="KSO_WM_DIAGRAM_VIRTUALLY_FRAME" val="{&quot;height&quot;:304.7015748031496,&quot;left&quot;:45.236771653543286,&quot;top&quot;:138.6,&quot;width&quot;:896.7277974382536}"/>
</p:tagLst>
</file>

<file path=ppt/tags/tag159.xml><?xml version="1.0" encoding="utf-8"?>
<p:tagLst xmlns:p="http://schemas.openxmlformats.org/presentationml/2006/main">
  <p:tag name="KSO_WM_DIAGRAM_VIRTUALLY_FRAME" val="{&quot;height&quot;:304.7015748031496,&quot;left&quot;:45.236771653543286,&quot;top&quot;:138.6,&quot;width&quot;:896.7277974382536}"/>
</p:tagLst>
</file>

<file path=ppt/tags/tag160.xml><?xml version="1.0" encoding="utf-8"?>
<p:tagLst xmlns:p="http://schemas.openxmlformats.org/presentationml/2006/main">
  <p:tag name="KSO_WM_DIAGRAM_VIRTUALLY_FRAME" val="{&quot;height&quot;:304.7015748031496,&quot;left&quot;:45.236771653543286,&quot;top&quot;:138.6,&quot;width&quot;:896.7277974382536}"/>
</p:tagLst>
</file>

<file path=ppt/tags/tag161.xml><?xml version="1.0" encoding="utf-8"?>
<p:tagLst xmlns:p="http://schemas.openxmlformats.org/presentationml/2006/main">
  <p:tag name="KSO_WM_DIAGRAM_VIRTUALLY_FRAME" val="{&quot;height&quot;:304.7015748031496,&quot;left&quot;:45.236771653543286,&quot;top&quot;:138.6,&quot;width&quot;:896.7277974382536}"/>
</p:tagLst>
</file>

<file path=ppt/tags/tag162.xml><?xml version="1.0" encoding="utf-8"?>
<p:tagLst xmlns:p="http://schemas.openxmlformats.org/presentationml/2006/main">
  <p:tag name="KSO_WM_DIAGRAM_VIRTUALLY_FRAME" val="{&quot;height&quot;:304.7015748031496,&quot;left&quot;:45.236771653543286,&quot;top&quot;:138.6,&quot;width&quot;:896.7277974382536}"/>
</p:tagLst>
</file>

<file path=ppt/tags/tag163.xml><?xml version="1.0" encoding="utf-8"?>
<p:tagLst xmlns:p="http://schemas.openxmlformats.org/presentationml/2006/main">
  <p:tag name="KSO_WM_DIAGRAM_VIRTUALLY_FRAME" val="{&quot;height&quot;:304.7015748031496,&quot;left&quot;:45.236771653543286,&quot;top&quot;:138.6,&quot;width&quot;:896.7277974382536}"/>
</p:tagLst>
</file>

<file path=ppt/tags/tag164.xml><?xml version="1.0" encoding="utf-8"?>
<p:tagLst xmlns:p="http://schemas.openxmlformats.org/presentationml/2006/main">
  <p:tag name="KSO_WM_DIAGRAM_VIRTUALLY_FRAME" val="{&quot;height&quot;:304.7015748031496,&quot;left&quot;:45.236771653543286,&quot;top&quot;:138.6,&quot;width&quot;:896.7277974382536}"/>
</p:tagLst>
</file>

<file path=ppt/tags/tag165.xml><?xml version="1.0" encoding="utf-8"?>
<p:tagLst xmlns:p="http://schemas.openxmlformats.org/presentationml/2006/main">
  <p:tag name="KSO_WM_DIAGRAM_VIRTUALLY_FRAME" val="{&quot;height&quot;:304.7015748031496,&quot;left&quot;:45.236771653543286,&quot;top&quot;:138.6,&quot;width&quot;:896.7277974382536}"/>
</p:tagLst>
</file>

<file path=ppt/tags/tag166.xml><?xml version="1.0" encoding="utf-8"?>
<p:tagLst xmlns:p="http://schemas.openxmlformats.org/presentationml/2006/main">
  <p:tag name="KSO_WM_DIAGRAM_VIRTUALLY_FRAME" val="{&quot;height&quot;:304.7015748031496,&quot;left&quot;:45.236771653543286,&quot;top&quot;:138.6,&quot;width&quot;:896.7277974382536}"/>
</p:tagLst>
</file>

<file path=ppt/tags/tag167.xml><?xml version="1.0" encoding="utf-8"?>
<p:tagLst xmlns:p="http://schemas.openxmlformats.org/presentationml/2006/main">
  <p:tag name="KSO_WM_DIAGRAM_VIRTUALLY_FRAME" val="{&quot;height&quot;:304.7015748031496,&quot;left&quot;:45.236771653543286,&quot;top&quot;:138.6,&quot;width&quot;:896.7277974382536}"/>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8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0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6970</Words>
  <Application>WPS 演示</Application>
  <PresentationFormat>宽屏</PresentationFormat>
  <Paragraphs>248</Paragraphs>
  <Slides>28</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28</vt:i4>
      </vt:variant>
    </vt:vector>
  </HeadingPairs>
  <TitlesOfParts>
    <vt:vector size="39" baseType="lpstr">
      <vt:lpstr>Arial</vt:lpstr>
      <vt:lpstr>宋体</vt:lpstr>
      <vt:lpstr>Wingdings</vt:lpstr>
      <vt:lpstr>微软雅黑</vt:lpstr>
      <vt:lpstr>Wingdings</vt:lpstr>
      <vt:lpstr>等线</vt:lpstr>
      <vt:lpstr>DIN-BoldItalic</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2026-05-23T13:54:40Z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B0BE0F89AD2A4935BBDC373AAC70769E_13</vt:lpwstr>
  </property>
</Properties>
</file>