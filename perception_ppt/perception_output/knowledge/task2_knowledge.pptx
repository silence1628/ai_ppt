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22"/>
  </p:handoutMasterIdLst>
  <p:sldIdLst>
    <p:sldId id="2880" r:id="rId4"/>
    <p:sldId id="2896" r:id="rId5"/>
    <p:sldId id="2895" r:id="rId7"/>
    <p:sldId id="2894" r:id="rId8"/>
    <p:sldId id="2893" r:id="rId9"/>
    <p:sldId id="2892" r:id="rId10"/>
    <p:sldId id="2891" r:id="rId11"/>
    <p:sldId id="2890" r:id="rId12"/>
    <p:sldId id="2889" r:id="rId13"/>
    <p:sldId id="2888" r:id="rId14"/>
    <p:sldId id="2887" r:id="rId15"/>
    <p:sldId id="2886" r:id="rId16"/>
    <p:sldId id="2885" r:id="rId17"/>
    <p:sldId id="2884" r:id="rId18"/>
    <p:sldId id="2883" r:id="rId19"/>
    <p:sldId id="2882" r:id="rId20"/>
    <p:sldId id="2881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68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563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什么是提示词工程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832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结构化提示词与版本管理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大型语言模型（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）本身擅长语言理解与生成，但它并不会天然知道当前系统的目标、边界和优先级。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则是在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基础上叠加了记忆、规划、工具调用和行动能力的系统。此时，提示词起到的作用就不再只是发起一次对话，而是持续塑造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的决策逻辑。例如，在一个客服智能体中，提示词可以规定：你是售后服务助手，不是销售顾问；先判断用户问题类别，再决定是否查询知识库；若知识库无答案，不允许编造，必须明确告知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暂无法确认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；输出必须包含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处理建议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是否需要人工介入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三个字段。这几句话看似自然语言，实则已经在约束智能体的角色、流程、容错机制和输出结构。提示词写得越清晰，智能体的行为越可控；提示词写得越模糊，智能体越容易漂移。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优质提示词，通常要兼顾以下三个目标：确定性、逻辑性和效率。确定性并不是要求模型每次一字不差，而是要求模型在相同输入下尽量给出风格稳定、结构稳定、结论边界稳定的回答。对于企业级智能体而言，稳定性往往比偶尔的一次惊艳回答更重要。逻辑性是指提示词要让模型清楚：先做什么，再做什么；依据什么判断；遇到异常怎么办；什么情况下该拒绝回答。逻辑清楚，模型的中间推理和最终输出才不容易跳步。效率既包括模型响应效率，也包括开发效率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成本。一个优质提示词不应堆砌无关描述，而应在有限上下文内，把最关键的约束表达清楚。这三个目标的关系可以概括为：确定性保证可用，逻辑性保证可信，效率保证可落地。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的质量直接决定智能体输出的效果。下面通过同一任务场景的两种系统提示词写法，展示优化前后的差异。糟糕的提示词存在多个潜在问题：角色太泛，未定义具体领域身份，模型不知道以何种专业角度回答；缺少上下文，没有说明业务场景，无法准确理解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用户的问题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；无流程要求，模型不知道应先分类、再检索还是直接回答；无输出约束，回答格式不固定，后续程序难以解析。这些问题会导致模型输出不稳定、不可靠，难以在实际业务中落地。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针对糟糕提示词中暴露的问题，可以通过优化点逐一解决。优化后的提示词明确了角色与业务范围，限定为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智能门锁售后支持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，缩小任务边界；增加了步骤约束，引导模型按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诊断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补全信息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拒答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处理；增加了拒答规则，明确禁止编造，降低幻觉风险；固定了输出格式，便于程序自动化解析，减少后处理成本。通过这样的优化，提示词从模糊、不可控变得清晰、可执行，显著提升了智能体输出的质量和稳定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89112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21144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大语言模型的核心工作原理可以概括为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基于上下文的概率预测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当我们输入一句提示词时，模型首先将整段上下文（包括用户输入和已生成的内容）编码为内部向量表示，这种向量是模型对语言结构和语义的数学化理解。接着，模型会利用训练阶段从海量文本中学到的模式，计算下一个可能出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（即最小的语言单元，如一个词或子词）的概率分布。例如，在输入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今天天气很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之后，模型会为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等候选词分配不同的概率值，概率最高的词最有可能被选中输出。最终输出的具体内容，取决于上下文、模型参数以及采样方式（如随机采样或贪心采样）的综合作用。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一机制意味着模型的输出并非从零开始创造答案，而是基于上文判断下文概率最高的延续。因此，提示词的清晰度直接影响模型的输出稳定性。如果提示词模糊或信息不足，模型会在更多可能性之间摇摆，导致输出结果不稳定、偏离预期；反之，如果提示词明确具体，概率空间就会被有效压缩，模型更容易落在期望答案附近。理解这一原理，是掌握提示词工程的基础，也是优化与模型交互效果的关键所在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基于预测机制的原理，提示词工程的核心目标之一就是通过清晰的上下文和明确的约束，将模型的概率分布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到更可控的区域。许多初学者误以为只要把任务说清楚就够了，但在大模型场景中，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说什么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只是目标层，而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决定了模型如何理解并执行这个目标。例如，两个提示词都要求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，但效果可能天差地别：一个仅简单描述任务，另一个则明确了身份（如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你是一位资深分析师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）、读者（如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面向企业高管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）、提取维度（如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核心观点、关键数据、企业启示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）、长度（如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）和风格（如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专业简洁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）。后者的输出质量显著更高，因为模型并非听懂一句话就能自动补全所有隐含要求。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更像一个极其强大但需要明确边界的执行者：它依赖上下文中的具体指令来缩小概率空间，从而生成更符合预期的结果。提示词写法越清楚，模型越容易朝正确方向生成。因此，在设计提示词时，应主动添加限定词和约束条件，如指定角色、目标受众、输出格式、长度限制和风格要求。这些限定词不仅帮助模型理解任务细节，还能有效减少歧义和随机性，使输出更加稳定、可控。通过这种方式，用户可以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模糊指令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精准引导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，充分发挥大语言模型的能力。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除了通过身份、维度、长度和风格等限定词来约束模型外，还有一种更直接、更强大的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方式：给模型提供示例，即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提示。这种方法的核心思想是，通过展示一个或多个真实的输入输出示例，让模型模仿示例的格式和内容进行回复。以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任务为例，即使已经写好了包含身份、读者、提取维度和风格等约束的提示词，模型在处理不同文章时仍可能在某些细节上偏离预期，比如把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写成了两句话，或者在企业启示部分写得过于空泛。这时，在提示词中直接放入一个真实的输入输出示例，就能有效解决这些问题。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具体来说，可以这样构造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：在原有指令的末尾，添加一段示例，包括一个示例输入（如某篇文章的片段）和对应的示例输出（如按照指定维度、长度和句式写好的总结）。通过这个示例，模型不仅知道你要什么维度的信息，还看到了每个维度应该写多长、用什么句式、观点和事实如何分离。相比于只有指令的提示词，加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后，输出的稳定性和一致性会再次明显提升。这种方法的优势在于，它用具体的模板替代了抽象的规则，让模型更容易理解并执行复杂任务，尤其适用于需要高度格式化和一致性的场景。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3778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400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16826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构建大模型的系统提示词时，结构化设计是确保模型输出稳定性、准确性和专业性的核心方法。与碎片化的指令不同，结构化的提示词能够为模型建立一个清晰的逻辑框架，其核心思想是将复杂的任务拆解为若干个标准化的模块。通过使用清晰的分隔符和逻辑层次，可以引导模型更精准地理解人类意图。一个成熟的结构化提示词通常包含五个核心模块：角色设定，用于定义模型的身份；背景信息，提供任务的上下文或目标受众；任务目标，明确模型需要执行的具体动作；约束与规则，规定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的边界；输出格式，规定返回结果的具体形式。这五个模块共同构成了一个完整的指令体系。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相较于将提示词编辑成一段连续的长文本，模型更容易识别具有物理边界的段落结构。因此，建议在编写系统提示词时使用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Markdown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标题、分隔符（如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###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）或特定的标签（如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&lt;Task&gt;&lt;/Task&gt;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）来组织内容。结构化构建不仅是为了提升模型的表现，更是为了增强提示词的可维护性。当模型输出不符合预期时，你可以快速定位问题所在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是角色设定不够具体，还是约束条件存在冲突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从而进行针对性的优化。这种设计思路将提示词工程从难以捉摸的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转化为可科学迭代的过程，使得每一次调整都有据可依。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许多初学者在调整提示词时，常见的问题不是不会写，而是改乱了。修改了一句之后，效果变好还是变差往往说不清楚；模型参数变了还是提示词变了，也记不住。久而久之，优化过程就变成了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玄学试错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。因此，提示词工程必须建立版本管理的意识。至少要做到以下几点：每次修改只改变一个关键变量，例如只修改角色描述，或只调整输出格式；为每个提示词版本进行编号，例如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v1.0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v1.1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v2.0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；记录每次修改的目的，例如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增加拒答机制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优化表格输出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减少废话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；固定测试样本，避免每次都换问题导致无法公平比较；记录评估结果，包括准确率、完整性、格式稳定性以及是否出现幻觉。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一个简单的版本记录表可以帮助你系统化地追踪优化过程。例如，初始版本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用于完成基础问答，测试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个用户问题后评价为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输出较泛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v1.1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版本中增加了角色和业务背景，目的是提升专业性，使用同样的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个问题测试后，评价为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更贴近场景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v1.2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版本中进一步增加了输出格式和拒答规则，目的是提升稳定性，测试后评价为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结构更统一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。通过这样的迭代记录，你可以清晰地看到每次修改带来的变化，从而将提示词优化从无序的试错转变为有据可查的科学过程。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8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9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9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3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3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4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3775</Words>
  <Application>WPS 演示</Application>
  <PresentationFormat>宽屏</PresentationFormat>
  <Paragraphs>160</Paragraphs>
  <Slides>17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2026-05-23T13:28:11Z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2422FF3597704EBBB2B668219D2D485E_13</vt:lpwstr>
  </property>
</Properties>
</file>