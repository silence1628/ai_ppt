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ommentAuthors.xml" ContentType="application/vnd.openxmlformats-officedocument.presentationml.commentAuthor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10.xml" ContentType="application/vnd.openxmlformats-officedocument.presentationml.tags+xml"/>
  <Override PartName="/ppt/tags/tag100.xml" ContentType="application/vnd.openxmlformats-officedocument.presentationml.tags+xml"/>
  <Override PartName="/ppt/tags/tag101.xml" ContentType="application/vnd.openxmlformats-officedocument.presentationml.tags+xml"/>
  <Override PartName="/ppt/tags/tag102.xml" ContentType="application/vnd.openxmlformats-officedocument.presentationml.tags+xml"/>
  <Override PartName="/ppt/tags/tag103.xml" ContentType="application/vnd.openxmlformats-officedocument.presentationml.tags+xml"/>
  <Override PartName="/ppt/tags/tag104.xml" ContentType="application/vnd.openxmlformats-officedocument.presentationml.tags+xml"/>
  <Override PartName="/ppt/tags/tag105.xml" ContentType="application/vnd.openxmlformats-officedocument.presentationml.tags+xml"/>
  <Override PartName="/ppt/tags/tag106.xml" ContentType="application/vnd.openxmlformats-officedocument.presentationml.tags+xml"/>
  <Override PartName="/ppt/tags/tag107.xml" ContentType="application/vnd.openxmlformats-officedocument.presentationml.tags+xml"/>
  <Override PartName="/ppt/tags/tag108.xml" ContentType="application/vnd.openxmlformats-officedocument.presentationml.tags+xml"/>
  <Override PartName="/ppt/tags/tag109.xml" ContentType="application/vnd.openxmlformats-officedocument.presentationml.tags+xml"/>
  <Override PartName="/ppt/tags/tag11.xml" ContentType="application/vnd.openxmlformats-officedocument.presentationml.tags+xml"/>
  <Override PartName="/ppt/tags/tag110.xml" ContentType="application/vnd.openxmlformats-officedocument.presentationml.tags+xml"/>
  <Override PartName="/ppt/tags/tag111.xml" ContentType="application/vnd.openxmlformats-officedocument.presentationml.tags+xml"/>
  <Override PartName="/ppt/tags/tag112.xml" ContentType="application/vnd.openxmlformats-officedocument.presentationml.tags+xml"/>
  <Override PartName="/ppt/tags/tag113.xml" ContentType="application/vnd.openxmlformats-officedocument.presentationml.tags+xml"/>
  <Override PartName="/ppt/tags/tag114.xml" ContentType="application/vnd.openxmlformats-officedocument.presentationml.tags+xml"/>
  <Override PartName="/ppt/tags/tag115.xml" ContentType="application/vnd.openxmlformats-officedocument.presentationml.tags+xml"/>
  <Override PartName="/ppt/tags/tag116.xml" ContentType="application/vnd.openxmlformats-officedocument.presentationml.tags+xml"/>
  <Override PartName="/ppt/tags/tag117.xml" ContentType="application/vnd.openxmlformats-officedocument.presentationml.tags+xml"/>
  <Override PartName="/ppt/tags/tag118.xml" ContentType="application/vnd.openxmlformats-officedocument.presentationml.tags+xml"/>
  <Override PartName="/ppt/tags/tag119.xml" ContentType="application/vnd.openxmlformats-officedocument.presentationml.tags+xml"/>
  <Override PartName="/ppt/tags/tag12.xml" ContentType="application/vnd.openxmlformats-officedocument.presentationml.tags+xml"/>
  <Override PartName="/ppt/tags/tag120.xml" ContentType="application/vnd.openxmlformats-officedocument.presentationml.tags+xml"/>
  <Override PartName="/ppt/tags/tag121.xml" ContentType="application/vnd.openxmlformats-officedocument.presentationml.tags+xml"/>
  <Override PartName="/ppt/tags/tag122.xml" ContentType="application/vnd.openxmlformats-officedocument.presentationml.tags+xml"/>
  <Override PartName="/ppt/tags/tag123.xml" ContentType="application/vnd.openxmlformats-officedocument.presentationml.tags+xml"/>
  <Override PartName="/ppt/tags/tag124.xml" ContentType="application/vnd.openxmlformats-officedocument.presentationml.tags+xml"/>
  <Override PartName="/ppt/tags/tag125.xml" ContentType="application/vnd.openxmlformats-officedocument.presentationml.tags+xml"/>
  <Override PartName="/ppt/tags/tag126.xml" ContentType="application/vnd.openxmlformats-officedocument.presentationml.tags+xml"/>
  <Override PartName="/ppt/tags/tag127.xml" ContentType="application/vnd.openxmlformats-officedocument.presentationml.tags+xml"/>
  <Override PartName="/ppt/tags/tag128.xml" ContentType="application/vnd.openxmlformats-officedocument.presentationml.tags+xml"/>
  <Override PartName="/ppt/tags/tag129.xml" ContentType="application/vnd.openxmlformats-officedocument.presentationml.tags+xml"/>
  <Override PartName="/ppt/tags/tag13.xml" ContentType="application/vnd.openxmlformats-officedocument.presentationml.tags+xml"/>
  <Override PartName="/ppt/tags/tag130.xml" ContentType="application/vnd.openxmlformats-officedocument.presentationml.tags+xml"/>
  <Override PartName="/ppt/tags/tag131.xml" ContentType="application/vnd.openxmlformats-officedocument.presentationml.tags+xml"/>
  <Override PartName="/ppt/tags/tag132.xml" ContentType="application/vnd.openxmlformats-officedocument.presentationml.tags+xml"/>
  <Override PartName="/ppt/tags/tag133.xml" ContentType="application/vnd.openxmlformats-officedocument.presentationml.tags+xml"/>
  <Override PartName="/ppt/tags/tag134.xml" ContentType="application/vnd.openxmlformats-officedocument.presentationml.tags+xml"/>
  <Override PartName="/ppt/tags/tag135.xml" ContentType="application/vnd.openxmlformats-officedocument.presentationml.tags+xml"/>
  <Override PartName="/ppt/tags/tag136.xml" ContentType="application/vnd.openxmlformats-officedocument.presentationml.tags+xml"/>
  <Override PartName="/ppt/tags/tag137.xml" ContentType="application/vnd.openxmlformats-officedocument.presentationml.tags+xml"/>
  <Override PartName="/ppt/tags/tag138.xml" ContentType="application/vnd.openxmlformats-officedocument.presentationml.tags+xml"/>
  <Override PartName="/ppt/tags/tag139.xml" ContentType="application/vnd.openxmlformats-officedocument.presentationml.tags+xml"/>
  <Override PartName="/ppt/tags/tag14.xml" ContentType="application/vnd.openxmlformats-officedocument.presentationml.tags+xml"/>
  <Override PartName="/ppt/tags/tag140.xml" ContentType="application/vnd.openxmlformats-officedocument.presentationml.tags+xml"/>
  <Override PartName="/ppt/tags/tag141.xml" ContentType="application/vnd.openxmlformats-officedocument.presentationml.tags+xml"/>
  <Override PartName="/ppt/tags/tag142.xml" ContentType="application/vnd.openxmlformats-officedocument.presentationml.tags+xml"/>
  <Override PartName="/ppt/tags/tag143.xml" ContentType="application/vnd.openxmlformats-officedocument.presentationml.tags+xml"/>
  <Override PartName="/ppt/tags/tag144.xml" ContentType="application/vnd.openxmlformats-officedocument.presentationml.tags+xml"/>
  <Override PartName="/ppt/tags/tag145.xml" ContentType="application/vnd.openxmlformats-officedocument.presentationml.tags+xml"/>
  <Override PartName="/ppt/tags/tag146.xml" ContentType="application/vnd.openxmlformats-officedocument.presentationml.tags+xml"/>
  <Override PartName="/ppt/tags/tag147.xml" ContentType="application/vnd.openxmlformats-officedocument.presentationml.tags+xml"/>
  <Override PartName="/ppt/tags/tag148.xml" ContentType="application/vnd.openxmlformats-officedocument.presentationml.tags+xml"/>
  <Override PartName="/ppt/tags/tag149.xml" ContentType="application/vnd.openxmlformats-officedocument.presentationml.tags+xml"/>
  <Override PartName="/ppt/tags/tag15.xml" ContentType="application/vnd.openxmlformats-officedocument.presentationml.tags+xml"/>
  <Override PartName="/ppt/tags/tag150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tags/tag26.xml" ContentType="application/vnd.openxmlformats-officedocument.presentationml.tags+xml"/>
  <Override PartName="/ppt/tags/tag27.xml" ContentType="application/vnd.openxmlformats-officedocument.presentationml.tags+xml"/>
  <Override PartName="/ppt/tags/tag28.xml" ContentType="application/vnd.openxmlformats-officedocument.presentationml.tags+xml"/>
  <Override PartName="/ppt/tags/tag29.xml" ContentType="application/vnd.openxmlformats-officedocument.presentationml.tags+xml"/>
  <Override PartName="/ppt/tags/tag3.xml" ContentType="application/vnd.openxmlformats-officedocument.presentationml.tags+xml"/>
  <Override PartName="/ppt/tags/tag30.xml" ContentType="application/vnd.openxmlformats-officedocument.presentationml.tags+xml"/>
  <Override PartName="/ppt/tags/tag31.xml" ContentType="application/vnd.openxmlformats-officedocument.presentationml.tags+xml"/>
  <Override PartName="/ppt/tags/tag32.xml" ContentType="application/vnd.openxmlformats-officedocument.presentationml.tags+xml"/>
  <Override PartName="/ppt/tags/tag33.xml" ContentType="application/vnd.openxmlformats-officedocument.presentationml.tags+xml"/>
  <Override PartName="/ppt/tags/tag34.xml" ContentType="application/vnd.openxmlformats-officedocument.presentationml.tags+xml"/>
  <Override PartName="/ppt/tags/tag35.xml" ContentType="application/vnd.openxmlformats-officedocument.presentationml.tags+xml"/>
  <Override PartName="/ppt/tags/tag36.xml" ContentType="application/vnd.openxmlformats-officedocument.presentationml.tags+xml"/>
  <Override PartName="/ppt/tags/tag37.xml" ContentType="application/vnd.openxmlformats-officedocument.presentationml.tags+xml"/>
  <Override PartName="/ppt/tags/tag38.xml" ContentType="application/vnd.openxmlformats-officedocument.presentationml.tags+xml"/>
  <Override PartName="/ppt/tags/tag39.xml" ContentType="application/vnd.openxmlformats-officedocument.presentationml.tags+xml"/>
  <Override PartName="/ppt/tags/tag4.xml" ContentType="application/vnd.openxmlformats-officedocument.presentationml.tags+xml"/>
  <Override PartName="/ppt/tags/tag40.xml" ContentType="application/vnd.openxmlformats-officedocument.presentationml.tags+xml"/>
  <Override PartName="/ppt/tags/tag41.xml" ContentType="application/vnd.openxmlformats-officedocument.presentationml.tags+xml"/>
  <Override PartName="/ppt/tags/tag42.xml" ContentType="application/vnd.openxmlformats-officedocument.presentationml.tags+xml"/>
  <Override PartName="/ppt/tags/tag43.xml" ContentType="application/vnd.openxmlformats-officedocument.presentationml.tags+xml"/>
  <Override PartName="/ppt/tags/tag44.xml" ContentType="application/vnd.openxmlformats-officedocument.presentationml.tags+xml"/>
  <Override PartName="/ppt/tags/tag45.xml" ContentType="application/vnd.openxmlformats-officedocument.presentationml.tags+xml"/>
  <Override PartName="/ppt/tags/tag46.xml" ContentType="application/vnd.openxmlformats-officedocument.presentationml.tags+xml"/>
  <Override PartName="/ppt/tags/tag47.xml" ContentType="application/vnd.openxmlformats-officedocument.presentationml.tags+xml"/>
  <Override PartName="/ppt/tags/tag48.xml" ContentType="application/vnd.openxmlformats-officedocument.presentationml.tags+xml"/>
  <Override PartName="/ppt/tags/tag49.xml" ContentType="application/vnd.openxmlformats-officedocument.presentationml.tags+xml"/>
  <Override PartName="/ppt/tags/tag5.xml" ContentType="application/vnd.openxmlformats-officedocument.presentationml.tags+xml"/>
  <Override PartName="/ppt/tags/tag50.xml" ContentType="application/vnd.openxmlformats-officedocument.presentationml.tags+xml"/>
  <Override PartName="/ppt/tags/tag51.xml" ContentType="application/vnd.openxmlformats-officedocument.presentationml.tags+xml"/>
  <Override PartName="/ppt/tags/tag52.xml" ContentType="application/vnd.openxmlformats-officedocument.presentationml.tags+xml"/>
  <Override PartName="/ppt/tags/tag53.xml" ContentType="application/vnd.openxmlformats-officedocument.presentationml.tags+xml"/>
  <Override PartName="/ppt/tags/tag54.xml" ContentType="application/vnd.openxmlformats-officedocument.presentationml.tags+xml"/>
  <Override PartName="/ppt/tags/tag55.xml" ContentType="application/vnd.openxmlformats-officedocument.presentationml.tags+xml"/>
  <Override PartName="/ppt/tags/tag56.xml" ContentType="application/vnd.openxmlformats-officedocument.presentationml.tags+xml"/>
  <Override PartName="/ppt/tags/tag57.xml" ContentType="application/vnd.openxmlformats-officedocument.presentationml.tags+xml"/>
  <Override PartName="/ppt/tags/tag58.xml" ContentType="application/vnd.openxmlformats-officedocument.presentationml.tags+xml"/>
  <Override PartName="/ppt/tags/tag59.xml" ContentType="application/vnd.openxmlformats-officedocument.presentationml.tags+xml"/>
  <Override PartName="/ppt/tags/tag6.xml" ContentType="application/vnd.openxmlformats-officedocument.presentationml.tags+xml"/>
  <Override PartName="/ppt/tags/tag60.xml" ContentType="application/vnd.openxmlformats-officedocument.presentationml.tags+xml"/>
  <Override PartName="/ppt/tags/tag61.xml" ContentType="application/vnd.openxmlformats-officedocument.presentationml.tags+xml"/>
  <Override PartName="/ppt/tags/tag62.xml" ContentType="application/vnd.openxmlformats-officedocument.presentationml.tags+xml"/>
  <Override PartName="/ppt/tags/tag63.xml" ContentType="application/vnd.openxmlformats-officedocument.presentationml.tags+xml"/>
  <Override PartName="/ppt/tags/tag64.xml" ContentType="application/vnd.openxmlformats-officedocument.presentationml.tags+xml"/>
  <Override PartName="/ppt/tags/tag65.xml" ContentType="application/vnd.openxmlformats-officedocument.presentationml.tags+xml"/>
  <Override PartName="/ppt/tags/tag66.xml" ContentType="application/vnd.openxmlformats-officedocument.presentationml.tags+xml"/>
  <Override PartName="/ppt/tags/tag67.xml" ContentType="application/vnd.openxmlformats-officedocument.presentationml.tags+xml"/>
  <Override PartName="/ppt/tags/tag68.xml" ContentType="application/vnd.openxmlformats-officedocument.presentationml.tags+xml"/>
  <Override PartName="/ppt/tags/tag69.xml" ContentType="application/vnd.openxmlformats-officedocument.presentationml.tags+xml"/>
  <Override PartName="/ppt/tags/tag7.xml" ContentType="application/vnd.openxmlformats-officedocument.presentationml.tags+xml"/>
  <Override PartName="/ppt/tags/tag70.xml" ContentType="application/vnd.openxmlformats-officedocument.presentationml.tags+xml"/>
  <Override PartName="/ppt/tags/tag71.xml" ContentType="application/vnd.openxmlformats-officedocument.presentationml.tags+xml"/>
  <Override PartName="/ppt/tags/tag72.xml" ContentType="application/vnd.openxmlformats-officedocument.presentationml.tags+xml"/>
  <Override PartName="/ppt/tags/tag73.xml" ContentType="application/vnd.openxmlformats-officedocument.presentationml.tags+xml"/>
  <Override PartName="/ppt/tags/tag74.xml" ContentType="application/vnd.openxmlformats-officedocument.presentationml.tags+xml"/>
  <Override PartName="/ppt/tags/tag75.xml" ContentType="application/vnd.openxmlformats-officedocument.presentationml.tags+xml"/>
  <Override PartName="/ppt/tags/tag76.xml" ContentType="application/vnd.openxmlformats-officedocument.presentationml.tags+xml"/>
  <Override PartName="/ppt/tags/tag77.xml" ContentType="application/vnd.openxmlformats-officedocument.presentationml.tags+xml"/>
  <Override PartName="/ppt/tags/tag78.xml" ContentType="application/vnd.openxmlformats-officedocument.presentationml.tags+xml"/>
  <Override PartName="/ppt/tags/tag79.xml" ContentType="application/vnd.openxmlformats-officedocument.presentationml.tags+xml"/>
  <Override PartName="/ppt/tags/tag8.xml" ContentType="application/vnd.openxmlformats-officedocument.presentationml.tags+xml"/>
  <Override PartName="/ppt/tags/tag80.xml" ContentType="application/vnd.openxmlformats-officedocument.presentationml.tags+xml"/>
  <Override PartName="/ppt/tags/tag81.xml" ContentType="application/vnd.openxmlformats-officedocument.presentationml.tags+xml"/>
  <Override PartName="/ppt/tags/tag82.xml" ContentType="application/vnd.openxmlformats-officedocument.presentationml.tags+xml"/>
  <Override PartName="/ppt/tags/tag83.xml" ContentType="application/vnd.openxmlformats-officedocument.presentationml.tags+xml"/>
  <Override PartName="/ppt/tags/tag84.xml" ContentType="application/vnd.openxmlformats-officedocument.presentationml.tags+xml"/>
  <Override PartName="/ppt/tags/tag85.xml" ContentType="application/vnd.openxmlformats-officedocument.presentationml.tags+xml"/>
  <Override PartName="/ppt/tags/tag86.xml" ContentType="application/vnd.openxmlformats-officedocument.presentationml.tags+xml"/>
  <Override PartName="/ppt/tags/tag87.xml" ContentType="application/vnd.openxmlformats-officedocument.presentationml.tags+xml"/>
  <Override PartName="/ppt/tags/tag88.xml" ContentType="application/vnd.openxmlformats-officedocument.presentationml.tags+xml"/>
  <Override PartName="/ppt/tags/tag89.xml" ContentType="application/vnd.openxmlformats-officedocument.presentationml.tags+xml"/>
  <Override PartName="/ppt/tags/tag9.xml" ContentType="application/vnd.openxmlformats-officedocument.presentationml.tags+xml"/>
  <Override PartName="/ppt/tags/tag90.xml" ContentType="application/vnd.openxmlformats-officedocument.presentationml.tags+xml"/>
  <Override PartName="/ppt/tags/tag91.xml" ContentType="application/vnd.openxmlformats-officedocument.presentationml.tags+xml"/>
  <Override PartName="/ppt/tags/tag92.xml" ContentType="application/vnd.openxmlformats-officedocument.presentationml.tags+xml"/>
  <Override PartName="/ppt/tags/tag93.xml" ContentType="application/vnd.openxmlformats-officedocument.presentationml.tags+xml"/>
  <Override PartName="/ppt/tags/tag94.xml" ContentType="application/vnd.openxmlformats-officedocument.presentationml.tags+xml"/>
  <Override PartName="/ppt/tags/tag95.xml" ContentType="application/vnd.openxmlformats-officedocument.presentationml.tags+xml"/>
  <Override PartName="/ppt/tags/tag96.xml" ContentType="application/vnd.openxmlformats-officedocument.presentationml.tags+xml"/>
  <Override PartName="/ppt/tags/tag97.xml" ContentType="application/vnd.openxmlformats-officedocument.presentationml.tags+xml"/>
  <Override PartName="/ppt/tags/tag98.xml" ContentType="application/vnd.openxmlformats-officedocument.presentationml.tags+xml"/>
  <Override PartName="/ppt/tags/tag99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  <p:sldMasterId id="2147483657" r:id="rId3"/>
  </p:sldMasterIdLst>
  <p:notesMasterIdLst>
    <p:notesMasterId r:id="rId21"/>
  </p:notesMasterIdLst>
  <p:handoutMasterIdLst>
    <p:handoutMasterId r:id="rId22"/>
  </p:handoutMasterIdLst>
  <p:sldIdLst>
    <p:sldId id="2859" r:id="rId4"/>
    <p:sldId id="2875" r:id="rId5"/>
    <p:sldId id="2874" r:id="rId6"/>
    <p:sldId id="2873" r:id="rId7"/>
    <p:sldId id="2872" r:id="rId8"/>
    <p:sldId id="2871" r:id="rId9"/>
    <p:sldId id="2870" r:id="rId10"/>
    <p:sldId id="2869" r:id="rId11"/>
    <p:sldId id="2868" r:id="rId12"/>
    <p:sldId id="2867" r:id="rId13"/>
    <p:sldId id="2866" r:id="rId14"/>
    <p:sldId id="2865" r:id="rId15"/>
    <p:sldId id="2864" r:id="rId16"/>
    <p:sldId id="2863" r:id="rId17"/>
    <p:sldId id="2862" r:id="rId18"/>
    <p:sldId id="2861" r:id="rId19"/>
    <p:sldId id="2860" r:id="rId20"/>
  </p:sldIdLst>
  <p:sldSz cx="12192000" cy="6858000"/>
  <p:notesSz cx="6858000" cy="9144000"/>
  <p:custDataLst>
    <p:tags r:id="rId27"/>
  </p:custDataLst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816" userDrawn="1">
          <p15:clr>
            <a:srgbClr val="A4A3A4"/>
          </p15:clr>
        </p15:guide>
        <p15:guide id="2" pos="3670" userDrawn="1">
          <p15:clr>
            <a:srgbClr val="A4A3A4"/>
          </p15:clr>
        </p15:guide>
      </p15:sld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0" name="Administrator" initials="A" lastIdx="5" clrIdx="0"/>
  <p:cmAuthor id="1" name="幸全" initials="幸全" lastIdx="1" clrIdx="0"/>
  <p:cmAuthor id="2" name="作者" initials="A" lastIdx="0" clrIdx="1"/>
  <p:cmAuthor id="3" name="zijun" initials="z" lastIdx="1" clrIdx="2"/>
  <p:cmAuthor id="5" name="ASUS" initials="A" lastIdx="2" clrIdx="4"/>
  <p:cmAuthor id="6" name="linhuan" initials="l" lastIdx="18" clrIdx="5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64D2"/>
    <a:srgbClr val="3A6CA3"/>
    <a:srgbClr val="2169D3"/>
    <a:srgbClr val="595959"/>
    <a:srgbClr val="F29421"/>
    <a:srgbClr val="FFFFFF"/>
    <a:srgbClr val="E29A9A"/>
    <a:srgbClr val="D9D9D9"/>
    <a:srgbClr val="DCDCDC"/>
    <a:srgbClr val="F0F0F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3778" autoAdjust="0"/>
    <p:restoredTop sz="95244" autoAdjust="0"/>
  </p:normalViewPr>
  <p:slideViewPr>
    <p:cSldViewPr snapToGrid="0" showGuides="1">
      <p:cViewPr varScale="1">
        <p:scale>
          <a:sx n="66" d="100"/>
          <a:sy n="66" d="100"/>
        </p:scale>
        <p:origin x="712" y="48"/>
      </p:cViewPr>
      <p:guideLst>
        <p:guide orient="horz" pos="1816"/>
        <p:guide pos="3670"/>
      </p:guideLst>
    </p:cSldViewPr>
  </p:slideViewPr>
  <p:notesTextViewPr>
    <p:cViewPr>
      <p:scale>
        <a:sx n="3" d="2"/>
        <a:sy n="3" d="2"/>
      </p:scale>
      <p:origin x="0" y="0"/>
    </p:cViewPr>
  </p:notesTextViewPr>
  <p:notesViewPr>
    <p:cSldViewPr snapToGrid="0">
      <p:cViewPr varScale="1">
        <p:scale>
          <a:sx n="92" d="100"/>
          <a:sy n="92" d="100"/>
        </p:scale>
        <p:origin x="2550" y="102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6.xml"/><Relationship Id="rId8" Type="http://schemas.openxmlformats.org/officeDocument/2006/relationships/slide" Target="slides/slide5.xml"/><Relationship Id="rId7" Type="http://schemas.openxmlformats.org/officeDocument/2006/relationships/slide" Target="slides/slide4.xml"/><Relationship Id="rId6" Type="http://schemas.openxmlformats.org/officeDocument/2006/relationships/slide" Target="slides/slide3.xml"/><Relationship Id="rId5" Type="http://schemas.openxmlformats.org/officeDocument/2006/relationships/slide" Target="slides/slide2.xml"/><Relationship Id="rId4" Type="http://schemas.openxmlformats.org/officeDocument/2006/relationships/slide" Target="slides/slide1.xml"/><Relationship Id="rId3" Type="http://schemas.openxmlformats.org/officeDocument/2006/relationships/slideMaster" Target="slideMasters/slideMaster2.xml"/><Relationship Id="rId27" Type="http://schemas.openxmlformats.org/officeDocument/2006/relationships/tags" Target="tags/tag150.xml"/><Relationship Id="rId26" Type="http://schemas.openxmlformats.org/officeDocument/2006/relationships/commentAuthors" Target="commentAuthors.xml"/><Relationship Id="rId25" Type="http://schemas.openxmlformats.org/officeDocument/2006/relationships/tableStyles" Target="tableStyles.xml"/><Relationship Id="rId24" Type="http://schemas.openxmlformats.org/officeDocument/2006/relationships/viewProps" Target="viewProps.xml"/><Relationship Id="rId23" Type="http://schemas.openxmlformats.org/officeDocument/2006/relationships/presProps" Target="presProps.xml"/><Relationship Id="rId22" Type="http://schemas.openxmlformats.org/officeDocument/2006/relationships/handoutMaster" Target="handoutMasters/handoutMaster1.xml"/><Relationship Id="rId21" Type="http://schemas.openxmlformats.org/officeDocument/2006/relationships/notesMaster" Target="notesMasters/notesMaster1.xml"/><Relationship Id="rId20" Type="http://schemas.openxmlformats.org/officeDocument/2006/relationships/slide" Target="slides/slide17.xml"/><Relationship Id="rId2" Type="http://schemas.openxmlformats.org/officeDocument/2006/relationships/theme" Target="theme/theme1.xml"/><Relationship Id="rId19" Type="http://schemas.openxmlformats.org/officeDocument/2006/relationships/slide" Target="slides/slide16.xml"/><Relationship Id="rId18" Type="http://schemas.openxmlformats.org/officeDocument/2006/relationships/slide" Target="slides/slide15.xml"/><Relationship Id="rId17" Type="http://schemas.openxmlformats.org/officeDocument/2006/relationships/slide" Target="slides/slide14.xml"/><Relationship Id="rId16" Type="http://schemas.openxmlformats.org/officeDocument/2006/relationships/slide" Target="slides/slide13.xml"/><Relationship Id="rId15" Type="http://schemas.openxmlformats.org/officeDocument/2006/relationships/slide" Target="slides/slide12.xml"/><Relationship Id="rId14" Type="http://schemas.openxmlformats.org/officeDocument/2006/relationships/slide" Target="slides/slide11.xml"/><Relationship Id="rId13" Type="http://schemas.openxmlformats.org/officeDocument/2006/relationships/slide" Target="slides/slide10.xml"/><Relationship Id="rId12" Type="http://schemas.openxmlformats.org/officeDocument/2006/relationships/slide" Target="slides/slide9.xml"/><Relationship Id="rId11" Type="http://schemas.openxmlformats.org/officeDocument/2006/relationships/slide" Target="slides/slide8.xml"/><Relationship Id="rId10" Type="http://schemas.openxmlformats.org/officeDocument/2006/relationships/slide" Target="slides/slide7.xml"/><Relationship Id="rId1" Type="http://schemas.openxmlformats.org/officeDocument/2006/relationships/slideMaster" Target="slideMasters/slideMaster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B84EA-7D68-4D60-9CB1-D50884785D1C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D4E0FC9-F1F8-4FAE-9988-3BA365CFD46F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2A48B96-639E-45A3-A0BA-2464DFDB1FAA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6837353-30EB-4A48-80EB-173D804AEFBD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6" Type="http://schemas.openxmlformats.org/officeDocument/2006/relationships/tags" Target="../tags/tag5.xml"/><Relationship Id="rId5" Type="http://schemas.openxmlformats.org/officeDocument/2006/relationships/tags" Target="../tags/tag4.xml"/><Relationship Id="rId4" Type="http://schemas.openxmlformats.org/officeDocument/2006/relationships/tags" Target="../tags/tag3.xml"/><Relationship Id="rId3" Type="http://schemas.openxmlformats.org/officeDocument/2006/relationships/tags" Target="../tags/tag2.xml"/><Relationship Id="rId2" Type="http://schemas.openxmlformats.org/officeDocument/2006/relationships/tags" Target="../tags/tag1.xml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6" Type="http://schemas.openxmlformats.org/officeDocument/2006/relationships/tags" Target="../tags/tag10.xml"/><Relationship Id="rId5" Type="http://schemas.openxmlformats.org/officeDocument/2006/relationships/tags" Target="../tags/tag9.xml"/><Relationship Id="rId4" Type="http://schemas.openxmlformats.org/officeDocument/2006/relationships/tags" Target="../tags/tag8.xml"/><Relationship Id="rId3" Type="http://schemas.openxmlformats.org/officeDocument/2006/relationships/tags" Target="../tags/tag7.xml"/><Relationship Id="rId2" Type="http://schemas.openxmlformats.org/officeDocument/2006/relationships/tags" Target="../tags/tag6.xml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4" Type="http://schemas.openxmlformats.org/officeDocument/2006/relationships/tags" Target="../tags/tag13.xml"/><Relationship Id="rId3" Type="http://schemas.openxmlformats.org/officeDocument/2006/relationships/tags" Target="../tags/tag12.xml"/><Relationship Id="rId2" Type="http://schemas.openxmlformats.org/officeDocument/2006/relationships/tags" Target="../tags/tag11.xml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6" Type="http://schemas.openxmlformats.org/officeDocument/2006/relationships/tags" Target="../tags/tag18.xml"/><Relationship Id="rId5" Type="http://schemas.openxmlformats.org/officeDocument/2006/relationships/tags" Target="../tags/tag17.xml"/><Relationship Id="rId4" Type="http://schemas.openxmlformats.org/officeDocument/2006/relationships/tags" Target="../tags/tag16.xml"/><Relationship Id="rId3" Type="http://schemas.openxmlformats.org/officeDocument/2006/relationships/tags" Target="../tags/tag15.xml"/><Relationship Id="rId2" Type="http://schemas.openxmlformats.org/officeDocument/2006/relationships/tags" Target="../tags/tag14.xml"/><Relationship Id="rId1" Type="http://schemas.openxmlformats.org/officeDocument/2006/relationships/slideMaster" Target="../slideMasters/slideMaster2.xml"/></Relationships>
</file>

<file path=ppt/slideLayouts/_rels/slideLayout10.xml.rels><?xml version="1.0" encoding="UTF-8" standalone="yes"?>
<Relationships xmlns="http://schemas.openxmlformats.org/package/2006/relationships"><Relationship Id="rId6" Type="http://schemas.openxmlformats.org/officeDocument/2006/relationships/tags" Target="../tags/tag23.xml"/><Relationship Id="rId5" Type="http://schemas.openxmlformats.org/officeDocument/2006/relationships/tags" Target="../tags/tag22.xml"/><Relationship Id="rId4" Type="http://schemas.openxmlformats.org/officeDocument/2006/relationships/tags" Target="../tags/tag21.xml"/><Relationship Id="rId3" Type="http://schemas.openxmlformats.org/officeDocument/2006/relationships/tags" Target="../tags/tag20.xml"/><Relationship Id="rId2" Type="http://schemas.openxmlformats.org/officeDocument/2006/relationships/tags" Target="../tags/tag19.xml"/><Relationship Id="rId1" Type="http://schemas.openxmlformats.org/officeDocument/2006/relationships/slideMaster" Target="../slideMasters/slideMaster2.xml"/></Relationships>
</file>

<file path=ppt/slideLayouts/_rels/slideLayout11.xml.rels><?xml version="1.0" encoding="UTF-8" standalone="yes"?>
<Relationships xmlns="http://schemas.openxmlformats.org/package/2006/relationships"><Relationship Id="rId6" Type="http://schemas.openxmlformats.org/officeDocument/2006/relationships/tags" Target="../tags/tag28.xml"/><Relationship Id="rId5" Type="http://schemas.openxmlformats.org/officeDocument/2006/relationships/tags" Target="../tags/tag27.xml"/><Relationship Id="rId4" Type="http://schemas.openxmlformats.org/officeDocument/2006/relationships/tags" Target="../tags/tag26.xml"/><Relationship Id="rId3" Type="http://schemas.openxmlformats.org/officeDocument/2006/relationships/tags" Target="../tags/tag25.xml"/><Relationship Id="rId2" Type="http://schemas.openxmlformats.org/officeDocument/2006/relationships/tags" Target="../tags/tag24.xml"/><Relationship Id="rId1" Type="http://schemas.openxmlformats.org/officeDocument/2006/relationships/slideMaster" Target="../slideMasters/slideMaster2.xml"/></Relationships>
</file>

<file path=ppt/slideLayouts/_rels/slideLayout12.xml.rels><?xml version="1.0" encoding="UTF-8" standalone="yes"?>
<Relationships xmlns="http://schemas.openxmlformats.org/package/2006/relationships"><Relationship Id="rId7" Type="http://schemas.openxmlformats.org/officeDocument/2006/relationships/tags" Target="../tags/tag34.xml"/><Relationship Id="rId6" Type="http://schemas.openxmlformats.org/officeDocument/2006/relationships/tags" Target="../tags/tag33.xml"/><Relationship Id="rId5" Type="http://schemas.openxmlformats.org/officeDocument/2006/relationships/tags" Target="../tags/tag32.xml"/><Relationship Id="rId4" Type="http://schemas.openxmlformats.org/officeDocument/2006/relationships/tags" Target="../tags/tag31.xml"/><Relationship Id="rId3" Type="http://schemas.openxmlformats.org/officeDocument/2006/relationships/tags" Target="../tags/tag30.xml"/><Relationship Id="rId2" Type="http://schemas.openxmlformats.org/officeDocument/2006/relationships/tags" Target="../tags/tag29.xml"/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9" Type="http://schemas.openxmlformats.org/officeDocument/2006/relationships/tags" Target="../tags/tag42.xml"/><Relationship Id="rId8" Type="http://schemas.openxmlformats.org/officeDocument/2006/relationships/tags" Target="../tags/tag41.xml"/><Relationship Id="rId7" Type="http://schemas.openxmlformats.org/officeDocument/2006/relationships/tags" Target="../tags/tag40.xml"/><Relationship Id="rId6" Type="http://schemas.openxmlformats.org/officeDocument/2006/relationships/tags" Target="../tags/tag39.xml"/><Relationship Id="rId5" Type="http://schemas.openxmlformats.org/officeDocument/2006/relationships/tags" Target="../tags/tag38.xml"/><Relationship Id="rId4" Type="http://schemas.openxmlformats.org/officeDocument/2006/relationships/tags" Target="../tags/tag37.xml"/><Relationship Id="rId3" Type="http://schemas.openxmlformats.org/officeDocument/2006/relationships/tags" Target="../tags/tag36.xml"/><Relationship Id="rId2" Type="http://schemas.openxmlformats.org/officeDocument/2006/relationships/tags" Target="../tags/tag35.xml"/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5" Type="http://schemas.openxmlformats.org/officeDocument/2006/relationships/tags" Target="../tags/tag46.xml"/><Relationship Id="rId4" Type="http://schemas.openxmlformats.org/officeDocument/2006/relationships/tags" Target="../tags/tag45.xml"/><Relationship Id="rId3" Type="http://schemas.openxmlformats.org/officeDocument/2006/relationships/tags" Target="../tags/tag44.xml"/><Relationship Id="rId2" Type="http://schemas.openxmlformats.org/officeDocument/2006/relationships/tags" Target="../tags/tag43.xml"/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4" Type="http://schemas.openxmlformats.org/officeDocument/2006/relationships/tags" Target="../tags/tag49.xml"/><Relationship Id="rId3" Type="http://schemas.openxmlformats.org/officeDocument/2006/relationships/tags" Target="../tags/tag48.xml"/><Relationship Id="rId2" Type="http://schemas.openxmlformats.org/officeDocument/2006/relationships/tags" Target="../tags/tag47.xml"/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7" Type="http://schemas.openxmlformats.org/officeDocument/2006/relationships/tags" Target="../tags/tag55.xml"/><Relationship Id="rId6" Type="http://schemas.openxmlformats.org/officeDocument/2006/relationships/tags" Target="../tags/tag54.xml"/><Relationship Id="rId5" Type="http://schemas.openxmlformats.org/officeDocument/2006/relationships/tags" Target="../tags/tag53.xml"/><Relationship Id="rId4" Type="http://schemas.openxmlformats.org/officeDocument/2006/relationships/tags" Target="../tags/tag52.xml"/><Relationship Id="rId3" Type="http://schemas.openxmlformats.org/officeDocument/2006/relationships/tags" Target="../tags/tag51.xml"/><Relationship Id="rId2" Type="http://schemas.openxmlformats.org/officeDocument/2006/relationships/tags" Target="../tags/tag50.xml"/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6" Type="http://schemas.openxmlformats.org/officeDocument/2006/relationships/tags" Target="../tags/tag60.xml"/><Relationship Id="rId5" Type="http://schemas.openxmlformats.org/officeDocument/2006/relationships/tags" Target="../tags/tag59.xml"/><Relationship Id="rId4" Type="http://schemas.openxmlformats.org/officeDocument/2006/relationships/tags" Target="../tags/tag58.xml"/><Relationship Id="rId3" Type="http://schemas.openxmlformats.org/officeDocument/2006/relationships/tags" Target="../tags/tag57.xml"/><Relationship Id="rId2" Type="http://schemas.openxmlformats.org/officeDocument/2006/relationships/tags" Target="../tags/tag56.xml"/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5" Type="http://schemas.openxmlformats.org/officeDocument/2006/relationships/tags" Target="../tags/tag64.xml"/><Relationship Id="rId4" Type="http://schemas.openxmlformats.org/officeDocument/2006/relationships/tags" Target="../tags/tag63.xml"/><Relationship Id="rId3" Type="http://schemas.openxmlformats.org/officeDocument/2006/relationships/tags" Target="../tags/tag62.xml"/><Relationship Id="rId2" Type="http://schemas.openxmlformats.org/officeDocument/2006/relationships/tags" Target="../tags/tag61.xml"/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6" Type="http://schemas.openxmlformats.org/officeDocument/2006/relationships/tags" Target="../tags/tag69.xml"/><Relationship Id="rId5" Type="http://schemas.openxmlformats.org/officeDocument/2006/relationships/tags" Target="../tags/tag68.xml"/><Relationship Id="rId4" Type="http://schemas.openxmlformats.org/officeDocument/2006/relationships/tags" Target="../tags/tag67.xml"/><Relationship Id="rId3" Type="http://schemas.openxmlformats.org/officeDocument/2006/relationships/tags" Target="../tags/tag66.xml"/><Relationship Id="rId2" Type="http://schemas.openxmlformats.org/officeDocument/2006/relationships/tags" Target="../tags/tag65.xml"/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末尾幻灯片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期占位符 2"/>
          <p:cNvSpPr>
            <a:spLocks noGrp="1"/>
          </p:cNvSpPr>
          <p:nvPr>
            <p:ph type="dt" sz="half" idx="10"/>
            <p:custDataLst>
              <p:tags r:id="rId2"/>
            </p:custDataLst>
          </p:nvPr>
        </p:nvSpPr>
        <p:spPr>
          <a:xfrm>
            <a:off x="612000" y="6314400"/>
            <a:ext cx="2700000" cy="316800"/>
          </a:xfrm>
        </p:spPr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>
          <a:xfrm>
            <a:off x="4116000" y="6314400"/>
            <a:ext cx="3960000" cy="316800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>
          <a:xfrm>
            <a:off x="8877600" y="6314400"/>
            <a:ext cx="2700000" cy="316800"/>
          </a:xfrm>
        </p:spPr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  <p:sp>
        <p:nvSpPr>
          <p:cNvPr id="2" name="标题 1"/>
          <p:cNvSpPr>
            <a:spLocks noGrp="1"/>
          </p:cNvSpPr>
          <p:nvPr>
            <p:ph type="title" hasCustomPrompt="1"/>
            <p:custDataLst>
              <p:tags r:id="rId5"/>
            </p:custDataLst>
          </p:nvPr>
        </p:nvSpPr>
        <p:spPr>
          <a:xfrm>
            <a:off x="1198800" y="2484000"/>
            <a:ext cx="9799200" cy="1018800"/>
          </a:xfrm>
        </p:spPr>
        <p:txBody>
          <a:bodyPr vert="horz" lIns="90000" tIns="46800" rIns="90000" bIns="46800" rtlCol="0" anchor="t" anchorCtr="0">
            <a:normAutofit/>
          </a:bodyPr>
          <a:lstStyle>
            <a:lvl1pPr marL="0" marR="0" algn="ctr" defTabSz="914400" rtl="0" eaLnBrk="1" fontAlgn="auto" latinLnBrk="0" hangingPunct="1">
              <a:lnSpc>
                <a:spcPct val="100000"/>
              </a:lnSpc>
              <a:buNone/>
              <a:defRPr kumimoji="0" lang="zh-CN" altLang="en-US" sz="6000" b="1" i="0" u="none" strike="noStrike" kern="1200" cap="none" spc="300" normalizeH="0" baseline="0" noProof="1" dirty="0">
                <a:solidFill>
                  <a:schemeClr val="tx1">
                    <a:lumMod val="85000"/>
                    <a:lumOff val="15000"/>
                  </a:schemeClr>
                </a:solidFill>
                <a:effectLst/>
                <a:uFillTx/>
                <a:latin typeface="Arial" panose="020B0604020202020204" pitchFamily="34" charset="0"/>
                <a:ea typeface="微软雅黑" panose="020B0503020204020204" pitchFamily="34" charset="-122"/>
                <a:cs typeface="+mj-cs"/>
                <a:sym typeface="+mn-ea"/>
              </a:defRPr>
            </a:lvl1pPr>
          </a:lstStyle>
          <a:p>
            <a:pPr lvl="0"/>
            <a:r>
              <a:rPr>
                <a:sym typeface="+mn-ea"/>
              </a:rPr>
              <a:t>单击此处编辑标题</a:t>
            </a:r>
            <a:endParaRPr>
              <a:sym typeface="+mn-ea"/>
            </a:endParaRPr>
          </a:p>
        </p:txBody>
      </p:sp>
      <p:sp>
        <p:nvSpPr>
          <p:cNvPr id="7" name="文本占位符 6"/>
          <p:cNvSpPr>
            <a:spLocks noGrp="1"/>
          </p:cNvSpPr>
          <p:nvPr>
            <p:ph type="body" sz="quarter" idx="13"/>
            <p:custDataLst>
              <p:tags r:id="rId6"/>
            </p:custDataLst>
          </p:nvPr>
        </p:nvSpPr>
        <p:spPr>
          <a:xfrm>
            <a:off x="1198800" y="3560400"/>
            <a:ext cx="9799200" cy="471600"/>
          </a:xfrm>
        </p:spPr>
        <p:txBody>
          <a:bodyPr lIns="90000" tIns="46800" rIns="90000" bIns="46800">
            <a:normAutofit/>
          </a:bodyPr>
          <a:lstStyle>
            <a:lvl1pPr marL="0" indent="0" algn="ctr">
              <a:lnSpc>
                <a:spcPct val="110000"/>
              </a:lnSpc>
              <a:buNone/>
              <a:defRPr sz="2400" spc="200" baseline="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自定义版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</p:spPr>
        <p:txBody>
          <a:bodyPr/>
          <a:lstStyle/>
          <a:p>
            <a:fld id="{263DB197-84B0-484E-9C0F-88358ECCB797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E077DA78-E013-4A8C-AD75-63A150561B10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自定义版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</p:spPr>
        <p:txBody>
          <a:bodyPr/>
          <a:lstStyle/>
          <a:p>
            <a:fld id="{263DB197-84B0-484E-9C0F-88358ECCB797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E077DA78-E013-4A8C-AD75-63A150561B10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自定义版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</p:spPr>
        <p:txBody>
          <a:bodyPr/>
          <a:lstStyle/>
          <a:p>
            <a:fld id="{263DB197-84B0-484E-9C0F-88358ECCB797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E077DA78-E013-4A8C-AD75-63A150561B10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 hasCustomPrompt="1"/>
            <p:custDataLst>
              <p:tags r:id="rId2"/>
            </p:custDataLst>
          </p:nvPr>
        </p:nvSpPr>
        <p:spPr>
          <a:xfrm>
            <a:off x="1198800" y="914400"/>
            <a:ext cx="9799200" cy="2570400"/>
          </a:xfrm>
        </p:spPr>
        <p:txBody>
          <a:bodyPr lIns="90000" tIns="46800" rIns="90000" bIns="46800" anchor="b" anchorCtr="0">
            <a:normAutofit/>
          </a:bodyPr>
          <a:lstStyle>
            <a:lvl1pPr algn="ctr">
              <a:defRPr sz="6000" b="1" i="0" spc="300" baseline="0">
                <a:solidFill>
                  <a:schemeClr val="tx1">
                    <a:lumMod val="85000"/>
                    <a:lumOff val="15000"/>
                  </a:schemeClr>
                </a:solidFill>
                <a:effectLst/>
              </a:defRPr>
            </a:lvl1pPr>
          </a:lstStyle>
          <a:p>
            <a:r>
              <a:rPr lang="zh-CN" altLang="en-US" dirty="0"/>
              <a:t>单击此处编辑标题</a:t>
            </a:r>
            <a:endParaRPr lang="zh-CN" altLang="en-US" dirty="0"/>
          </a:p>
        </p:txBody>
      </p:sp>
      <p:sp>
        <p:nvSpPr>
          <p:cNvPr id="3" name="副标题 2"/>
          <p:cNvSpPr>
            <a:spLocks noGrp="1"/>
          </p:cNvSpPr>
          <p:nvPr>
            <p:ph type="subTitle" idx="1" hasCustomPrompt="1"/>
            <p:custDataLst>
              <p:tags r:id="rId3"/>
            </p:custDataLst>
          </p:nvPr>
        </p:nvSpPr>
        <p:spPr>
          <a:xfrm>
            <a:off x="1198800" y="3560400"/>
            <a:ext cx="9799200" cy="1472400"/>
          </a:xfrm>
        </p:spPr>
        <p:txBody>
          <a:bodyPr lIns="90000" tIns="46800" rIns="90000" bIns="46800">
            <a:normAutofit/>
          </a:bodyPr>
          <a:lstStyle>
            <a:lvl1pPr marL="0" indent="0" algn="ctr" eaLnBrk="1" fontAlgn="auto" latinLnBrk="0" hangingPunct="1">
              <a:lnSpc>
                <a:spcPct val="110000"/>
              </a:lnSpc>
              <a:buNone/>
              <a:defRPr sz="2400" u="none" strike="noStrike" kern="1200" cap="none" spc="200" normalizeH="0" baseline="0">
                <a:solidFill>
                  <a:schemeClr val="tx1">
                    <a:lumMod val="65000"/>
                    <a:lumOff val="35000"/>
                  </a:schemeClr>
                </a:solidFill>
                <a:uFillTx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 dirty="0"/>
              <a:t>单击此处编辑副标题</a:t>
            </a:r>
            <a:endParaRPr lang="zh-CN" altLang="en-US" dirty="0"/>
          </a:p>
        </p:txBody>
      </p:sp>
      <p:sp>
        <p:nvSpPr>
          <p:cNvPr id="16" name="日期占位符 15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>
          <a:xfrm>
            <a:off x="612000" y="6314400"/>
            <a:ext cx="2700000" cy="316800"/>
          </a:xfrm>
        </p:spPr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17" name="页脚占位符 16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>
          <a:xfrm>
            <a:off x="4116000" y="6314400"/>
            <a:ext cx="3960000" cy="316800"/>
          </a:xfrm>
        </p:spPr>
        <p:txBody>
          <a:bodyPr/>
          <a:lstStyle/>
          <a:p>
            <a:endParaRPr lang="zh-CN" altLang="en-US" dirty="0"/>
          </a:p>
        </p:txBody>
      </p:sp>
      <p:sp>
        <p:nvSpPr>
          <p:cNvPr id="18" name="灯片编号占位符 17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>
          <a:xfrm>
            <a:off x="8877600" y="6314400"/>
            <a:ext cx="2700000" cy="316800"/>
          </a:xfrm>
        </p:spPr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  <p:custDataLst>
              <p:tags r:id="rId2"/>
            </p:custDataLst>
          </p:nvPr>
        </p:nvSpPr>
        <p:spPr>
          <a:xfrm>
            <a:off x="612000" y="6314400"/>
            <a:ext cx="2700000" cy="316800"/>
          </a:xfrm>
        </p:spPr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>
          <a:xfrm>
            <a:off x="4116000" y="6314400"/>
            <a:ext cx="3960000" cy="316800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>
          <a:xfrm>
            <a:off x="8877600" y="6314400"/>
            <a:ext cx="2700000" cy="316800"/>
          </a:xfrm>
        </p:spPr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F51CC480-FC89-4E2E-BB6A-EFF978791FAC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A255A7EE-E527-4C9D-8585-493F7BE371F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 hasCustomPrompt="1"/>
            <p:custDataLst>
              <p:tags r:id="rId2"/>
            </p:custDataLst>
          </p:nvPr>
        </p:nvSpPr>
        <p:spPr>
          <a:xfrm>
            <a:off x="1198800" y="914400"/>
            <a:ext cx="9799200" cy="2570400"/>
          </a:xfrm>
        </p:spPr>
        <p:txBody>
          <a:bodyPr lIns="90000" tIns="46800" rIns="90000" bIns="46800" anchor="b" anchorCtr="0">
            <a:normAutofit/>
          </a:bodyPr>
          <a:lstStyle>
            <a:lvl1pPr algn="ctr">
              <a:defRPr sz="6000" b="1" i="0" spc="300" baseline="0">
                <a:solidFill>
                  <a:schemeClr val="tx1">
                    <a:lumMod val="85000"/>
                    <a:lumOff val="15000"/>
                  </a:schemeClr>
                </a:solidFill>
                <a:effectLst/>
              </a:defRPr>
            </a:lvl1pPr>
          </a:lstStyle>
          <a:p>
            <a:r>
              <a:rPr lang="zh-CN" altLang="en-US" dirty="0"/>
              <a:t>单击此处编辑标题</a:t>
            </a:r>
            <a:endParaRPr lang="zh-CN" altLang="en-US" dirty="0"/>
          </a:p>
        </p:txBody>
      </p:sp>
      <p:sp>
        <p:nvSpPr>
          <p:cNvPr id="3" name="副标题 2"/>
          <p:cNvSpPr>
            <a:spLocks noGrp="1"/>
          </p:cNvSpPr>
          <p:nvPr>
            <p:ph type="subTitle" idx="1" hasCustomPrompt="1"/>
            <p:custDataLst>
              <p:tags r:id="rId3"/>
            </p:custDataLst>
          </p:nvPr>
        </p:nvSpPr>
        <p:spPr>
          <a:xfrm>
            <a:off x="1198800" y="3560400"/>
            <a:ext cx="9799200" cy="1472400"/>
          </a:xfrm>
        </p:spPr>
        <p:txBody>
          <a:bodyPr lIns="90000" tIns="46800" rIns="90000" bIns="46800">
            <a:normAutofit/>
          </a:bodyPr>
          <a:lstStyle>
            <a:lvl1pPr marL="0" indent="0" algn="ctr" eaLnBrk="1" fontAlgn="auto" latinLnBrk="0" hangingPunct="1">
              <a:lnSpc>
                <a:spcPct val="110000"/>
              </a:lnSpc>
              <a:buNone/>
              <a:defRPr sz="2400" u="none" strike="noStrike" kern="1200" cap="none" spc="200" normalizeH="0" baseline="0">
                <a:solidFill>
                  <a:schemeClr val="tx1">
                    <a:lumMod val="65000"/>
                    <a:lumOff val="35000"/>
                  </a:schemeClr>
                </a:solidFill>
                <a:uFillTx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 dirty="0"/>
              <a:t>单击此处编辑副标题</a:t>
            </a:r>
            <a:endParaRPr lang="zh-CN" altLang="en-US" dirty="0"/>
          </a:p>
        </p:txBody>
      </p:sp>
      <p:sp>
        <p:nvSpPr>
          <p:cNvPr id="16" name="日期占位符 15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>
          <a:xfrm>
            <a:off x="612000" y="6314400"/>
            <a:ext cx="2700000" cy="316800"/>
          </a:xfrm>
        </p:spPr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17" name="页脚占位符 16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>
          <a:xfrm>
            <a:off x="4116000" y="6314400"/>
            <a:ext cx="3960000" cy="316800"/>
          </a:xfrm>
        </p:spPr>
        <p:txBody>
          <a:bodyPr/>
          <a:lstStyle/>
          <a:p>
            <a:endParaRPr lang="zh-CN" altLang="en-US" dirty="0"/>
          </a:p>
        </p:txBody>
      </p:sp>
      <p:sp>
        <p:nvSpPr>
          <p:cNvPr id="18" name="灯片编号占位符 17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>
          <a:xfrm>
            <a:off x="8877600" y="6314400"/>
            <a:ext cx="2700000" cy="316800"/>
          </a:xfrm>
        </p:spPr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 dirty="0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rtlCol="0" anchor="ctr" anchorCtr="0">
            <a:normAutofit/>
          </a:bodyPr>
          <a:lstStyle>
            <a:lvl1pPr marL="0" marR="0" algn="l" defTabSz="914400" rtl="0" eaLnBrk="1" fontAlgn="auto" latinLnBrk="0" hangingPunct="1">
              <a:lnSpc>
                <a:spcPct val="100000"/>
              </a:lnSpc>
              <a:buNone/>
              <a:defRPr kumimoji="0" lang="zh-CN" altLang="en-US" sz="3600" b="1" i="0" u="none" strike="noStrike" kern="1200" cap="none" spc="300" normalizeH="0" baseline="0" noProof="1" dirty="0">
                <a:solidFill>
                  <a:schemeClr val="tx1">
                    <a:lumMod val="85000"/>
                    <a:lumOff val="1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j-cs"/>
                <a:sym typeface="+mn-ea"/>
              </a:defRPr>
            </a:lvl1pPr>
          </a:lstStyle>
          <a:p>
            <a:pPr lvl="0"/>
            <a:r>
              <a:rPr dirty="0">
                <a:sym typeface="+mn-ea"/>
              </a:rPr>
              <a:t>单击此处编辑母版标题样式</a:t>
            </a:r>
            <a:endParaRPr dirty="0">
              <a:sym typeface="+mn-ea"/>
            </a:endParaRPr>
          </a:p>
        </p:txBody>
      </p:sp>
      <p:sp>
        <p:nvSpPr>
          <p:cNvPr id="3" name="内容占位符 2"/>
          <p:cNvSpPr>
            <a:spLocks noGrp="1"/>
          </p:cNvSpPr>
          <p:nvPr>
            <p:ph idx="1"/>
            <p:custDataLst>
              <p:tags r:id="rId3"/>
            </p:custDataLst>
          </p:nvPr>
        </p:nvSpPr>
        <p:spPr>
          <a:xfrm>
            <a:off x="608400" y="1490400"/>
            <a:ext cx="10969200" cy="4759200"/>
          </a:xfrm>
        </p:spPr>
        <p:txBody>
          <a:bodyPr vert="horz" lIns="90000" tIns="46800" rIns="90000" bIns="46800" rtlCol="0">
            <a:normAutofit/>
          </a:bodyPr>
          <a:lstStyle>
            <a:lvl1pPr marL="228600" marR="0" lvl="0" indent="-2286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  <a:buFont typeface="Arial" panose="020B0604020202020204" pitchFamily="34" charset="0"/>
              <a:buChar char="●"/>
              <a:defRPr kumimoji="0" lang="zh-CN" altLang="en-US" sz="18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1pPr>
            <a:lvl2pPr marL="685800" marR="0" lvl="1" indent="-2286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●"/>
              <a:tabLst>
                <a:tab pos="1609725" algn="l"/>
              </a:tabLst>
              <a:defRPr kumimoji="0" lang="zh-CN" altLang="en-US" sz="16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2pPr>
            <a:lvl3pPr marL="1143000" marR="0" lvl="2" indent="-2286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●"/>
              <a:defRPr kumimoji="0" lang="zh-CN" altLang="en-US" sz="16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3pPr>
            <a:lvl4pPr marL="1600200" marR="0" lvl="3" indent="-2286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charset="0"/>
              <a:buChar char=""/>
              <a:defRPr kumimoji="0" lang="zh-CN" altLang="en-US" sz="14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4pPr>
            <a:lvl5pPr marL="2057400" marR="0" lvl="4" indent="-2286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kumimoji="0" lang="zh-CN" altLang="en-US" sz="14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5pPr>
            <a:lvl6pPr marL="2286000" indent="0">
              <a:buNone/>
              <a:defRPr/>
            </a:lvl6pPr>
          </a:lstStyle>
          <a:p>
            <a:pPr lvl="0"/>
            <a:r>
              <a:rPr dirty="0">
                <a:sym typeface="+mn-ea"/>
              </a:rPr>
              <a:t>单击此处编辑母版文本样式</a:t>
            </a:r>
            <a:endParaRPr dirty="0">
              <a:sym typeface="+mn-ea"/>
            </a:endParaRPr>
          </a:p>
          <a:p>
            <a:pPr lvl="1"/>
            <a:r>
              <a:rPr dirty="0">
                <a:sym typeface="+mn-ea"/>
              </a:rPr>
              <a:t>第二级</a:t>
            </a:r>
            <a:endParaRPr dirty="0">
              <a:sym typeface="+mn-ea"/>
            </a:endParaRPr>
          </a:p>
          <a:p>
            <a:pPr lvl="2"/>
            <a:r>
              <a:rPr dirty="0">
                <a:sym typeface="+mn-ea"/>
              </a:rPr>
              <a:t>第三级</a:t>
            </a:r>
            <a:endParaRPr dirty="0">
              <a:sym typeface="+mn-ea"/>
            </a:endParaRPr>
          </a:p>
          <a:p>
            <a:pPr lvl="3"/>
            <a:r>
              <a:rPr dirty="0">
                <a:sym typeface="+mn-ea"/>
              </a:rPr>
              <a:t>第四级</a:t>
            </a:r>
            <a:endParaRPr dirty="0">
              <a:sym typeface="+mn-ea"/>
            </a:endParaRPr>
          </a:p>
          <a:p>
            <a:pPr lvl="4"/>
            <a:r>
              <a:rPr dirty="0">
                <a:sym typeface="+mn-ea"/>
              </a:rPr>
              <a:t>第五级</a:t>
            </a:r>
            <a:endParaRPr dirty="0">
              <a:sym typeface="+mn-ea"/>
            </a:endParaRP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>
          <a:xfrm>
            <a:off x="612000" y="6314400"/>
            <a:ext cx="2700000" cy="316800"/>
          </a:xfrm>
        </p:spPr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>
          <a:xfrm>
            <a:off x="4116000" y="6314400"/>
            <a:ext cx="3960000" cy="316800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>
          <a:xfrm>
            <a:off x="8877600" y="6314400"/>
            <a:ext cx="2700000" cy="316800"/>
          </a:xfrm>
        </p:spPr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 hasCustomPrompt="1"/>
            <p:custDataLst>
              <p:tags r:id="rId2"/>
            </p:custDataLst>
          </p:nvPr>
        </p:nvSpPr>
        <p:spPr>
          <a:xfrm>
            <a:off x="1990800" y="3848400"/>
            <a:ext cx="7768800" cy="766800"/>
          </a:xfrm>
        </p:spPr>
        <p:txBody>
          <a:bodyPr lIns="90000" tIns="46800" rIns="90000" bIns="46800" anchor="b" anchorCtr="0">
            <a:normAutofit/>
          </a:bodyPr>
          <a:lstStyle>
            <a:lvl1pPr>
              <a:defRPr sz="4400" b="1" i="0" u="none" strike="noStrike" kern="1200" cap="none" spc="300" normalizeH="0" baseline="0">
                <a:solidFill>
                  <a:schemeClr val="tx1">
                    <a:lumMod val="85000"/>
                    <a:lumOff val="15000"/>
                  </a:schemeClr>
                </a:solidFill>
                <a:effectLst/>
                <a:uFillTx/>
              </a:defRPr>
            </a:lvl1pPr>
          </a:lstStyle>
          <a:p>
            <a:r>
              <a:rPr lang="zh-CN" altLang="en-US" dirty="0"/>
              <a:t>单击此处编辑标题</a:t>
            </a:r>
            <a:endParaRPr lang="zh-CN" altLang="en-US" dirty="0"/>
          </a:p>
        </p:txBody>
      </p:sp>
      <p:sp>
        <p:nvSpPr>
          <p:cNvPr id="3" name="文本占位符 2"/>
          <p:cNvSpPr>
            <a:spLocks noGrp="1"/>
          </p:cNvSpPr>
          <p:nvPr>
            <p:ph type="body" idx="1" hasCustomPrompt="1"/>
            <p:custDataLst>
              <p:tags r:id="rId3"/>
            </p:custDataLst>
          </p:nvPr>
        </p:nvSpPr>
        <p:spPr>
          <a:xfrm>
            <a:off x="1990800" y="4615200"/>
            <a:ext cx="7768800" cy="867600"/>
          </a:xfrm>
        </p:spPr>
        <p:txBody>
          <a:bodyPr lIns="90000" tIns="46800" rIns="90000" bIns="46800">
            <a:normAutofit/>
          </a:bodyPr>
          <a:lstStyle>
            <a:lvl1pPr marL="0" indent="0" eaLnBrk="1" fontAlgn="auto" latinLnBrk="0" hangingPunct="1">
              <a:lnSpc>
                <a:spcPct val="130000"/>
              </a:lnSpc>
              <a:buNone/>
              <a:defRPr kumimoji="0" lang="zh-CN" altLang="en-US" sz="1800" b="0" i="0" u="none" strike="noStrike" kern="1200" cap="none" spc="150" normalizeH="0" baseline="0" noProof="1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 dirty="0"/>
              <a:t>单击此处编辑文本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>
          <a:xfrm>
            <a:off x="612000" y="6314400"/>
            <a:ext cx="2700000" cy="316800"/>
          </a:xfrm>
        </p:spPr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>
          <a:xfrm>
            <a:off x="4116000" y="6314400"/>
            <a:ext cx="3960000" cy="316800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>
          <a:xfrm>
            <a:off x="8877600" y="6314400"/>
            <a:ext cx="2700000" cy="316800"/>
          </a:xfrm>
        </p:spPr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rtlCol="0" anchor="ctr" anchorCtr="0">
            <a:normAutofit/>
          </a:bodyPr>
          <a:lstStyle>
            <a:lvl1pPr marL="0" marR="0" lvl="0" algn="l" defTabSz="914400" rtl="0" eaLnBrk="1" fontAlgn="auto" latinLnBrk="0" hangingPunct="1">
              <a:lnSpc>
                <a:spcPct val="100000"/>
              </a:lnSpc>
              <a:buNone/>
              <a:defRPr kumimoji="0" lang="zh-CN" altLang="en-US" sz="3600" b="1" i="0" u="none" strike="noStrike" kern="1200" cap="none" spc="300" normalizeH="0" baseline="0" noProof="1" dirty="0">
                <a:solidFill>
                  <a:schemeClr val="tx1">
                    <a:lumMod val="85000"/>
                    <a:lumOff val="1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j-cs"/>
                <a:sym typeface="+mn-ea"/>
              </a:defRPr>
            </a:lvl1pPr>
          </a:lstStyle>
          <a:p>
            <a:pPr lvl="0"/>
            <a:r>
              <a:rPr dirty="0">
                <a:sym typeface="+mn-ea"/>
              </a:rPr>
              <a:t>单击此处编辑母版标题样式</a:t>
            </a:r>
            <a:endParaRPr dirty="0">
              <a:sym typeface="+mn-ea"/>
            </a:endParaRPr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  <p:custDataLst>
              <p:tags r:id="rId3"/>
            </p:custDataLst>
          </p:nvPr>
        </p:nvSpPr>
        <p:spPr>
          <a:xfrm>
            <a:off x="608400" y="1501200"/>
            <a:ext cx="5176800" cy="4748400"/>
          </a:xfrm>
        </p:spPr>
        <p:txBody>
          <a:bodyPr vert="horz" lIns="90000" tIns="46800" rIns="90000" bIns="46800" rtlCol="0">
            <a:normAutofit/>
          </a:bodyPr>
          <a:lstStyle>
            <a:lvl1pPr marL="228600" marR="0" lvl="0" indent="-2286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●"/>
              <a:defRPr kumimoji="0" lang="zh-CN" altLang="en-US" sz="16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1pPr>
            <a:lvl2pPr marL="685800" marR="0" lvl="1" indent="-2286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●"/>
              <a:tabLst>
                <a:tab pos="1609725" algn="l"/>
              </a:tabLst>
              <a:defRPr kumimoji="0" lang="zh-CN" altLang="en-US" sz="16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2pPr>
            <a:lvl3pPr marL="1143000" marR="0" lvl="2" indent="-2286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●"/>
              <a:defRPr kumimoji="0" lang="zh-CN" altLang="en-US" sz="16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3pPr>
            <a:lvl4pPr marL="1600200" marR="0" lvl="3" indent="-2286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charset="0"/>
              <a:buChar char=""/>
              <a:defRPr kumimoji="0" lang="zh-CN" altLang="en-US" sz="14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4pPr>
            <a:lvl5pPr marL="2057400" marR="0" lvl="4" indent="-2286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kumimoji="0" lang="zh-CN" altLang="en-US" sz="14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5pPr>
          </a:lstStyle>
          <a:p>
            <a:pPr lvl="0"/>
            <a:r>
              <a:rPr dirty="0">
                <a:sym typeface="+mn-ea"/>
              </a:rPr>
              <a:t>单击此处编辑母版文本样式</a:t>
            </a:r>
            <a:endParaRPr dirty="0">
              <a:sym typeface="+mn-ea"/>
            </a:endParaRPr>
          </a:p>
          <a:p>
            <a:pPr lvl="1"/>
            <a:r>
              <a:rPr dirty="0">
                <a:sym typeface="+mn-ea"/>
              </a:rPr>
              <a:t>第二级</a:t>
            </a:r>
            <a:endParaRPr dirty="0">
              <a:sym typeface="+mn-ea"/>
            </a:endParaRPr>
          </a:p>
          <a:p>
            <a:pPr lvl="2"/>
            <a:r>
              <a:rPr dirty="0">
                <a:sym typeface="+mn-ea"/>
              </a:rPr>
              <a:t>第三级</a:t>
            </a:r>
            <a:endParaRPr dirty="0">
              <a:sym typeface="+mn-ea"/>
            </a:endParaRPr>
          </a:p>
          <a:p>
            <a:pPr lvl="3"/>
            <a:r>
              <a:rPr dirty="0">
                <a:sym typeface="+mn-ea"/>
              </a:rPr>
              <a:t>第四级</a:t>
            </a:r>
            <a:endParaRPr dirty="0">
              <a:sym typeface="+mn-ea"/>
            </a:endParaRPr>
          </a:p>
          <a:p>
            <a:pPr lvl="4"/>
            <a:r>
              <a:rPr dirty="0">
                <a:sym typeface="+mn-ea"/>
              </a:rPr>
              <a:t>第五级</a:t>
            </a:r>
            <a:endParaRPr dirty="0">
              <a:sym typeface="+mn-ea"/>
            </a:endParaRP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  <p:custDataLst>
              <p:tags r:id="rId4"/>
            </p:custDataLst>
          </p:nvPr>
        </p:nvSpPr>
        <p:spPr>
          <a:xfrm>
            <a:off x="6411600" y="1501200"/>
            <a:ext cx="5176800" cy="4748400"/>
          </a:xfrm>
        </p:spPr>
        <p:txBody>
          <a:bodyPr lIns="90000" tIns="46800" rIns="90000" bIns="46800">
            <a:normAutofit/>
          </a:bodyPr>
          <a:lstStyle>
            <a:lvl1pPr marL="228600" indent="-228600" eaLnBrk="1" fontAlgn="auto" latinLnBrk="0" hangingPunct="1">
              <a:lnSpc>
                <a:spcPct val="130000"/>
              </a:lnSpc>
              <a:spcAft>
                <a:spcPts val="600"/>
              </a:spcAft>
              <a:buFont typeface="Arial" panose="020B0604020202020204" pitchFamily="34" charset="0"/>
              <a:buChar char="●"/>
              <a:defRPr sz="1600" u="none" strike="noStrike" kern="1200" cap="none" spc="150" normalizeH="0" baseline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1pPr>
            <a:lvl2pPr marL="685800" indent="-228600" defTabSz="914400" eaLnBrk="1" fontAlgn="auto" latinLnBrk="0" hangingPunct="1">
              <a:lnSpc>
                <a:spcPct val="120000"/>
              </a:lnSpc>
              <a:buFont typeface="Arial" panose="020B0604020202020204" pitchFamily="34" charset="0"/>
              <a:buChar char="●"/>
              <a:tabLst>
                <a:tab pos="1609725" algn="l"/>
                <a:tab pos="1609725" algn="l"/>
                <a:tab pos="1609725" algn="l"/>
                <a:tab pos="1609725" algn="l"/>
              </a:tabLst>
              <a:defRPr sz="1600" u="none" strike="noStrike" kern="1200" cap="none" spc="150" normalizeH="0" baseline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2pPr>
            <a:lvl3pPr marL="1143000" indent="-228600" eaLnBrk="1" fontAlgn="auto" latinLnBrk="0" hangingPunct="1">
              <a:lnSpc>
                <a:spcPct val="120000"/>
              </a:lnSpc>
              <a:buFont typeface="Arial" panose="020B0604020202020204" pitchFamily="34" charset="0"/>
              <a:buChar char="●"/>
              <a:defRPr sz="1600" u="none" strike="noStrike" kern="1200" cap="none" spc="150" normalizeH="0" baseline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3pPr>
            <a:lvl4pPr marL="1600200" indent="-228600" eaLnBrk="1" fontAlgn="auto" latinLnBrk="0" hangingPunct="1">
              <a:lnSpc>
                <a:spcPct val="120000"/>
              </a:lnSpc>
              <a:buFont typeface="Wingdings" panose="05000000000000000000" charset="0"/>
              <a:buChar char=""/>
              <a:defRPr sz="1400" u="none" strike="noStrike" kern="1200" cap="none" spc="150" normalizeH="0" baseline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4pPr>
            <a:lvl5pPr eaLnBrk="1" fontAlgn="auto" latinLnBrk="0" hangingPunct="1">
              <a:lnSpc>
                <a:spcPct val="120000"/>
              </a:lnSpc>
              <a:defRPr sz="1400" u="none" strike="noStrike" kern="1200" cap="none" spc="150" normalizeH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</a:defRPr>
            </a:lvl5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  <p:custDataLst>
              <p:tags r:id="rId5"/>
            </p:custDataLst>
          </p:nvPr>
        </p:nvSpPr>
        <p:spPr>
          <a:xfrm>
            <a:off x="612000" y="6314400"/>
            <a:ext cx="2700000" cy="316800"/>
          </a:xfrm>
        </p:spPr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  <p:custDataLst>
              <p:tags r:id="rId6"/>
            </p:custDataLst>
          </p:nvPr>
        </p:nvSpPr>
        <p:spPr>
          <a:xfrm>
            <a:off x="4116000" y="6314400"/>
            <a:ext cx="3960000" cy="316800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  <p:custDataLst>
              <p:tags r:id="rId7"/>
            </p:custDataLst>
          </p:nvPr>
        </p:nvSpPr>
        <p:spPr>
          <a:xfrm>
            <a:off x="8877600" y="6314400"/>
            <a:ext cx="2700000" cy="316800"/>
          </a:xfrm>
        </p:spPr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rtlCol="0" anchor="ctr" anchorCtr="0">
            <a:normAutofit/>
          </a:bodyPr>
          <a:lstStyle>
            <a:lvl1pPr marL="0" marR="0" lvl="0" algn="l" defTabSz="914400" rtl="0" eaLnBrk="1" fontAlgn="auto" latinLnBrk="0" hangingPunct="1">
              <a:lnSpc>
                <a:spcPct val="100000"/>
              </a:lnSpc>
              <a:buNone/>
              <a:defRPr kumimoji="0" lang="zh-CN" altLang="en-US" sz="3600" b="1" i="0" u="none" strike="noStrike" kern="1200" cap="none" spc="300" normalizeH="0" baseline="0" noProof="1" dirty="0">
                <a:solidFill>
                  <a:schemeClr val="tx1">
                    <a:lumMod val="85000"/>
                    <a:lumOff val="1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j-cs"/>
                <a:sym typeface="+mn-ea"/>
              </a:defRPr>
            </a:lvl1pPr>
          </a:lstStyle>
          <a:p>
            <a:pPr lvl="0"/>
            <a:r>
              <a:rPr dirty="0">
                <a:sym typeface="+mn-ea"/>
              </a:rPr>
              <a:t>单击此处编辑母版标题样式</a:t>
            </a:r>
            <a:endParaRPr dirty="0">
              <a:sym typeface="+mn-ea"/>
            </a:endParaRPr>
          </a:p>
        </p:txBody>
      </p:sp>
      <p:sp>
        <p:nvSpPr>
          <p:cNvPr id="3" name="文本占位符 2"/>
          <p:cNvSpPr>
            <a:spLocks noGrp="1"/>
          </p:cNvSpPr>
          <p:nvPr>
            <p:ph type="body" idx="1" hasCustomPrompt="1"/>
            <p:custDataLst>
              <p:tags r:id="rId3"/>
            </p:custDataLst>
          </p:nvPr>
        </p:nvSpPr>
        <p:spPr>
          <a:xfrm>
            <a:off x="608400" y="1429200"/>
            <a:ext cx="5342400" cy="381600"/>
          </a:xfrm>
        </p:spPr>
        <p:txBody>
          <a:bodyPr lIns="101600" tIns="38100" rIns="76200" bIns="38100" anchor="t" anchorCtr="0">
            <a:normAutofit/>
          </a:bodyPr>
          <a:lstStyle>
            <a:lvl1pPr marL="0" indent="0" eaLnBrk="1" fontAlgn="auto" latinLnBrk="0" hangingPunct="1">
              <a:lnSpc>
                <a:spcPct val="100000"/>
              </a:lnSpc>
              <a:spcAft>
                <a:spcPts val="0"/>
              </a:spcAft>
              <a:buNone/>
              <a:defRPr sz="2000" b="1" u="none" strike="noStrike" kern="1200" cap="none" spc="200" normalizeH="0" baseline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dirty="0"/>
              <a:t>单击此处编辑文本</a:t>
            </a:r>
            <a:endParaRPr lang="zh-CN" altLang="en-US" dirty="0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  <p:custDataLst>
              <p:tags r:id="rId4"/>
            </p:custDataLst>
          </p:nvPr>
        </p:nvSpPr>
        <p:spPr>
          <a:xfrm>
            <a:off x="608400" y="1854000"/>
            <a:ext cx="5342400" cy="4395600"/>
          </a:xfrm>
        </p:spPr>
        <p:txBody>
          <a:bodyPr vert="horz" lIns="101600" tIns="0" rIns="82550" bIns="0" rtlCol="0">
            <a:normAutofit/>
          </a:bodyPr>
          <a:lstStyle>
            <a:lvl1pPr marL="228600" marR="0" lvl="0" indent="-2286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●"/>
              <a:defRPr kumimoji="0" lang="zh-CN" altLang="en-US" sz="16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1pPr>
            <a:lvl2pPr marL="685800" marR="0" lvl="1" indent="-2286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●"/>
              <a:tabLst>
                <a:tab pos="1609725" algn="l"/>
              </a:tabLst>
              <a:defRPr kumimoji="0" lang="zh-CN" altLang="en-US" sz="16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2pPr>
            <a:lvl3pPr marL="1143000" marR="0" lvl="2" indent="-2286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●"/>
              <a:defRPr kumimoji="0" lang="zh-CN" altLang="en-US" sz="16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3pPr>
            <a:lvl4pPr marL="1600200" marR="0" lvl="3" indent="-2286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charset="0"/>
              <a:buChar char=""/>
              <a:defRPr kumimoji="0" lang="zh-CN" altLang="en-US" sz="14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4pPr>
            <a:lvl5pPr marL="2057400" marR="0" lvl="4" indent="-2286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kumimoji="0" lang="zh-CN" altLang="en-US" sz="14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5pPr>
          </a:lstStyle>
          <a:p>
            <a:pPr lvl="0"/>
            <a:r>
              <a:rPr dirty="0">
                <a:sym typeface="+mn-ea"/>
              </a:rPr>
              <a:t>单击此处编辑母版文本样式</a:t>
            </a:r>
            <a:endParaRPr dirty="0">
              <a:sym typeface="+mn-ea"/>
            </a:endParaRPr>
          </a:p>
          <a:p>
            <a:pPr lvl="1"/>
            <a:r>
              <a:rPr dirty="0">
                <a:sym typeface="+mn-ea"/>
              </a:rPr>
              <a:t>第二级</a:t>
            </a:r>
            <a:endParaRPr dirty="0">
              <a:sym typeface="+mn-ea"/>
            </a:endParaRPr>
          </a:p>
          <a:p>
            <a:pPr lvl="2"/>
            <a:r>
              <a:rPr dirty="0">
                <a:sym typeface="+mn-ea"/>
              </a:rPr>
              <a:t>第三级</a:t>
            </a:r>
            <a:endParaRPr dirty="0">
              <a:sym typeface="+mn-ea"/>
            </a:endParaRPr>
          </a:p>
          <a:p>
            <a:pPr lvl="3"/>
            <a:r>
              <a:rPr dirty="0">
                <a:sym typeface="+mn-ea"/>
              </a:rPr>
              <a:t>第四级</a:t>
            </a:r>
            <a:endParaRPr dirty="0">
              <a:sym typeface="+mn-ea"/>
            </a:endParaRPr>
          </a:p>
          <a:p>
            <a:pPr lvl="4"/>
            <a:r>
              <a:rPr dirty="0">
                <a:sym typeface="+mn-ea"/>
              </a:rPr>
              <a:t>第五级</a:t>
            </a:r>
            <a:endParaRPr dirty="0">
              <a:sym typeface="+mn-ea"/>
            </a:endParaRPr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 hasCustomPrompt="1"/>
            <p:custDataLst>
              <p:tags r:id="rId5"/>
            </p:custDataLst>
          </p:nvPr>
        </p:nvSpPr>
        <p:spPr>
          <a:xfrm>
            <a:off x="6235750" y="1421729"/>
            <a:ext cx="5342400" cy="381600"/>
          </a:xfrm>
        </p:spPr>
        <p:txBody>
          <a:bodyPr vert="horz" lIns="101600" tIns="38100" rIns="76200" bIns="38100" rtlCol="0" anchor="t" anchorCtr="0">
            <a:normAutofit/>
          </a:bodyPr>
          <a:lstStyle>
            <a:lvl1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kumimoji="0" lang="zh-CN" altLang="en-US" sz="2000" b="1" i="0" u="none" strike="noStrike" kern="1200" cap="none" spc="200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>
                <a:sym typeface="+mn-ea"/>
              </a:rPr>
              <a:t>单击此处编辑文本</a:t>
            </a:r>
            <a:endParaRPr>
              <a:sym typeface="+mn-ea"/>
            </a:endParaRPr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  <p:custDataLst>
              <p:tags r:id="rId6"/>
            </p:custDataLst>
          </p:nvPr>
        </p:nvSpPr>
        <p:spPr>
          <a:xfrm>
            <a:off x="6235750" y="1854000"/>
            <a:ext cx="5342400" cy="4395600"/>
          </a:xfrm>
        </p:spPr>
        <p:txBody>
          <a:bodyPr vert="horz" lIns="101600" tIns="0" rIns="82550" bIns="0" rtlCol="0">
            <a:normAutofit/>
          </a:bodyPr>
          <a:lstStyle>
            <a:lvl1pPr marL="228600" marR="0" lvl="0" indent="-2286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●"/>
              <a:defRPr kumimoji="0" lang="zh-CN" altLang="en-US" sz="16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1pPr>
            <a:lvl2pPr marL="685800" marR="0" lvl="1" indent="-2286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●"/>
              <a:tabLst>
                <a:tab pos="1609725" algn="l"/>
              </a:tabLst>
              <a:defRPr kumimoji="0" lang="zh-CN" altLang="en-US" sz="16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2pPr>
            <a:lvl3pPr marL="1143000" marR="0" lvl="2" indent="-2286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●"/>
              <a:defRPr kumimoji="0" lang="zh-CN" altLang="en-US" sz="16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3pPr>
            <a:lvl4pPr marL="1600200" marR="0" lvl="3" indent="-2286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charset="0"/>
              <a:buChar char=""/>
              <a:defRPr kumimoji="0" lang="zh-CN" altLang="en-US" sz="14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4pPr>
            <a:lvl5pPr marL="2057400" marR="0" lvl="4" indent="-2286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kumimoji="0" lang="zh-CN" altLang="en-US" sz="14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5pPr>
          </a:lstStyle>
          <a:p>
            <a:pPr lvl="0"/>
            <a:r>
              <a:rPr dirty="0">
                <a:sym typeface="+mn-ea"/>
              </a:rPr>
              <a:t>单击此处编辑母版文本样式</a:t>
            </a:r>
            <a:endParaRPr dirty="0">
              <a:sym typeface="+mn-ea"/>
            </a:endParaRPr>
          </a:p>
          <a:p>
            <a:pPr lvl="1"/>
            <a:r>
              <a:rPr dirty="0">
                <a:sym typeface="+mn-ea"/>
              </a:rPr>
              <a:t>第二级</a:t>
            </a:r>
            <a:endParaRPr dirty="0">
              <a:sym typeface="+mn-ea"/>
            </a:endParaRPr>
          </a:p>
          <a:p>
            <a:pPr lvl="2"/>
            <a:r>
              <a:rPr dirty="0">
                <a:sym typeface="+mn-ea"/>
              </a:rPr>
              <a:t>第三级</a:t>
            </a:r>
            <a:endParaRPr dirty="0">
              <a:sym typeface="+mn-ea"/>
            </a:endParaRPr>
          </a:p>
          <a:p>
            <a:pPr lvl="3"/>
            <a:r>
              <a:rPr dirty="0">
                <a:sym typeface="+mn-ea"/>
              </a:rPr>
              <a:t>第四级</a:t>
            </a:r>
            <a:endParaRPr dirty="0">
              <a:sym typeface="+mn-ea"/>
            </a:endParaRPr>
          </a:p>
          <a:p>
            <a:pPr lvl="4"/>
            <a:r>
              <a:rPr dirty="0">
                <a:sym typeface="+mn-ea"/>
              </a:rPr>
              <a:t>第五级</a:t>
            </a:r>
            <a:endParaRPr dirty="0">
              <a:sym typeface="+mn-ea"/>
            </a:endParaRPr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  <p:custDataLst>
              <p:tags r:id="rId7"/>
            </p:custDataLst>
          </p:nvPr>
        </p:nvSpPr>
        <p:spPr>
          <a:xfrm>
            <a:off x="612000" y="6314400"/>
            <a:ext cx="2700000" cy="316800"/>
          </a:xfrm>
        </p:spPr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  <p:custDataLst>
              <p:tags r:id="rId8"/>
            </p:custDataLst>
          </p:nvPr>
        </p:nvSpPr>
        <p:spPr>
          <a:xfrm>
            <a:off x="4116000" y="6314400"/>
            <a:ext cx="3960000" cy="316800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  <p:custDataLst>
              <p:tags r:id="rId9"/>
            </p:custDataLst>
          </p:nvPr>
        </p:nvSpPr>
        <p:spPr>
          <a:xfrm>
            <a:off x="8877600" y="6314400"/>
            <a:ext cx="2700000" cy="316800"/>
          </a:xfrm>
        </p:spPr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rtlCol="0" anchor="ctr" anchorCtr="0">
            <a:normAutofit/>
          </a:bodyPr>
          <a:lstStyle>
            <a:lvl1pPr marL="0" marR="0" lvl="0" algn="l" defTabSz="914400" rtl="0" eaLnBrk="1" fontAlgn="auto" latinLnBrk="0" hangingPunct="1">
              <a:lnSpc>
                <a:spcPct val="100000"/>
              </a:lnSpc>
              <a:buNone/>
              <a:defRPr kumimoji="0" lang="zh-CN" altLang="en-US" sz="3600" b="1" i="0" u="none" strike="noStrike" kern="1200" cap="none" spc="300" normalizeH="0" baseline="0" noProof="1" dirty="0">
                <a:solidFill>
                  <a:schemeClr val="tx1">
                    <a:lumMod val="85000"/>
                    <a:lumOff val="1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j-cs"/>
                <a:sym typeface="+mn-ea"/>
              </a:defRPr>
            </a:lvl1pPr>
          </a:lstStyle>
          <a:p>
            <a:pPr lvl="0"/>
            <a:r>
              <a:rPr>
                <a:sym typeface="+mn-ea"/>
              </a:rPr>
              <a:t>单击此处编辑母版标题样式</a:t>
            </a:r>
            <a:endParaRPr>
              <a:sym typeface="+mn-ea"/>
            </a:endParaRPr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  <p:custDataLst>
              <p:tags r:id="rId3"/>
            </p:custDataLst>
          </p:nvPr>
        </p:nvSpPr>
        <p:spPr>
          <a:xfrm>
            <a:off x="612000" y="6314400"/>
            <a:ext cx="2700000" cy="316800"/>
          </a:xfrm>
        </p:spPr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  <p:custDataLst>
              <p:tags r:id="rId4"/>
            </p:custDataLst>
          </p:nvPr>
        </p:nvSpPr>
        <p:spPr>
          <a:xfrm>
            <a:off x="4116000" y="6314400"/>
            <a:ext cx="3960000" cy="316800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  <p:custDataLst>
              <p:tags r:id="rId5"/>
            </p:custDataLst>
          </p:nvPr>
        </p:nvSpPr>
        <p:spPr>
          <a:xfrm>
            <a:off x="8877600" y="6314400"/>
            <a:ext cx="2700000" cy="316800"/>
          </a:xfrm>
        </p:spPr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  <p:custDataLst>
              <p:tags r:id="rId2"/>
            </p:custDataLst>
          </p:nvPr>
        </p:nvSpPr>
        <p:spPr>
          <a:xfrm>
            <a:off x="612000" y="6314400"/>
            <a:ext cx="2700000" cy="316800"/>
          </a:xfrm>
        </p:spPr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>
          <a:xfrm>
            <a:off x="4116000" y="6314400"/>
            <a:ext cx="3960000" cy="316800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>
          <a:xfrm>
            <a:off x="8877600" y="6314400"/>
            <a:ext cx="2700000" cy="316800"/>
          </a:xfrm>
        </p:spPr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图片与标题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图片占位符 2"/>
          <p:cNvSpPr>
            <a:spLocks noGrp="1"/>
          </p:cNvSpPr>
          <p:nvPr>
            <p:ph type="pic" idx="1"/>
            <p:custDataLst>
              <p:tags r:id="rId2"/>
            </p:custDataLst>
          </p:nvPr>
        </p:nvSpPr>
        <p:spPr>
          <a:xfrm>
            <a:off x="608400" y="1555200"/>
            <a:ext cx="5233077" cy="4608000"/>
          </a:xfrm>
        </p:spPr>
        <p:txBody>
          <a:bodyPr vert="horz" lIns="90000" tIns="46800" rIns="90000" bIns="46800" rtlCol="0">
            <a:normAutofit/>
          </a:bodyPr>
          <a:lstStyle>
            <a:lvl1pPr marL="0" marR="0" lvl="0" indent="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  <a:buFont typeface="Arial" panose="020B0604020202020204" pitchFamily="34" charset="0"/>
              <a:buNone/>
              <a:defRPr kumimoji="0" lang="zh-CN" altLang="en-US" sz="1600" b="0" i="0" u="none" strike="noStrike" kern="1200" cap="none" spc="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1pPr>
            <a:lvl2pPr marL="685800" marR="0" lvl="1" indent="-2286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  <a:buFont typeface="Arial" panose="020B0604020202020204" pitchFamily="34" charset="0"/>
              <a:buChar char="•"/>
              <a:tabLst>
                <a:tab pos="1609725" algn="l"/>
              </a:tabLst>
              <a:defRPr kumimoji="0" lang="zh-CN" altLang="en-US" sz="1600" b="0" i="0" u="none" strike="noStrike" kern="1200" cap="none" spc="150" normalizeH="0" baseline="0" noProof="1" dirty="0">
                <a:solidFill>
                  <a:schemeClr val="tx1"/>
                </a:solidFill>
                <a:uFillTx/>
                <a:latin typeface="+mn-lt"/>
                <a:ea typeface="+mn-ea"/>
                <a:cs typeface="+mn-cs"/>
                <a:sym typeface="+mn-ea"/>
              </a:defRPr>
            </a:lvl2pPr>
            <a:lvl3pPr marL="1143000" marR="0" lvl="2" indent="-2286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  <a:buFont typeface="Arial" panose="020B0604020202020204" pitchFamily="34" charset="0"/>
              <a:buChar char="•"/>
              <a:defRPr kumimoji="0" lang="zh-CN" altLang="en-US" sz="1600" b="0" i="0" u="none" strike="noStrike" kern="1200" cap="none" spc="150" normalizeH="0" baseline="0" noProof="1" dirty="0">
                <a:solidFill>
                  <a:schemeClr val="tx1"/>
                </a:solidFill>
                <a:uFillTx/>
                <a:latin typeface="+mn-lt"/>
                <a:ea typeface="+mn-ea"/>
                <a:cs typeface="+mn-cs"/>
                <a:sym typeface="+mn-ea"/>
              </a:defRPr>
            </a:lvl3pPr>
            <a:lvl4pPr marL="1600200" marR="0" lvl="3" indent="-2286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  <a:buFont typeface="Arial" panose="020B0604020202020204" pitchFamily="34" charset="0"/>
              <a:buChar char="•"/>
              <a:defRPr kumimoji="0" lang="zh-CN" altLang="en-US" sz="1600" b="0" i="0" u="none" strike="noStrike" kern="1200" cap="none" spc="150" normalizeH="0" baseline="0" noProof="1" dirty="0">
                <a:solidFill>
                  <a:schemeClr val="tx1"/>
                </a:solidFill>
                <a:uFillTx/>
                <a:latin typeface="+mn-lt"/>
                <a:ea typeface="+mn-ea"/>
                <a:cs typeface="+mn-cs"/>
                <a:sym typeface="+mn-ea"/>
              </a:defRPr>
            </a:lvl4pPr>
            <a:lvl5pPr marL="2057400" marR="0" lvl="4" indent="-2286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  <a:buFont typeface="Arial" panose="020B0604020202020204" pitchFamily="34" charset="0"/>
              <a:buChar char="•"/>
              <a:defRPr kumimoji="0" lang="zh-CN" altLang="en-US" sz="1600" b="0" i="0" u="none" strike="noStrike" kern="1200" cap="none" spc="150" normalizeH="0" baseline="0" noProof="1" dirty="0">
                <a:solidFill>
                  <a:schemeClr val="tx1"/>
                </a:solidFill>
                <a:uFillTx/>
                <a:latin typeface="+mn-lt"/>
                <a:ea typeface="+mn-ea"/>
                <a:cs typeface="+mn-cs"/>
                <a:sym typeface="+mn-ea"/>
              </a:defRPr>
            </a:lvl5pPr>
          </a:lstStyle>
          <a:p>
            <a:pPr lvl="0"/>
            <a:endParaRPr dirty="0">
              <a:sym typeface="+mn-ea"/>
            </a:endParaRPr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  <p:custDataLst>
              <p:tags r:id="rId3"/>
            </p:custDataLst>
          </p:nvPr>
        </p:nvSpPr>
        <p:spPr>
          <a:xfrm>
            <a:off x="6350400" y="1555200"/>
            <a:ext cx="5227200" cy="4608000"/>
          </a:xfrm>
        </p:spPr>
        <p:txBody>
          <a:bodyPr vert="horz" lIns="90000" tIns="46800" rIns="90000" bIns="46800" rtlCol="0">
            <a:normAutofit/>
          </a:bodyPr>
          <a:lstStyle>
            <a:lvl1pPr marL="0" marR="0" lvl="0" indent="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None/>
              <a:defRPr kumimoji="0" lang="zh-CN" altLang="en-US" sz="16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1pPr>
            <a:lvl2pPr marL="457200" indent="0" defTabSz="914400" eaLnBrk="1" fontAlgn="auto" latinLnBrk="0" hangingPunct="1">
              <a:buFont typeface="Arial" panose="020B0604020202020204" pitchFamily="34" charset="0"/>
              <a:buNone/>
              <a:tabLst>
                <a:tab pos="1609725" algn="l"/>
                <a:tab pos="1609725" algn="l"/>
                <a:tab pos="1609725" algn="l"/>
                <a:tab pos="1609725" algn="l"/>
              </a:tabLst>
              <a:defRPr u="none" strike="noStrike" kern="1200" cap="none" spc="150" normalizeH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</a:defRPr>
            </a:lvl2pPr>
            <a:lvl3pPr eaLnBrk="1" fontAlgn="auto" latinLnBrk="0" hangingPunct="1">
              <a:buFont typeface="Arial" panose="020B0604020202020204" pitchFamily="34" charset="0"/>
              <a:buChar char="●"/>
              <a:defRPr u="none" strike="noStrike" kern="1200" cap="none" spc="150" normalizeH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</a:defRPr>
            </a:lvl3pPr>
            <a:lvl4pPr eaLnBrk="1" fontAlgn="auto" latinLnBrk="0" hangingPunct="1">
              <a:defRPr u="none" strike="noStrike" kern="1200" cap="none" spc="150" normalizeH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</a:defRPr>
            </a:lvl4pPr>
            <a:lvl5pPr eaLnBrk="1" fontAlgn="auto" latinLnBrk="0" hangingPunct="1">
              <a:defRPr u="none" strike="noStrike" kern="1200" cap="none" spc="150" normalizeH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</a:defRPr>
            </a:lvl5pPr>
          </a:lstStyle>
          <a:p>
            <a:pPr lvl="0"/>
            <a:r>
              <a:rPr dirty="0">
                <a:sym typeface="+mn-ea"/>
              </a:rPr>
              <a:t>单击此处编辑母版文本样式</a:t>
            </a:r>
            <a:endParaRPr dirty="0">
              <a:sym typeface="+mn-ea"/>
            </a:endParaRP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>
          <a:xfrm>
            <a:off x="612000" y="6314400"/>
            <a:ext cx="2700000" cy="316800"/>
          </a:xfrm>
        </p:spPr>
        <p:txBody>
          <a:bodyPr/>
          <a:lstStyle/>
          <a:p>
            <a:fld id="{9EFD9D74-47D9-4702-A33C-335B63B48DBF}" type="datetimeFigureOut">
              <a:rPr lang="zh-CN" altLang="en-US" smtClean="0"/>
            </a:fld>
            <a:endParaRPr lang="zh-CN" altLang="en-US" dirty="0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>
          <a:xfrm>
            <a:off x="4116000" y="6314400"/>
            <a:ext cx="3960000" cy="316800"/>
          </a:xfrm>
        </p:spPr>
        <p:txBody>
          <a:bodyPr/>
          <a:lstStyle/>
          <a:p>
            <a:endParaRPr lang="zh-CN" altLang="en-US" dirty="0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>
          <a:xfrm>
            <a:off x="8877600" y="6314400"/>
            <a:ext cx="2700000" cy="316800"/>
          </a:xfrm>
        </p:spPr>
        <p:txBody>
          <a:bodyPr/>
          <a:lstStyle/>
          <a:p>
            <a:fld id="{FABC47A4-756D-490B-A52F-7D9E2C9FC05F}" type="slidenum">
              <a:rPr lang="zh-CN" altLang="en-US" smtClean="0"/>
            </a:fld>
            <a:endParaRPr lang="zh-CN" altLang="en-US"/>
          </a:p>
        </p:txBody>
      </p:sp>
      <p:sp>
        <p:nvSpPr>
          <p:cNvPr id="9" name="标题 8"/>
          <p:cNvSpPr>
            <a:spLocks noGrp="1"/>
          </p:cNvSpPr>
          <p:nvPr>
            <p:ph type="title"/>
            <p:custDataLst>
              <p:tags r:id="rId7"/>
            </p:custDataLst>
          </p:nvPr>
        </p:nvSpPr>
        <p:spPr>
          <a:xfrm>
            <a:off x="10353745" y="7820730"/>
            <a:ext cx="10969200" cy="705600"/>
          </a:xfrm>
        </p:spPr>
        <p:txBody>
          <a:bodyPr/>
          <a:lstStyle>
            <a:lvl1pPr>
              <a:defRPr baseline="0"/>
            </a:lvl1pPr>
          </a:lstStyle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 hasCustomPrompt="1"/>
            <p:custDataLst>
              <p:tags r:id="rId2"/>
            </p:custDataLst>
          </p:nvPr>
        </p:nvSpPr>
        <p:spPr>
          <a:xfrm>
            <a:off x="10234800" y="914400"/>
            <a:ext cx="1044000" cy="5029200"/>
          </a:xfrm>
        </p:spPr>
        <p:txBody>
          <a:bodyPr vert="eaVert" lIns="90000" tIns="46800" rIns="90000" bIns="46800" rtlCol="0" anchor="ctr" anchorCtr="0">
            <a:normAutofit/>
          </a:bodyPr>
          <a:lstStyle>
            <a:lvl1pPr marL="0" marR="0" lvl="0" algn="l" defTabSz="914400" rtl="0" eaLnBrk="1" fontAlgn="auto" latinLnBrk="0" hangingPunct="1">
              <a:lnSpc>
                <a:spcPct val="100000"/>
              </a:lnSpc>
              <a:spcAft>
                <a:spcPts val="0"/>
              </a:spcAft>
              <a:buNone/>
              <a:defRPr kumimoji="0" lang="zh-CN" altLang="en-US" sz="2800" b="1" i="0" u="none" strike="noStrike" kern="1200" cap="none" spc="300" normalizeH="0" baseline="0" noProof="1" dirty="0">
                <a:solidFill>
                  <a:schemeClr val="tx1">
                    <a:lumMod val="85000"/>
                    <a:lumOff val="1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j-cs"/>
                <a:sym typeface="+mn-ea"/>
              </a:defRPr>
            </a:lvl1pPr>
          </a:lstStyle>
          <a:p>
            <a:pPr lvl="0"/>
            <a:r>
              <a:rPr dirty="0">
                <a:sym typeface="+mn-ea"/>
              </a:rPr>
              <a:t>单击此处编辑标题</a:t>
            </a:r>
            <a:endParaRPr dirty="0">
              <a:sym typeface="+mn-ea"/>
            </a:endParaRP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  <p:custDataLst>
              <p:tags r:id="rId3"/>
            </p:custDataLst>
          </p:nvPr>
        </p:nvSpPr>
        <p:spPr>
          <a:xfrm>
            <a:off x="914400" y="914400"/>
            <a:ext cx="9169200" cy="5029200"/>
          </a:xfrm>
        </p:spPr>
        <p:txBody>
          <a:bodyPr vert="eaVert" lIns="46800" tIns="46800" rIns="46800" bIns="46800"/>
          <a:lstStyle>
            <a:lvl1pPr marL="228600" indent="-228600" eaLnBrk="1" fontAlgn="auto" latinLnBrk="0" hangingPunct="1">
              <a:lnSpc>
                <a:spcPct val="130000"/>
              </a:lnSpc>
              <a:spcAft>
                <a:spcPts val="1000"/>
              </a:spcAft>
              <a:buFont typeface="Arial" panose="020B0604020202020204" pitchFamily="34" charset="0"/>
              <a:buChar char="●"/>
              <a:defRPr u="none" strike="noStrike" kern="1200" cap="none" spc="150" normalizeH="0" baseline="0">
                <a:solidFill>
                  <a:schemeClr val="tx1">
                    <a:lumMod val="65000"/>
                    <a:lumOff val="35000"/>
                  </a:schemeClr>
                </a:solidFill>
                <a:uFillTx/>
              </a:defRPr>
            </a:lvl1pPr>
            <a:lvl2pPr marL="685800" indent="-228600" defTabSz="914400" eaLnBrk="1" fontAlgn="auto" latinLnBrk="0" hangingPunct="1">
              <a:lnSpc>
                <a:spcPct val="120000"/>
              </a:lnSpc>
              <a:spcAft>
                <a:spcPts val="600"/>
              </a:spcAft>
              <a:buFont typeface="Arial" panose="020B0604020202020204" pitchFamily="34" charset="0"/>
              <a:buChar char="●"/>
              <a:tabLst>
                <a:tab pos="1609725" algn="l"/>
                <a:tab pos="1609725" algn="l"/>
                <a:tab pos="1609725" algn="l"/>
                <a:tab pos="1609725" algn="l"/>
              </a:tabLst>
              <a:defRPr u="none" strike="noStrike" kern="1200" cap="none" spc="150" normalizeH="0" baseline="0">
                <a:solidFill>
                  <a:schemeClr val="tx1">
                    <a:lumMod val="65000"/>
                    <a:lumOff val="35000"/>
                  </a:schemeClr>
                </a:solidFill>
                <a:uFillTx/>
              </a:defRPr>
            </a:lvl2pPr>
            <a:lvl3pPr marL="1143000" indent="-228600" eaLnBrk="1" fontAlgn="auto" latinLnBrk="0" hangingPunct="1">
              <a:lnSpc>
                <a:spcPct val="120000"/>
              </a:lnSpc>
              <a:spcAft>
                <a:spcPts val="600"/>
              </a:spcAft>
              <a:buFont typeface="Arial" panose="020B0604020202020204" pitchFamily="34" charset="0"/>
              <a:buChar char="●"/>
              <a:defRPr u="none" strike="noStrike" kern="1200" cap="none" spc="150" normalizeH="0" baseline="0">
                <a:solidFill>
                  <a:schemeClr val="tx1">
                    <a:lumMod val="65000"/>
                    <a:lumOff val="35000"/>
                  </a:schemeClr>
                </a:solidFill>
                <a:uFillTx/>
              </a:defRPr>
            </a:lvl3pPr>
            <a:lvl4pPr marL="1600200" indent="-228600" eaLnBrk="1" fontAlgn="auto" latinLnBrk="0" hangingPunct="1">
              <a:lnSpc>
                <a:spcPct val="120000"/>
              </a:lnSpc>
              <a:spcAft>
                <a:spcPts val="300"/>
              </a:spcAft>
              <a:buFont typeface="Wingdings" panose="05000000000000000000" charset="0"/>
              <a:buChar char=""/>
              <a:defRPr u="none" strike="noStrike" kern="1200" cap="none" spc="150" normalizeH="0" baseline="0">
                <a:solidFill>
                  <a:schemeClr val="tx1">
                    <a:lumMod val="65000"/>
                    <a:lumOff val="35000"/>
                  </a:schemeClr>
                </a:solidFill>
                <a:uFillTx/>
              </a:defRPr>
            </a:lvl4pPr>
            <a:lvl5pPr marL="2057400" indent="-228600" eaLnBrk="1" fontAlgn="auto" latinLnBrk="0" hangingPunct="1">
              <a:lnSpc>
                <a:spcPct val="120000"/>
              </a:lnSpc>
              <a:spcAft>
                <a:spcPts val="300"/>
              </a:spcAft>
              <a:buFont typeface="Arial" panose="020B0604020202020204" pitchFamily="34" charset="0"/>
              <a:buChar char="•"/>
              <a:defRPr u="none" strike="noStrike" kern="1200" cap="none" spc="150" normalizeH="0" baseline="0">
                <a:solidFill>
                  <a:schemeClr val="tx1">
                    <a:lumMod val="65000"/>
                    <a:lumOff val="35000"/>
                  </a:schemeClr>
                </a:solidFill>
                <a:uFillTx/>
              </a:defRPr>
            </a:lvl5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>
          <a:xfrm>
            <a:off x="612000" y="6314400"/>
            <a:ext cx="2700000" cy="316800"/>
          </a:xfrm>
        </p:spPr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>
          <a:xfrm>
            <a:off x="4116000" y="6314400"/>
            <a:ext cx="3960000" cy="316800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>
          <a:xfrm>
            <a:off x="8877600" y="6314400"/>
            <a:ext cx="2700000" cy="316800"/>
          </a:xfrm>
        </p:spPr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内容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期占位符 2"/>
          <p:cNvSpPr>
            <a:spLocks noGrp="1"/>
          </p:cNvSpPr>
          <p:nvPr>
            <p:ph type="dt" sz="half" idx="10"/>
            <p:custDataLst>
              <p:tags r:id="rId2"/>
            </p:custDataLst>
          </p:nvPr>
        </p:nvSpPr>
        <p:spPr>
          <a:xfrm>
            <a:off x="612000" y="6314400"/>
            <a:ext cx="2700000" cy="316800"/>
          </a:xfrm>
        </p:spPr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>
          <a:xfrm>
            <a:off x="4116000" y="6314400"/>
            <a:ext cx="3960000" cy="316800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>
          <a:xfrm>
            <a:off x="8877600" y="6314400"/>
            <a:ext cx="2700000" cy="316800"/>
          </a:xfrm>
        </p:spPr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  <p:sp>
        <p:nvSpPr>
          <p:cNvPr id="7" name="内容占位符 6"/>
          <p:cNvSpPr>
            <a:spLocks noGrp="1"/>
          </p:cNvSpPr>
          <p:nvPr>
            <p:ph sz="quarter" idx="13"/>
            <p:custDataLst>
              <p:tags r:id="rId5"/>
            </p:custDataLst>
          </p:nvPr>
        </p:nvSpPr>
        <p:spPr>
          <a:xfrm>
            <a:off x="608400" y="774000"/>
            <a:ext cx="10972800" cy="5482800"/>
          </a:xfrm>
        </p:spPr>
        <p:txBody>
          <a:bodyPr/>
          <a:lstStyle>
            <a:lvl1pPr marL="228600" indent="-228600" eaLnBrk="1" fontAlgn="auto" latinLnBrk="0" hangingPunct="1">
              <a:lnSpc>
                <a:spcPct val="130000"/>
              </a:lnSpc>
              <a:buFont typeface="Arial" panose="020B0604020202020204" pitchFamily="34" charset="0"/>
              <a:buChar char="●"/>
              <a:defRPr u="none" strike="noStrike" kern="1200" cap="none" spc="150" normalizeH="0" baseline="0">
                <a:solidFill>
                  <a:schemeClr val="tx1">
                    <a:lumMod val="65000"/>
                    <a:lumOff val="35000"/>
                  </a:schemeClr>
                </a:solidFill>
                <a:uFillTx/>
              </a:defRPr>
            </a:lvl1pPr>
            <a:lvl2pPr marL="685800" indent="-228600" defTabSz="914400" eaLnBrk="1" fontAlgn="auto" latinLnBrk="0" hangingPunct="1">
              <a:lnSpc>
                <a:spcPct val="120000"/>
              </a:lnSpc>
              <a:buFont typeface="Arial" panose="020B0604020202020204" pitchFamily="34" charset="0"/>
              <a:buChar char="●"/>
              <a:tabLst>
                <a:tab pos="1609725" algn="l"/>
                <a:tab pos="1609725" algn="l"/>
                <a:tab pos="1609725" algn="l"/>
                <a:tab pos="1609725" algn="l"/>
              </a:tabLst>
              <a:defRPr u="none" strike="noStrike" kern="1200" cap="none" spc="150" normalizeH="0" baseline="0">
                <a:solidFill>
                  <a:schemeClr val="tx1">
                    <a:lumMod val="65000"/>
                    <a:lumOff val="35000"/>
                  </a:schemeClr>
                </a:solidFill>
                <a:uFillTx/>
              </a:defRPr>
            </a:lvl2pPr>
            <a:lvl3pPr marL="1143000" indent="-228600" eaLnBrk="1" fontAlgn="auto" latinLnBrk="0" hangingPunct="1">
              <a:lnSpc>
                <a:spcPct val="120000"/>
              </a:lnSpc>
              <a:buFont typeface="Arial" panose="020B0604020202020204" pitchFamily="34" charset="0"/>
              <a:buChar char="●"/>
              <a:defRPr u="none" strike="noStrike" kern="1200" cap="none" spc="150" normalizeH="0" baseline="0">
                <a:solidFill>
                  <a:schemeClr val="tx1">
                    <a:lumMod val="65000"/>
                    <a:lumOff val="35000"/>
                  </a:schemeClr>
                </a:solidFill>
                <a:uFillTx/>
              </a:defRPr>
            </a:lvl3pPr>
            <a:lvl4pPr marL="1600200" indent="-228600" eaLnBrk="1" fontAlgn="auto" latinLnBrk="0" hangingPunct="1">
              <a:lnSpc>
                <a:spcPct val="120000"/>
              </a:lnSpc>
              <a:buFont typeface="Wingdings" panose="05000000000000000000" charset="0"/>
              <a:buChar char=""/>
              <a:defRPr u="none" strike="noStrike" kern="1200" cap="none" spc="150" normalizeH="0" baseline="0">
                <a:solidFill>
                  <a:schemeClr val="tx1">
                    <a:lumMod val="65000"/>
                    <a:lumOff val="35000"/>
                  </a:schemeClr>
                </a:solidFill>
                <a:uFillTx/>
              </a:defRPr>
            </a:lvl4pPr>
            <a:lvl5pPr marL="2057400" indent="-228600" eaLnBrk="1" fontAlgn="auto" latinLnBrk="0" hangingPunct="1">
              <a:lnSpc>
                <a:spcPct val="120000"/>
              </a:lnSpc>
              <a:buFont typeface="Arial" panose="020B0604020202020204" pitchFamily="34" charset="0"/>
              <a:buChar char="•"/>
              <a:defRPr u="none" strike="noStrike" kern="1200" cap="none" spc="150" normalizeH="0" baseline="0">
                <a:solidFill>
                  <a:schemeClr val="tx1">
                    <a:lumMod val="65000"/>
                    <a:lumOff val="35000"/>
                  </a:schemeClr>
                </a:solidFill>
                <a:uFillTx/>
              </a:defRPr>
            </a:lvl5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末尾幻灯片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期占位符 2"/>
          <p:cNvSpPr>
            <a:spLocks noGrp="1"/>
          </p:cNvSpPr>
          <p:nvPr>
            <p:ph type="dt" sz="half" idx="10"/>
            <p:custDataLst>
              <p:tags r:id="rId2"/>
            </p:custDataLst>
          </p:nvPr>
        </p:nvSpPr>
        <p:spPr>
          <a:xfrm>
            <a:off x="612000" y="6314400"/>
            <a:ext cx="2700000" cy="316800"/>
          </a:xfrm>
        </p:spPr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>
          <a:xfrm>
            <a:off x="4116000" y="6314400"/>
            <a:ext cx="3960000" cy="316800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>
          <a:xfrm>
            <a:off x="8877600" y="6314400"/>
            <a:ext cx="2700000" cy="316800"/>
          </a:xfrm>
        </p:spPr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  <p:sp>
        <p:nvSpPr>
          <p:cNvPr id="2" name="标题 1"/>
          <p:cNvSpPr>
            <a:spLocks noGrp="1"/>
          </p:cNvSpPr>
          <p:nvPr>
            <p:ph type="title" hasCustomPrompt="1"/>
            <p:custDataLst>
              <p:tags r:id="rId5"/>
            </p:custDataLst>
          </p:nvPr>
        </p:nvSpPr>
        <p:spPr>
          <a:xfrm>
            <a:off x="1198800" y="2484000"/>
            <a:ext cx="9799200" cy="1018800"/>
          </a:xfrm>
        </p:spPr>
        <p:txBody>
          <a:bodyPr vert="horz" lIns="90000" tIns="46800" rIns="90000" bIns="46800" rtlCol="0" anchor="t" anchorCtr="0">
            <a:normAutofit/>
          </a:bodyPr>
          <a:lstStyle>
            <a:lvl1pPr marL="0" marR="0" algn="ctr" defTabSz="914400" rtl="0" eaLnBrk="1" fontAlgn="auto" latinLnBrk="0" hangingPunct="1">
              <a:lnSpc>
                <a:spcPct val="100000"/>
              </a:lnSpc>
              <a:buNone/>
              <a:defRPr kumimoji="0" lang="zh-CN" altLang="en-US" sz="6000" b="1" i="0" u="none" strike="noStrike" kern="1200" cap="none" spc="300" normalizeH="0" baseline="0" noProof="1" dirty="0">
                <a:solidFill>
                  <a:schemeClr val="tx1">
                    <a:lumMod val="85000"/>
                    <a:lumOff val="15000"/>
                  </a:schemeClr>
                </a:solidFill>
                <a:effectLst/>
                <a:uFillTx/>
                <a:latin typeface="Arial" panose="020B0604020202020204" pitchFamily="34" charset="0"/>
                <a:ea typeface="微软雅黑" panose="020B0503020204020204" pitchFamily="34" charset="-122"/>
                <a:cs typeface="+mj-cs"/>
                <a:sym typeface="+mn-ea"/>
              </a:defRPr>
            </a:lvl1pPr>
          </a:lstStyle>
          <a:p>
            <a:pPr lvl="0"/>
            <a:r>
              <a:rPr>
                <a:sym typeface="+mn-ea"/>
              </a:rPr>
              <a:t>单击此处编辑标题</a:t>
            </a:r>
            <a:endParaRPr>
              <a:sym typeface="+mn-ea"/>
            </a:endParaRPr>
          </a:p>
        </p:txBody>
      </p:sp>
      <p:sp>
        <p:nvSpPr>
          <p:cNvPr id="7" name="文本占位符 6"/>
          <p:cNvSpPr>
            <a:spLocks noGrp="1"/>
          </p:cNvSpPr>
          <p:nvPr>
            <p:ph type="body" sz="quarter" idx="13"/>
            <p:custDataLst>
              <p:tags r:id="rId6"/>
            </p:custDataLst>
          </p:nvPr>
        </p:nvSpPr>
        <p:spPr>
          <a:xfrm>
            <a:off x="1198800" y="3560400"/>
            <a:ext cx="9799200" cy="471600"/>
          </a:xfrm>
        </p:spPr>
        <p:txBody>
          <a:bodyPr lIns="90000" tIns="46800" rIns="90000" bIns="46800">
            <a:normAutofit/>
          </a:bodyPr>
          <a:lstStyle>
            <a:lvl1pPr marL="0" indent="0" algn="ctr">
              <a:lnSpc>
                <a:spcPct val="110000"/>
              </a:lnSpc>
              <a:buNone/>
              <a:defRPr sz="2400" spc="200" baseline="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自定义版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1638300" y="365125"/>
            <a:ext cx="9715500" cy="1055370"/>
          </a:xfrm>
        </p:spPr>
        <p:txBody>
          <a:bodyPr anchor="ctr"/>
          <a:lstStyle>
            <a:lvl1pPr>
              <a:defRPr sz="3200">
                <a:solidFill>
                  <a:srgbClr val="0064D2"/>
                </a:solidFill>
              </a:defRPr>
            </a:lvl1pPr>
          </a:lstStyle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</p:spPr>
        <p:txBody>
          <a:bodyPr/>
          <a:lstStyle/>
          <a:p>
            <a:fld id="{263DB197-84B0-484E-9C0F-88358ECCB797}" type="datetimeFigureOut">
              <a:rPr lang="zh-CN" altLang="en-US" smtClean="0"/>
            </a:fld>
            <a:endParaRPr lang="zh-CN" altLang="en-US" dirty="0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E077DA78-E013-4A8C-AD75-63A150561B10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优先选择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</p:spPr>
        <p:txBody>
          <a:bodyPr/>
          <a:lstStyle/>
          <a:p>
            <a:fld id="{263DB197-84B0-484E-9C0F-88358ECCB797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E077DA78-E013-4A8C-AD75-63A150561B10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image" Target="../media/image1.png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1" Type="http://schemas.openxmlformats.org/officeDocument/2006/relationships/theme" Target="../theme/theme1.xml"/><Relationship Id="rId10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Masters/_rels/slideMaster2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17.xml"/><Relationship Id="rId8" Type="http://schemas.openxmlformats.org/officeDocument/2006/relationships/slideLayout" Target="../slideLayouts/slideLayout16.xml"/><Relationship Id="rId7" Type="http://schemas.openxmlformats.org/officeDocument/2006/relationships/slideLayout" Target="../slideLayouts/slideLayout15.xml"/><Relationship Id="rId6" Type="http://schemas.openxmlformats.org/officeDocument/2006/relationships/slideLayout" Target="../slideLayouts/slideLayout14.xml"/><Relationship Id="rId5" Type="http://schemas.openxmlformats.org/officeDocument/2006/relationships/slideLayout" Target="../slideLayouts/slideLayout13.xml"/><Relationship Id="rId4" Type="http://schemas.openxmlformats.org/officeDocument/2006/relationships/slideLayout" Target="../slideLayouts/slideLayout12.xml"/><Relationship Id="rId3" Type="http://schemas.openxmlformats.org/officeDocument/2006/relationships/slideLayout" Target="../slideLayouts/slideLayout11.xml"/><Relationship Id="rId2" Type="http://schemas.openxmlformats.org/officeDocument/2006/relationships/slideLayout" Target="../slideLayouts/slideLayout10.xml"/><Relationship Id="rId16" Type="http://schemas.openxmlformats.org/officeDocument/2006/relationships/theme" Target="../theme/theme2.xml"/><Relationship Id="rId15" Type="http://schemas.openxmlformats.org/officeDocument/2006/relationships/image" Target="../media/image2.png"/><Relationship Id="rId14" Type="http://schemas.openxmlformats.org/officeDocument/2006/relationships/image" Target="../media/image3.png"/><Relationship Id="rId13" Type="http://schemas.openxmlformats.org/officeDocument/2006/relationships/slideLayout" Target="../slideLayouts/slideLayout21.xml"/><Relationship Id="rId12" Type="http://schemas.openxmlformats.org/officeDocument/2006/relationships/slideLayout" Target="../slideLayouts/slideLayout20.xml"/><Relationship Id="rId11" Type="http://schemas.openxmlformats.org/officeDocument/2006/relationships/slideLayout" Target="../slideLayouts/slideLayout19.xml"/><Relationship Id="rId10" Type="http://schemas.openxmlformats.org/officeDocument/2006/relationships/slideLayout" Target="../slideLayouts/slideLayout18.xml"/><Relationship Id="rId1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图片 6" descr="图片3"/>
          <p:cNvPicPr>
            <a:picLocks noChangeAspect="1"/>
          </p:cNvPicPr>
          <p:nvPr userDrawn="1"/>
        </p:nvPicPr>
        <p:blipFill>
          <a:blip r:embed="rId9"/>
          <a:stretch>
            <a:fillRect/>
          </a:stretch>
        </p:blipFill>
        <p:spPr>
          <a:xfrm>
            <a:off x="0" y="0"/>
            <a:ext cx="12181205" cy="6858000"/>
          </a:xfrm>
          <a:prstGeom prst="rect">
            <a:avLst/>
          </a:prstGeom>
        </p:spPr>
      </p:pic>
      <p:pic>
        <p:nvPicPr>
          <p:cNvPr id="2" name="图片 1"/>
          <p:cNvPicPr>
            <a:picLocks noChangeAspect="1"/>
          </p:cNvPicPr>
          <p:nvPr userDrawn="1"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949130" y="0"/>
            <a:ext cx="2232075" cy="640111"/>
          </a:xfrm>
          <a:prstGeom prst="rect">
            <a:avLst/>
          </a:prstGeom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</p:sldLayoutIdLst>
  <p:txStyles>
    <p:titleStyle>
      <a:lvl1pPr algn="l" defTabSz="914400" rtl="0" eaLnBrk="1" fontAlgn="auto" latinLnBrk="0" hangingPunct="1">
        <a:lnSpc>
          <a:spcPct val="100000"/>
        </a:lnSpc>
        <a:spcBef>
          <a:spcPct val="0"/>
        </a:spcBef>
        <a:buNone/>
        <a:defRPr sz="3600" b="1" u="none" strike="noStrike" kern="1200" cap="none" spc="300" normalizeH="0" baseline="0">
          <a:solidFill>
            <a:schemeClr val="tx1">
              <a:lumMod val="85000"/>
              <a:lumOff val="15000"/>
            </a:schemeClr>
          </a:solidFill>
          <a:uFillTx/>
          <a:latin typeface="Arial" panose="020B0604020202020204" pitchFamily="34" charset="0"/>
          <a:ea typeface="微软雅黑" panose="020B0503020204020204" pitchFamily="34" charset="-122"/>
          <a:cs typeface="+mj-cs"/>
        </a:defRPr>
      </a:lvl1pPr>
    </p:titleStyle>
    <p:bodyStyle>
      <a:lvl1pPr marL="228600" indent="-228600" algn="l" defTabSz="914400" rtl="0" eaLnBrk="1" fontAlgn="auto" latinLnBrk="0" hangingPunct="1">
        <a:lnSpc>
          <a:spcPct val="130000"/>
        </a:lnSpc>
        <a:spcBef>
          <a:spcPts val="0"/>
        </a:spcBef>
        <a:spcAft>
          <a:spcPts val="1000"/>
        </a:spcAft>
        <a:buFont typeface="Arial" panose="020B0604020202020204" pitchFamily="34" charset="0"/>
        <a:buChar char="●"/>
        <a:defRPr sz="18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Arial" panose="020B0604020202020204" pitchFamily="34" charset="0"/>
          <a:ea typeface="微软雅黑" panose="020B0503020204020204" pitchFamily="34" charset="-122"/>
          <a:cs typeface="+mn-cs"/>
        </a:defRPr>
      </a:lvl1pPr>
      <a:lvl2pPr marL="6858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600"/>
        </a:spcAft>
        <a:buFont typeface="Arial" panose="020B0604020202020204" pitchFamily="34" charset="0"/>
        <a:buChar char="●"/>
        <a:tabLst>
          <a:tab pos="1609725" algn="l"/>
          <a:tab pos="1609725" algn="l"/>
          <a:tab pos="1609725" algn="l"/>
          <a:tab pos="1609725" algn="l"/>
        </a:tabLst>
        <a:defRPr sz="16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Arial" panose="020B0604020202020204" pitchFamily="34" charset="0"/>
          <a:ea typeface="微软雅黑" panose="020B0503020204020204" pitchFamily="34" charset="-122"/>
          <a:cs typeface="+mn-cs"/>
        </a:defRPr>
      </a:lvl2pPr>
      <a:lvl3pPr marL="11430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600"/>
        </a:spcAft>
        <a:buFont typeface="Arial" panose="020B0604020202020204" pitchFamily="34" charset="0"/>
        <a:buChar char="●"/>
        <a:defRPr sz="16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Arial" panose="020B0604020202020204" pitchFamily="34" charset="0"/>
          <a:ea typeface="微软雅黑" panose="020B0503020204020204" pitchFamily="34" charset="-122"/>
          <a:cs typeface="+mn-cs"/>
        </a:defRPr>
      </a:lvl3pPr>
      <a:lvl4pPr marL="16002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300"/>
        </a:spcAft>
        <a:buFont typeface="Wingdings" panose="05000000000000000000" charset="0"/>
        <a:buChar char=""/>
        <a:defRPr sz="14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Arial" panose="020B0604020202020204" pitchFamily="34" charset="0"/>
          <a:ea typeface="微软雅黑" panose="020B0503020204020204" pitchFamily="34" charset="-122"/>
          <a:cs typeface="+mn-cs"/>
        </a:defRPr>
      </a:lvl4pPr>
      <a:lvl5pPr marL="20574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300"/>
        </a:spcAft>
        <a:buFont typeface="Arial" panose="020B0604020202020204" pitchFamily="34" charset="0"/>
        <a:buChar char="•"/>
        <a:defRPr sz="14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Arial" panose="020B0604020202020204" pitchFamily="34" charset="0"/>
          <a:ea typeface="微软雅黑" panose="020B0503020204020204" pitchFamily="34" charset="-122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图片 6" descr="图片2"/>
          <p:cNvPicPr>
            <a:picLocks noChangeAspect="1"/>
          </p:cNvPicPr>
          <p:nvPr userDrawn="1"/>
        </p:nvPicPr>
        <p:blipFill>
          <a:blip r:embed="rId14"/>
          <a:stretch>
            <a:fillRect/>
          </a:stretch>
        </p:blipFill>
        <p:spPr>
          <a:xfrm>
            <a:off x="0" y="-5715"/>
            <a:ext cx="12192000" cy="6863715"/>
          </a:xfrm>
          <a:prstGeom prst="rect">
            <a:avLst/>
          </a:prstGeom>
        </p:spPr>
      </p:pic>
      <p:pic>
        <p:nvPicPr>
          <p:cNvPr id="2" name="图片 1"/>
          <p:cNvPicPr>
            <a:picLocks noChangeAspect="1"/>
          </p:cNvPicPr>
          <p:nvPr userDrawn="1"/>
        </p:nvPicPr>
        <p:blipFill>
          <a:blip r:embed="rId1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959925" y="-5715"/>
            <a:ext cx="2232075" cy="640111"/>
          </a:xfrm>
          <a:prstGeom prst="rect">
            <a:avLst/>
          </a:prstGeom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3658" r:id="rId1"/>
    <p:sldLayoutId id="2147483659" r:id="rId2"/>
    <p:sldLayoutId id="2147483660" r:id="rId3"/>
    <p:sldLayoutId id="2147483661" r:id="rId4"/>
    <p:sldLayoutId id="2147483662" r:id="rId5"/>
    <p:sldLayoutId id="2147483663" r:id="rId6"/>
    <p:sldLayoutId id="2147483664" r:id="rId7"/>
    <p:sldLayoutId id="2147483665" r:id="rId8"/>
    <p:sldLayoutId id="2147483666" r:id="rId9"/>
    <p:sldLayoutId id="2147483667" r:id="rId10"/>
    <p:sldLayoutId id="2147483668" r:id="rId11"/>
    <p:sldLayoutId id="2147483669" r:id="rId12"/>
    <p:sldLayoutId id="2147483670" r:id="rId13"/>
  </p:sldLayoutIdLst>
  <p:txStyles>
    <p:titleStyle>
      <a:lvl1pPr algn="l" defTabSz="914400" rtl="0" eaLnBrk="1" fontAlgn="auto" latinLnBrk="0" hangingPunct="1">
        <a:lnSpc>
          <a:spcPct val="100000"/>
        </a:lnSpc>
        <a:spcBef>
          <a:spcPct val="0"/>
        </a:spcBef>
        <a:buNone/>
        <a:defRPr sz="3600" b="1" u="none" strike="noStrike" kern="1200" cap="none" spc="300" normalizeH="0" baseline="0">
          <a:solidFill>
            <a:schemeClr val="tx1">
              <a:lumMod val="85000"/>
              <a:lumOff val="15000"/>
            </a:schemeClr>
          </a:solidFill>
          <a:uFillTx/>
          <a:latin typeface="Arial" panose="020B0604020202020204" pitchFamily="34" charset="0"/>
          <a:ea typeface="微软雅黑" panose="020B0503020204020204" pitchFamily="34" charset="-122"/>
          <a:cs typeface="+mj-cs"/>
        </a:defRPr>
      </a:lvl1pPr>
    </p:titleStyle>
    <p:bodyStyle>
      <a:lvl1pPr marL="228600" indent="-228600" algn="l" defTabSz="914400" rtl="0" eaLnBrk="1" fontAlgn="auto" latinLnBrk="0" hangingPunct="1">
        <a:lnSpc>
          <a:spcPct val="130000"/>
        </a:lnSpc>
        <a:spcBef>
          <a:spcPts val="0"/>
        </a:spcBef>
        <a:spcAft>
          <a:spcPts val="1000"/>
        </a:spcAft>
        <a:buFont typeface="Arial" panose="020B0604020202020204" pitchFamily="34" charset="0"/>
        <a:buChar char="●"/>
        <a:defRPr sz="18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Arial" panose="020B0604020202020204" pitchFamily="34" charset="0"/>
          <a:ea typeface="微软雅黑" panose="020B0503020204020204" pitchFamily="34" charset="-122"/>
          <a:cs typeface="+mn-cs"/>
        </a:defRPr>
      </a:lvl1pPr>
      <a:lvl2pPr marL="6858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600"/>
        </a:spcAft>
        <a:buFont typeface="Arial" panose="020B0604020202020204" pitchFamily="34" charset="0"/>
        <a:buChar char="●"/>
        <a:tabLst>
          <a:tab pos="1609725" algn="l"/>
          <a:tab pos="1609725" algn="l"/>
          <a:tab pos="1609725" algn="l"/>
          <a:tab pos="1609725" algn="l"/>
        </a:tabLst>
        <a:defRPr sz="16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Arial" panose="020B0604020202020204" pitchFamily="34" charset="0"/>
          <a:ea typeface="微软雅黑" panose="020B0503020204020204" pitchFamily="34" charset="-122"/>
          <a:cs typeface="+mn-cs"/>
        </a:defRPr>
      </a:lvl2pPr>
      <a:lvl3pPr marL="11430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600"/>
        </a:spcAft>
        <a:buFont typeface="Arial" panose="020B0604020202020204" pitchFamily="34" charset="0"/>
        <a:buChar char="●"/>
        <a:defRPr sz="16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Arial" panose="020B0604020202020204" pitchFamily="34" charset="0"/>
          <a:ea typeface="微软雅黑" panose="020B0503020204020204" pitchFamily="34" charset="-122"/>
          <a:cs typeface="+mn-cs"/>
        </a:defRPr>
      </a:lvl3pPr>
      <a:lvl4pPr marL="16002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300"/>
        </a:spcAft>
        <a:buFont typeface="Wingdings" panose="05000000000000000000" charset="0"/>
        <a:buChar char=""/>
        <a:defRPr sz="14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Arial" panose="020B0604020202020204" pitchFamily="34" charset="0"/>
          <a:ea typeface="微软雅黑" panose="020B0503020204020204" pitchFamily="34" charset="-122"/>
          <a:cs typeface="+mn-cs"/>
        </a:defRPr>
      </a:lvl4pPr>
      <a:lvl5pPr marL="20574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300"/>
        </a:spcAft>
        <a:buFont typeface="Arial" panose="020B0604020202020204" pitchFamily="34" charset="0"/>
        <a:buChar char="•"/>
        <a:defRPr sz="14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Arial" panose="020B0604020202020204" pitchFamily="34" charset="0"/>
          <a:ea typeface="微软雅黑" panose="020B0503020204020204" pitchFamily="34" charset="-122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9" Type="http://schemas.openxmlformats.org/officeDocument/2006/relationships/tags" Target="../tags/tag78.xml"/><Relationship Id="rId8" Type="http://schemas.openxmlformats.org/officeDocument/2006/relationships/tags" Target="../tags/tag77.xml"/><Relationship Id="rId7" Type="http://schemas.openxmlformats.org/officeDocument/2006/relationships/tags" Target="../tags/tag76.xml"/><Relationship Id="rId6" Type="http://schemas.openxmlformats.org/officeDocument/2006/relationships/tags" Target="../tags/tag75.xml"/><Relationship Id="rId5" Type="http://schemas.openxmlformats.org/officeDocument/2006/relationships/tags" Target="../tags/tag74.xml"/><Relationship Id="rId4" Type="http://schemas.openxmlformats.org/officeDocument/2006/relationships/tags" Target="../tags/tag73.xml"/><Relationship Id="rId3" Type="http://schemas.openxmlformats.org/officeDocument/2006/relationships/tags" Target="../tags/tag72.xml"/><Relationship Id="rId21" Type="http://schemas.openxmlformats.org/officeDocument/2006/relationships/slideLayout" Target="../slideLayouts/slideLayout15.xml"/><Relationship Id="rId20" Type="http://schemas.openxmlformats.org/officeDocument/2006/relationships/tags" Target="../tags/tag89.xml"/><Relationship Id="rId2" Type="http://schemas.openxmlformats.org/officeDocument/2006/relationships/tags" Target="../tags/tag71.xml"/><Relationship Id="rId19" Type="http://schemas.openxmlformats.org/officeDocument/2006/relationships/tags" Target="../tags/tag88.xml"/><Relationship Id="rId18" Type="http://schemas.openxmlformats.org/officeDocument/2006/relationships/tags" Target="../tags/tag87.xml"/><Relationship Id="rId17" Type="http://schemas.openxmlformats.org/officeDocument/2006/relationships/tags" Target="../tags/tag86.xml"/><Relationship Id="rId16" Type="http://schemas.openxmlformats.org/officeDocument/2006/relationships/tags" Target="../tags/tag85.xml"/><Relationship Id="rId15" Type="http://schemas.openxmlformats.org/officeDocument/2006/relationships/tags" Target="../tags/tag84.xml"/><Relationship Id="rId14" Type="http://schemas.openxmlformats.org/officeDocument/2006/relationships/tags" Target="../tags/tag83.xml"/><Relationship Id="rId13" Type="http://schemas.openxmlformats.org/officeDocument/2006/relationships/tags" Target="../tags/tag82.xml"/><Relationship Id="rId12" Type="http://schemas.openxmlformats.org/officeDocument/2006/relationships/tags" Target="../tags/tag81.xml"/><Relationship Id="rId11" Type="http://schemas.openxmlformats.org/officeDocument/2006/relationships/tags" Target="../tags/tag80.xml"/><Relationship Id="rId10" Type="http://schemas.openxmlformats.org/officeDocument/2006/relationships/tags" Target="../tags/tag79.xml"/><Relationship Id="rId1" Type="http://schemas.openxmlformats.org/officeDocument/2006/relationships/tags" Target="../tags/tag70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9.xml.rels><?xml version="1.0" encoding="UTF-8" standalone="yes"?>
<Relationships xmlns="http://schemas.openxmlformats.org/package/2006/relationships"><Relationship Id="rId9" Type="http://schemas.openxmlformats.org/officeDocument/2006/relationships/tags" Target="../tags/tag98.xml"/><Relationship Id="rId8" Type="http://schemas.openxmlformats.org/officeDocument/2006/relationships/tags" Target="../tags/tag97.xml"/><Relationship Id="rId7" Type="http://schemas.openxmlformats.org/officeDocument/2006/relationships/tags" Target="../tags/tag96.xml"/><Relationship Id="rId6" Type="http://schemas.openxmlformats.org/officeDocument/2006/relationships/tags" Target="../tags/tag95.xml"/><Relationship Id="rId5" Type="http://schemas.openxmlformats.org/officeDocument/2006/relationships/tags" Target="../tags/tag94.xml"/><Relationship Id="rId4" Type="http://schemas.openxmlformats.org/officeDocument/2006/relationships/tags" Target="../tags/tag93.xml"/><Relationship Id="rId3" Type="http://schemas.openxmlformats.org/officeDocument/2006/relationships/tags" Target="../tags/tag92.xml"/><Relationship Id="rId21" Type="http://schemas.openxmlformats.org/officeDocument/2006/relationships/slideLayout" Target="../slideLayouts/slideLayout15.xml"/><Relationship Id="rId20" Type="http://schemas.openxmlformats.org/officeDocument/2006/relationships/tags" Target="../tags/tag109.xml"/><Relationship Id="rId2" Type="http://schemas.openxmlformats.org/officeDocument/2006/relationships/tags" Target="../tags/tag91.xml"/><Relationship Id="rId19" Type="http://schemas.openxmlformats.org/officeDocument/2006/relationships/tags" Target="../tags/tag108.xml"/><Relationship Id="rId18" Type="http://schemas.openxmlformats.org/officeDocument/2006/relationships/tags" Target="../tags/tag107.xml"/><Relationship Id="rId17" Type="http://schemas.openxmlformats.org/officeDocument/2006/relationships/tags" Target="../tags/tag106.xml"/><Relationship Id="rId16" Type="http://schemas.openxmlformats.org/officeDocument/2006/relationships/tags" Target="../tags/tag105.xml"/><Relationship Id="rId15" Type="http://schemas.openxmlformats.org/officeDocument/2006/relationships/tags" Target="../tags/tag104.xml"/><Relationship Id="rId14" Type="http://schemas.openxmlformats.org/officeDocument/2006/relationships/tags" Target="../tags/tag103.xml"/><Relationship Id="rId13" Type="http://schemas.openxmlformats.org/officeDocument/2006/relationships/tags" Target="../tags/tag102.xml"/><Relationship Id="rId12" Type="http://schemas.openxmlformats.org/officeDocument/2006/relationships/tags" Target="../tags/tag101.xml"/><Relationship Id="rId11" Type="http://schemas.openxmlformats.org/officeDocument/2006/relationships/tags" Target="../tags/tag100.xml"/><Relationship Id="rId10" Type="http://schemas.openxmlformats.org/officeDocument/2006/relationships/tags" Target="../tags/tag99.xml"/><Relationship Id="rId1" Type="http://schemas.openxmlformats.org/officeDocument/2006/relationships/tags" Target="../tags/tag90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12.xml.rels><?xml version="1.0" encoding="UTF-8" standalone="yes"?>
<Relationships xmlns="http://schemas.openxmlformats.org/package/2006/relationships"><Relationship Id="rId9" Type="http://schemas.openxmlformats.org/officeDocument/2006/relationships/tags" Target="../tags/tag118.xml"/><Relationship Id="rId8" Type="http://schemas.openxmlformats.org/officeDocument/2006/relationships/tags" Target="../tags/tag117.xml"/><Relationship Id="rId7" Type="http://schemas.openxmlformats.org/officeDocument/2006/relationships/tags" Target="../tags/tag116.xml"/><Relationship Id="rId6" Type="http://schemas.openxmlformats.org/officeDocument/2006/relationships/tags" Target="../tags/tag115.xml"/><Relationship Id="rId5" Type="http://schemas.openxmlformats.org/officeDocument/2006/relationships/tags" Target="../tags/tag114.xml"/><Relationship Id="rId4" Type="http://schemas.openxmlformats.org/officeDocument/2006/relationships/tags" Target="../tags/tag113.xml"/><Relationship Id="rId3" Type="http://schemas.openxmlformats.org/officeDocument/2006/relationships/tags" Target="../tags/tag112.xml"/><Relationship Id="rId21" Type="http://schemas.openxmlformats.org/officeDocument/2006/relationships/slideLayout" Target="../slideLayouts/slideLayout15.xml"/><Relationship Id="rId20" Type="http://schemas.openxmlformats.org/officeDocument/2006/relationships/tags" Target="../tags/tag129.xml"/><Relationship Id="rId2" Type="http://schemas.openxmlformats.org/officeDocument/2006/relationships/tags" Target="../tags/tag111.xml"/><Relationship Id="rId19" Type="http://schemas.openxmlformats.org/officeDocument/2006/relationships/tags" Target="../tags/tag128.xml"/><Relationship Id="rId18" Type="http://schemas.openxmlformats.org/officeDocument/2006/relationships/tags" Target="../tags/tag127.xml"/><Relationship Id="rId17" Type="http://schemas.openxmlformats.org/officeDocument/2006/relationships/tags" Target="../tags/tag126.xml"/><Relationship Id="rId16" Type="http://schemas.openxmlformats.org/officeDocument/2006/relationships/tags" Target="../tags/tag125.xml"/><Relationship Id="rId15" Type="http://schemas.openxmlformats.org/officeDocument/2006/relationships/tags" Target="../tags/tag124.xml"/><Relationship Id="rId14" Type="http://schemas.openxmlformats.org/officeDocument/2006/relationships/tags" Target="../tags/tag123.xml"/><Relationship Id="rId13" Type="http://schemas.openxmlformats.org/officeDocument/2006/relationships/tags" Target="../tags/tag122.xml"/><Relationship Id="rId12" Type="http://schemas.openxmlformats.org/officeDocument/2006/relationships/tags" Target="../tags/tag121.xml"/><Relationship Id="rId11" Type="http://schemas.openxmlformats.org/officeDocument/2006/relationships/tags" Target="../tags/tag120.xml"/><Relationship Id="rId10" Type="http://schemas.openxmlformats.org/officeDocument/2006/relationships/tags" Target="../tags/tag119.xml"/><Relationship Id="rId1" Type="http://schemas.openxmlformats.org/officeDocument/2006/relationships/tags" Target="../tags/tag110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15.xml.rels><?xml version="1.0" encoding="UTF-8" standalone="yes"?>
<Relationships xmlns="http://schemas.openxmlformats.org/package/2006/relationships"><Relationship Id="rId9" Type="http://schemas.openxmlformats.org/officeDocument/2006/relationships/tags" Target="../tags/tag138.xml"/><Relationship Id="rId8" Type="http://schemas.openxmlformats.org/officeDocument/2006/relationships/tags" Target="../tags/tag137.xml"/><Relationship Id="rId7" Type="http://schemas.openxmlformats.org/officeDocument/2006/relationships/tags" Target="../tags/tag136.xml"/><Relationship Id="rId6" Type="http://schemas.openxmlformats.org/officeDocument/2006/relationships/tags" Target="../tags/tag135.xml"/><Relationship Id="rId5" Type="http://schemas.openxmlformats.org/officeDocument/2006/relationships/tags" Target="../tags/tag134.xml"/><Relationship Id="rId4" Type="http://schemas.openxmlformats.org/officeDocument/2006/relationships/tags" Target="../tags/tag133.xml"/><Relationship Id="rId3" Type="http://schemas.openxmlformats.org/officeDocument/2006/relationships/tags" Target="../tags/tag132.xml"/><Relationship Id="rId21" Type="http://schemas.openxmlformats.org/officeDocument/2006/relationships/slideLayout" Target="../slideLayouts/slideLayout15.xml"/><Relationship Id="rId20" Type="http://schemas.openxmlformats.org/officeDocument/2006/relationships/tags" Target="../tags/tag149.xml"/><Relationship Id="rId2" Type="http://schemas.openxmlformats.org/officeDocument/2006/relationships/tags" Target="../tags/tag131.xml"/><Relationship Id="rId19" Type="http://schemas.openxmlformats.org/officeDocument/2006/relationships/tags" Target="../tags/tag148.xml"/><Relationship Id="rId18" Type="http://schemas.openxmlformats.org/officeDocument/2006/relationships/tags" Target="../tags/tag147.xml"/><Relationship Id="rId17" Type="http://schemas.openxmlformats.org/officeDocument/2006/relationships/tags" Target="../tags/tag146.xml"/><Relationship Id="rId16" Type="http://schemas.openxmlformats.org/officeDocument/2006/relationships/tags" Target="../tags/tag145.xml"/><Relationship Id="rId15" Type="http://schemas.openxmlformats.org/officeDocument/2006/relationships/tags" Target="../tags/tag144.xml"/><Relationship Id="rId14" Type="http://schemas.openxmlformats.org/officeDocument/2006/relationships/tags" Target="../tags/tag143.xml"/><Relationship Id="rId13" Type="http://schemas.openxmlformats.org/officeDocument/2006/relationships/tags" Target="../tags/tag142.xml"/><Relationship Id="rId12" Type="http://schemas.openxmlformats.org/officeDocument/2006/relationships/tags" Target="../tags/tag141.xml"/><Relationship Id="rId11" Type="http://schemas.openxmlformats.org/officeDocument/2006/relationships/tags" Target="../tags/tag140.xml"/><Relationship Id="rId10" Type="http://schemas.openxmlformats.org/officeDocument/2006/relationships/tags" Target="../tags/tag139.xml"/><Relationship Id="rId1" Type="http://schemas.openxmlformats.org/officeDocument/2006/relationships/tags" Target="../tags/tag130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圆角矩形 34"/>
          <p:cNvSpPr/>
          <p:nvPr>
            <p:custDataLst>
              <p:tags r:id="rId1"/>
            </p:custDataLst>
          </p:nvPr>
        </p:nvSpPr>
        <p:spPr>
          <a:xfrm rot="2700000">
            <a:off x="4053840" y="2520315"/>
            <a:ext cx="1509395" cy="1517015"/>
          </a:xfrm>
          <a:prstGeom prst="roundRect">
            <a:avLst>
              <a:gd name="adj" fmla="val 6319"/>
            </a:avLst>
          </a:prstGeom>
          <a:solidFill>
            <a:schemeClr val="bg1">
              <a:lumMod val="95000"/>
            </a:schemeClr>
          </a:solidFill>
          <a:ln>
            <a:noFill/>
          </a:ln>
          <a:effectLst>
            <a:outerShdw blurRad="152400" dist="63500" dir="8100000" algn="tl" rotWithShape="0">
              <a:prstClr val="black">
                <a:alpha val="30000"/>
              </a:prstClr>
            </a:outerShdw>
          </a:effectLst>
          <a:scene3d>
            <a:camera prst="orthographicFront"/>
            <a:lightRig rig="threePt" dir="t"/>
          </a:scene3d>
          <a:sp3d prstMaterial="softEdge">
            <a:bevelT w="38100" h="635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2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DIN-BoldItalic" pitchFamily="50" charset="0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2" name="圆角矩形 38"/>
          <p:cNvSpPr/>
          <p:nvPr>
            <p:custDataLst>
              <p:tags r:id="rId2"/>
            </p:custDataLst>
          </p:nvPr>
        </p:nvSpPr>
        <p:spPr>
          <a:xfrm rot="2700000">
            <a:off x="4272915" y="2696845"/>
            <a:ext cx="1068070" cy="1068070"/>
          </a:xfrm>
          <a:prstGeom prst="roundRect">
            <a:avLst>
              <a:gd name="adj" fmla="val 6319"/>
            </a:avLst>
          </a:prstGeom>
          <a:solidFill>
            <a:schemeClr val="tx1">
              <a:lumMod val="65000"/>
              <a:lumOff val="35000"/>
            </a:schemeClr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010600030101010101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21" name="任意多边形 44"/>
          <p:cNvSpPr/>
          <p:nvPr>
            <p:custDataLst>
              <p:tags r:id="rId3"/>
            </p:custDataLst>
          </p:nvPr>
        </p:nvSpPr>
        <p:spPr>
          <a:xfrm flipV="1">
            <a:off x="4055110" y="3601085"/>
            <a:ext cx="1842770" cy="1015365"/>
          </a:xfrm>
          <a:custGeom>
            <a:avLst/>
            <a:gdLst>
              <a:gd name="connsiteX0" fmla="*/ 0 w 1940313"/>
              <a:gd name="connsiteY0" fmla="*/ 791737 h 1148576"/>
              <a:gd name="connsiteX1" fmla="*/ 791737 w 1940313"/>
              <a:gd name="connsiteY1" fmla="*/ 0 h 1148576"/>
              <a:gd name="connsiteX2" fmla="*/ 1940313 w 1940313"/>
              <a:gd name="connsiteY2" fmla="*/ 1148576 h 114857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940313" h="1148576">
                <a:moveTo>
                  <a:pt x="0" y="791737"/>
                </a:moveTo>
                <a:lnTo>
                  <a:pt x="791737" y="0"/>
                </a:lnTo>
                <a:lnTo>
                  <a:pt x="1940313" y="1148576"/>
                </a:lnTo>
              </a:path>
            </a:pathLst>
          </a:custGeom>
          <a:noFill/>
          <a:ln w="12700">
            <a:solidFill>
              <a:srgbClr val="8A8B8F"/>
            </a:solidFill>
            <a:prstDash val="dash"/>
            <a:headEnd type="oval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010600030101010101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10" name="文本框 9"/>
          <p:cNvSpPr txBox="1"/>
          <p:nvPr>
            <p:custDataLst>
              <p:tags r:id="rId4"/>
            </p:custDataLst>
          </p:nvPr>
        </p:nvSpPr>
        <p:spPr>
          <a:xfrm>
            <a:off x="4513479" y="2762250"/>
            <a:ext cx="682625" cy="10147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6000" b="1">
                <a:solidFill>
                  <a:schemeClr val="bg1"/>
                </a:solidFill>
                <a:latin typeface="+mj-ea"/>
                <a:ea typeface="+mj-ea"/>
              </a:rPr>
              <a:t>2</a:t>
            </a:r>
            <a:endParaRPr lang="en-US" altLang="zh-CN" sz="6000" b="1">
              <a:solidFill>
                <a:schemeClr val="bg1"/>
              </a:solidFill>
              <a:latin typeface="+mj-ea"/>
              <a:ea typeface="+mj-ea"/>
            </a:endParaRPr>
          </a:p>
        </p:txBody>
      </p:sp>
      <p:grpSp>
        <p:nvGrpSpPr>
          <p:cNvPr id="11" name="组合 10"/>
          <p:cNvGrpSpPr/>
          <p:nvPr>
            <p:custDataLst>
              <p:tags r:id="rId5"/>
            </p:custDataLst>
          </p:nvPr>
        </p:nvGrpSpPr>
        <p:grpSpPr>
          <a:xfrm>
            <a:off x="1248410" y="2000885"/>
            <a:ext cx="1597025" cy="1935480"/>
            <a:chOff x="4536" y="3212"/>
            <a:chExt cx="3287" cy="4048"/>
          </a:xfrm>
        </p:grpSpPr>
        <p:sp>
          <p:nvSpPr>
            <p:cNvPr id="13" name="圆角矩形 34"/>
            <p:cNvSpPr/>
            <p:nvPr>
              <p:custDataLst>
                <p:tags r:id="rId6"/>
              </p:custDataLst>
            </p:nvPr>
          </p:nvSpPr>
          <p:spPr>
            <a:xfrm rot="2700000">
              <a:off x="4536" y="4280"/>
              <a:ext cx="2980" cy="2980"/>
            </a:xfrm>
            <a:prstGeom prst="roundRect">
              <a:avLst>
                <a:gd name="adj" fmla="val 6319"/>
              </a:avLst>
            </a:prstGeom>
            <a:solidFill>
              <a:schemeClr val="bg1">
                <a:lumMod val="95000"/>
              </a:schemeClr>
            </a:solidFill>
            <a:ln>
              <a:noFill/>
            </a:ln>
            <a:effectLst>
              <a:outerShdw blurRad="152400" dist="63500" dir="8100000" algn="tl" rotWithShape="0">
                <a:prstClr val="black">
                  <a:alpha val="30000"/>
                </a:prstClr>
              </a:outerShdw>
            </a:effectLst>
            <a:scene3d>
              <a:camera prst="orthographicFront"/>
              <a:lightRig rig="threePt" dir="t"/>
            </a:scene3d>
            <a:sp3d prstMaterial="softEdge">
              <a:bevelT w="38100" h="6350"/>
            </a:sp3d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DIN-BoldItalic" pitchFamily="50" charset="0"/>
                <a:ea typeface="微软雅黑" panose="020B0503020204020204" pitchFamily="34" charset="-122"/>
                <a:cs typeface="+mn-cs"/>
              </a:endParaRPr>
            </a:p>
          </p:txBody>
        </p:sp>
        <p:sp>
          <p:nvSpPr>
            <p:cNvPr id="14" name="圆角矩形 38"/>
            <p:cNvSpPr/>
            <p:nvPr>
              <p:custDataLst>
                <p:tags r:id="rId7"/>
              </p:custDataLst>
            </p:nvPr>
          </p:nvSpPr>
          <p:spPr>
            <a:xfrm rot="2700000">
              <a:off x="4943" y="4671"/>
              <a:ext cx="2185" cy="2185"/>
            </a:xfrm>
            <a:prstGeom prst="roundRect">
              <a:avLst>
                <a:gd name="adj" fmla="val 6319"/>
              </a:avLst>
            </a:prstGeom>
            <a:solidFill>
              <a:schemeClr val="accent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等线" panose="02010600030101010101" charset="-122"/>
                <a:ea typeface="微软雅黑" panose="020B0503020204020204" pitchFamily="34" charset="-122"/>
                <a:cs typeface="+mn-cs"/>
              </a:endParaRPr>
            </a:p>
          </p:txBody>
        </p:sp>
        <p:sp>
          <p:nvSpPr>
            <p:cNvPr id="15" name="任意多边形 42"/>
            <p:cNvSpPr/>
            <p:nvPr/>
          </p:nvSpPr>
          <p:spPr>
            <a:xfrm>
              <a:off x="4767" y="3212"/>
              <a:ext cx="3056" cy="1809"/>
            </a:xfrm>
            <a:custGeom>
              <a:avLst/>
              <a:gdLst>
                <a:gd name="connsiteX0" fmla="*/ 0 w 1940313"/>
                <a:gd name="connsiteY0" fmla="*/ 791737 h 1148576"/>
                <a:gd name="connsiteX1" fmla="*/ 791737 w 1940313"/>
                <a:gd name="connsiteY1" fmla="*/ 0 h 1148576"/>
                <a:gd name="connsiteX2" fmla="*/ 1940313 w 1940313"/>
                <a:gd name="connsiteY2" fmla="*/ 1148576 h 114857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940313" h="1148576">
                  <a:moveTo>
                    <a:pt x="0" y="791737"/>
                  </a:moveTo>
                  <a:lnTo>
                    <a:pt x="791737" y="0"/>
                  </a:lnTo>
                  <a:lnTo>
                    <a:pt x="1940313" y="1148576"/>
                  </a:lnTo>
                </a:path>
              </a:pathLst>
            </a:custGeom>
            <a:noFill/>
            <a:ln w="12700">
              <a:solidFill>
                <a:srgbClr val="8A8B8F"/>
              </a:solidFill>
              <a:prstDash val="dash"/>
              <a:headEnd type="oval" w="med" len="med"/>
              <a:tailEnd type="triangl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等线" panose="02010600030101010101" charset="-122"/>
                <a:ea typeface="微软雅黑" panose="020B0503020204020204" pitchFamily="34" charset="-122"/>
                <a:cs typeface="+mn-cs"/>
              </a:endParaRPr>
            </a:p>
          </p:txBody>
        </p:sp>
      </p:grpSp>
      <p:sp>
        <p:nvSpPr>
          <p:cNvPr id="17" name="文本框 16"/>
          <p:cNvSpPr txBox="1"/>
          <p:nvPr>
            <p:custDataLst>
              <p:tags r:id="rId8"/>
            </p:custDataLst>
          </p:nvPr>
        </p:nvSpPr>
        <p:spPr>
          <a:xfrm>
            <a:off x="1662430" y="2762250"/>
            <a:ext cx="541020" cy="949325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en-US" altLang="zh-CN" sz="6000" b="1">
                <a:solidFill>
                  <a:schemeClr val="bg1"/>
                </a:solidFill>
                <a:latin typeface="+mj-ea"/>
                <a:ea typeface="+mj-ea"/>
              </a:rPr>
              <a:t>1</a:t>
            </a:r>
            <a:endParaRPr lang="en-US" altLang="zh-CN" sz="6000" b="1">
              <a:solidFill>
                <a:schemeClr val="bg1"/>
              </a:solidFill>
              <a:latin typeface="+mj-ea"/>
              <a:ea typeface="+mj-ea"/>
            </a:endParaRPr>
          </a:p>
        </p:txBody>
      </p:sp>
      <p:sp>
        <p:nvSpPr>
          <p:cNvPr id="3" name="文本框1"/>
          <p:cNvSpPr txBox="1"/>
          <p:nvPr>
            <p:custDataLst>
              <p:tags r:id="rId9"/>
            </p:custDataLst>
          </p:nvPr>
        </p:nvSpPr>
        <p:spPr>
          <a:xfrm>
            <a:off x="3457869" y="4770120"/>
            <a:ext cx="2700000" cy="4603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zh-CN" altLang="zh-CN" sz="2400" dirty="0" smtClean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二、编写初版系统提示词并建立基础评估指标</a:t>
            </a:r>
            <a:endParaRPr lang="zh-CN" altLang="zh-CN" sz="2400" dirty="0" smtClean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sp>
        <p:nvSpPr>
          <p:cNvPr id="4" name="文本框1"/>
          <p:cNvSpPr txBox="1"/>
          <p:nvPr>
            <p:custDataLst>
              <p:tags r:id="rId10"/>
            </p:custDataLst>
          </p:nvPr>
        </p:nvSpPr>
        <p:spPr>
          <a:xfrm>
            <a:off x="622292" y="4770120"/>
            <a:ext cx="2700000" cy="46080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zh-CN" altLang="zh-CN" sz="2400" b="1" dirty="0" smtClean="0">
                <a:solidFill>
                  <a:srgbClr val="0064D2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一、熟悉</a:t>
            </a:r>
            <a:r>
              <a:rPr lang="en-US" altLang="zh-CN" sz="2400" b="1" dirty="0" smtClean="0">
                <a:solidFill>
                  <a:srgbClr val="0064D2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RAGFlow</a:t>
            </a:r>
            <a:r>
              <a:rPr lang="zh-CN" altLang="en-US" sz="2400" b="1" dirty="0" smtClean="0">
                <a:solidFill>
                  <a:srgbClr val="0064D2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平台并创建基础应用</a:t>
            </a:r>
            <a:endParaRPr lang="zh-CN" altLang="en-US" sz="2400" b="1" dirty="0" smtClean="0">
              <a:solidFill>
                <a:srgbClr val="0064D2"/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sp>
        <p:nvSpPr>
          <p:cNvPr id="5" name="圆角矩形 34"/>
          <p:cNvSpPr/>
          <p:nvPr>
            <p:custDataLst>
              <p:tags r:id="rId11"/>
            </p:custDataLst>
          </p:nvPr>
        </p:nvSpPr>
        <p:spPr>
          <a:xfrm rot="2700000">
            <a:off x="6995795" y="2531745"/>
            <a:ext cx="1492885" cy="1393825"/>
          </a:xfrm>
          <a:prstGeom prst="roundRect">
            <a:avLst>
              <a:gd name="adj" fmla="val 6319"/>
            </a:avLst>
          </a:prstGeom>
          <a:solidFill>
            <a:schemeClr val="bg1">
              <a:lumMod val="95000"/>
            </a:schemeClr>
          </a:solidFill>
          <a:ln>
            <a:noFill/>
          </a:ln>
          <a:effectLst>
            <a:outerShdw blurRad="152400" dist="63500" dir="8100000" algn="tl" rotWithShape="0">
              <a:prstClr val="black">
                <a:alpha val="30000"/>
              </a:prstClr>
            </a:outerShdw>
          </a:effectLst>
          <a:scene3d>
            <a:camera prst="orthographicFront"/>
            <a:lightRig rig="threePt" dir="t"/>
          </a:scene3d>
          <a:sp3d prstMaterial="softEdge">
            <a:bevelT w="38100" h="635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2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DIN-BoldItalic" pitchFamily="50" charset="0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6" name="圆角矩形 38"/>
          <p:cNvSpPr/>
          <p:nvPr>
            <p:custDataLst>
              <p:tags r:id="rId12"/>
            </p:custDataLst>
          </p:nvPr>
        </p:nvSpPr>
        <p:spPr>
          <a:xfrm rot="2700000">
            <a:off x="7209155" y="2696845"/>
            <a:ext cx="1068070" cy="1068070"/>
          </a:xfrm>
          <a:prstGeom prst="roundRect">
            <a:avLst>
              <a:gd name="adj" fmla="val 6319"/>
            </a:avLst>
          </a:prstGeom>
          <a:solidFill>
            <a:schemeClr val="tx1">
              <a:lumMod val="65000"/>
              <a:lumOff val="35000"/>
            </a:schemeClr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010600030101010101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8" name="圆角矩形 34"/>
          <p:cNvSpPr/>
          <p:nvPr>
            <p:custDataLst>
              <p:tags r:id="rId13"/>
            </p:custDataLst>
          </p:nvPr>
        </p:nvSpPr>
        <p:spPr>
          <a:xfrm rot="2700000">
            <a:off x="9720580" y="2510790"/>
            <a:ext cx="1454785" cy="1449070"/>
          </a:xfrm>
          <a:prstGeom prst="roundRect">
            <a:avLst>
              <a:gd name="adj" fmla="val 6319"/>
            </a:avLst>
          </a:prstGeom>
          <a:solidFill>
            <a:schemeClr val="bg1">
              <a:lumMod val="95000"/>
            </a:schemeClr>
          </a:solidFill>
          <a:ln>
            <a:noFill/>
          </a:ln>
          <a:effectLst>
            <a:outerShdw blurRad="152400" dist="63500" dir="8100000" algn="tl" rotWithShape="0">
              <a:prstClr val="black">
                <a:alpha val="30000"/>
              </a:prstClr>
            </a:outerShdw>
          </a:effectLst>
          <a:scene3d>
            <a:camera prst="orthographicFront"/>
            <a:lightRig rig="threePt" dir="t"/>
          </a:scene3d>
          <a:sp3d prstMaterial="softEdge">
            <a:bevelT w="38100" h="635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2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DIN-BoldItalic" pitchFamily="50" charset="0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7" name="圆角矩形 38"/>
          <p:cNvSpPr/>
          <p:nvPr>
            <p:custDataLst>
              <p:tags r:id="rId14"/>
            </p:custDataLst>
          </p:nvPr>
        </p:nvSpPr>
        <p:spPr>
          <a:xfrm rot="2700000">
            <a:off x="9920605" y="2696210"/>
            <a:ext cx="1068070" cy="1068070"/>
          </a:xfrm>
          <a:prstGeom prst="roundRect">
            <a:avLst>
              <a:gd name="adj" fmla="val 6319"/>
            </a:avLst>
          </a:prstGeom>
          <a:solidFill>
            <a:schemeClr val="tx1">
              <a:lumMod val="65000"/>
              <a:lumOff val="35000"/>
            </a:schemeClr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010600030101010101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9" name="文本框 8"/>
          <p:cNvSpPr txBox="1"/>
          <p:nvPr>
            <p:custDataLst>
              <p:tags r:id="rId15"/>
            </p:custDataLst>
          </p:nvPr>
        </p:nvSpPr>
        <p:spPr>
          <a:xfrm>
            <a:off x="7457339" y="2762250"/>
            <a:ext cx="682625" cy="10147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6000" b="1" dirty="0">
                <a:solidFill>
                  <a:schemeClr val="bg1"/>
                </a:solidFill>
                <a:latin typeface="+mj-ea"/>
                <a:ea typeface="+mj-ea"/>
              </a:rPr>
              <a:t>3</a:t>
            </a:r>
            <a:endParaRPr lang="en-US" altLang="zh-CN" sz="6000" b="1" dirty="0">
              <a:solidFill>
                <a:schemeClr val="bg1"/>
              </a:solidFill>
              <a:latin typeface="+mj-ea"/>
              <a:ea typeface="+mj-ea"/>
            </a:endParaRPr>
          </a:p>
        </p:txBody>
      </p:sp>
      <p:sp>
        <p:nvSpPr>
          <p:cNvPr id="16" name="文本框 15"/>
          <p:cNvSpPr txBox="1"/>
          <p:nvPr>
            <p:custDataLst>
              <p:tags r:id="rId16"/>
            </p:custDataLst>
          </p:nvPr>
        </p:nvSpPr>
        <p:spPr>
          <a:xfrm>
            <a:off x="10102114" y="2696845"/>
            <a:ext cx="682625" cy="10147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6000" b="1">
                <a:solidFill>
                  <a:schemeClr val="bg1"/>
                </a:solidFill>
                <a:latin typeface="+mj-ea"/>
                <a:ea typeface="+mj-ea"/>
              </a:rPr>
              <a:t>4</a:t>
            </a:r>
            <a:endParaRPr lang="en-US" altLang="zh-CN" sz="6000" b="1">
              <a:solidFill>
                <a:schemeClr val="bg1"/>
              </a:solidFill>
              <a:latin typeface="+mj-ea"/>
              <a:ea typeface="+mj-ea"/>
            </a:endParaRPr>
          </a:p>
        </p:txBody>
      </p:sp>
      <p:sp>
        <p:nvSpPr>
          <p:cNvPr id="20" name="任意多边形 42"/>
          <p:cNvSpPr/>
          <p:nvPr>
            <p:custDataLst>
              <p:tags r:id="rId17"/>
            </p:custDataLst>
          </p:nvPr>
        </p:nvSpPr>
        <p:spPr>
          <a:xfrm>
            <a:off x="7089614" y="2000885"/>
            <a:ext cx="1484791" cy="864942"/>
          </a:xfrm>
          <a:custGeom>
            <a:avLst/>
            <a:gdLst>
              <a:gd name="connsiteX0" fmla="*/ 0 w 1940313"/>
              <a:gd name="connsiteY0" fmla="*/ 791737 h 1148576"/>
              <a:gd name="connsiteX1" fmla="*/ 791737 w 1940313"/>
              <a:gd name="connsiteY1" fmla="*/ 0 h 1148576"/>
              <a:gd name="connsiteX2" fmla="*/ 1940313 w 1940313"/>
              <a:gd name="connsiteY2" fmla="*/ 1148576 h 114857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940313" h="1148576">
                <a:moveTo>
                  <a:pt x="0" y="791737"/>
                </a:moveTo>
                <a:lnTo>
                  <a:pt x="791737" y="0"/>
                </a:lnTo>
                <a:lnTo>
                  <a:pt x="1940313" y="1148576"/>
                </a:lnTo>
              </a:path>
            </a:pathLst>
          </a:custGeom>
          <a:noFill/>
          <a:ln w="12700">
            <a:solidFill>
              <a:srgbClr val="8A8B8F"/>
            </a:solidFill>
            <a:prstDash val="dash"/>
            <a:headEnd type="oval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010600030101010101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23" name="任意多边形 44"/>
          <p:cNvSpPr/>
          <p:nvPr>
            <p:custDataLst>
              <p:tags r:id="rId18"/>
            </p:custDataLst>
          </p:nvPr>
        </p:nvSpPr>
        <p:spPr>
          <a:xfrm flipV="1">
            <a:off x="9700260" y="3601085"/>
            <a:ext cx="1842770" cy="1015365"/>
          </a:xfrm>
          <a:custGeom>
            <a:avLst/>
            <a:gdLst>
              <a:gd name="connsiteX0" fmla="*/ 0 w 1940313"/>
              <a:gd name="connsiteY0" fmla="*/ 791737 h 1148576"/>
              <a:gd name="connsiteX1" fmla="*/ 791737 w 1940313"/>
              <a:gd name="connsiteY1" fmla="*/ 0 h 1148576"/>
              <a:gd name="connsiteX2" fmla="*/ 1940313 w 1940313"/>
              <a:gd name="connsiteY2" fmla="*/ 1148576 h 114857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940313" h="1148576">
                <a:moveTo>
                  <a:pt x="0" y="791737"/>
                </a:moveTo>
                <a:lnTo>
                  <a:pt x="791737" y="0"/>
                </a:lnTo>
                <a:lnTo>
                  <a:pt x="1940313" y="1148576"/>
                </a:lnTo>
              </a:path>
            </a:pathLst>
          </a:custGeom>
          <a:noFill/>
          <a:ln w="12700">
            <a:solidFill>
              <a:srgbClr val="8A8B8F"/>
            </a:solidFill>
            <a:prstDash val="dash"/>
            <a:headEnd type="oval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010600030101010101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24" name="文本框1"/>
          <p:cNvSpPr txBox="1"/>
          <p:nvPr>
            <p:custDataLst>
              <p:tags r:id="rId19"/>
            </p:custDataLst>
          </p:nvPr>
        </p:nvSpPr>
        <p:spPr>
          <a:xfrm>
            <a:off x="6392065" y="4769465"/>
            <a:ext cx="2700000" cy="46080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zh-CN" altLang="zh-CN" sz="2400" dirty="0" smtClean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三、提示词基础优化</a:t>
            </a:r>
            <a:endParaRPr lang="zh-CN" altLang="zh-CN" sz="2400" dirty="0" smtClean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sp>
        <p:nvSpPr>
          <p:cNvPr id="25" name="文本框1"/>
          <p:cNvSpPr txBox="1"/>
          <p:nvPr>
            <p:custDataLst>
              <p:tags r:id="rId20"/>
            </p:custDataLst>
          </p:nvPr>
        </p:nvSpPr>
        <p:spPr>
          <a:xfrm>
            <a:off x="9104439" y="4770120"/>
            <a:ext cx="2700000" cy="46080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zh-CN" altLang="zh-CN" sz="2400" dirty="0" smtClean="0"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四、模型参数的影响</a:t>
            </a:r>
            <a:endParaRPr lang="zh-CN" altLang="zh-CN" sz="2400" dirty="0" smtClean="0"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sp>
        <p:nvSpPr>
          <p:cNvPr id="19" name="文本框 18"/>
          <p:cNvSpPr txBox="1"/>
          <p:nvPr/>
        </p:nvSpPr>
        <p:spPr>
          <a:xfrm>
            <a:off x="0" y="793750"/>
            <a:ext cx="1351262" cy="2061210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threePt" dir="t"/>
            </a:scene3d>
            <a:sp3d contourW="12700"/>
          </a:bodyPr>
          <a:lstStyle/>
          <a:p>
            <a:pPr algn="ctr"/>
            <a:r>
              <a:rPr lang="en-US" altLang="zh-CN" sz="3200" dirty="0" smtClean="0">
                <a:solidFill>
                  <a:srgbClr val="3F396C"/>
                </a:solidFill>
                <a:latin typeface="思源宋体" panose="02020700000000000000" charset="-122"/>
                <a:ea typeface="思源宋体" panose="02020700000000000000" charset="-122"/>
              </a:rPr>
              <a:t>04</a:t>
            </a:r>
            <a:endParaRPr lang="en-US" altLang="zh-CN" sz="3200" dirty="0" smtClean="0">
              <a:solidFill>
                <a:srgbClr val="3F396C"/>
              </a:solidFill>
              <a:latin typeface="思源宋体" panose="02020700000000000000" charset="-122"/>
              <a:ea typeface="思源宋体" panose="02020700000000000000" charset="-122"/>
            </a:endParaRPr>
          </a:p>
        </p:txBody>
      </p:sp>
      <p:sp>
        <p:nvSpPr>
          <p:cNvPr id="22" name="文本框 21"/>
          <p:cNvSpPr txBox="1"/>
          <p:nvPr/>
        </p:nvSpPr>
        <p:spPr>
          <a:xfrm>
            <a:off x="1278000" y="792000"/>
            <a:ext cx="3932555" cy="583565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threePt" dir="t"/>
            </a:scene3d>
            <a:sp3d contourW="12700"/>
          </a:bodyPr>
          <a:lstStyle>
            <a:defPPr>
              <a:defRPr lang="en-US"/>
            </a:defPPr>
            <a:lvl1pPr algn="ctr">
              <a:defRPr sz="3200">
                <a:gradFill>
                  <a:gsLst>
                    <a:gs pos="0">
                      <a:schemeClr val="tx1">
                        <a:lumMod val="50000"/>
                        <a:lumOff val="50000"/>
                      </a:schemeClr>
                    </a:gs>
                    <a:gs pos="100000">
                      <a:schemeClr val="tx1">
                        <a:lumMod val="85000"/>
                        <a:lumOff val="15000"/>
                      </a:schemeClr>
                    </a:gs>
                  </a:gsLst>
                  <a:lin ang="5400000" scaled="1"/>
                </a:gradFill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zh-CN" altLang="zh-CN" b="1" dirty="0">
                <a:solidFill>
                  <a:schemeClr val="accent1">
                    <a:lumMod val="7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lt"/>
              </a:rPr>
              <a:t>任务实施</a:t>
            </a:r>
            <a:endParaRPr lang="zh-CN" altLang="zh-CN" b="1" dirty="0">
              <a:solidFill>
                <a:schemeClr val="accent1">
                  <a:lumMod val="7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  <a:sym typeface="+mn-lt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文本框 2"/>
          <p:cNvSpPr txBox="1"/>
          <p:nvPr/>
        </p:nvSpPr>
        <p:spPr>
          <a:xfrm>
            <a:off x="1175385" y="1377315"/>
            <a:ext cx="9841230" cy="2282190"/>
          </a:xfrm>
          <a:prstGeom prst="rect">
            <a:avLst/>
          </a:prstGeom>
          <a:noFill/>
        </p:spPr>
        <p:txBody>
          <a:bodyPr wrap="square" rtlCol="0" anchor="t">
            <a:noAutofit/>
          </a:bodyPr>
          <a:lstStyle/>
          <a:p>
            <a:pPr indent="457200" fontAlgn="auto">
              <a:lnSpc>
                <a:spcPct val="150000"/>
              </a:lnSpc>
            </a:pPr>
            <a:r>
              <a:rPr 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步骤一：创建应用并进入工作流编排。</a:t>
            </a:r>
            <a:r>
              <a:rPr lang="en-US" alt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
</a:t>
            </a:r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进入</a:t>
            </a:r>
            <a:r>
              <a:rPr lang="en-US" alt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RAGFlow</a:t>
            </a:r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平台，在上方菜单栏中选择</a:t>
            </a:r>
            <a:r>
              <a:rPr lang="en-US" alt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“</a:t>
            </a:r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智能体</a:t>
            </a:r>
            <a:r>
              <a:rPr lang="en-US" alt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”</a:t>
            </a:r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，如果还未创建智能体应用，会如下图</a:t>
            </a:r>
            <a:r>
              <a:rPr lang="en-US" alt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 1-1- 9</a:t>
            </a:r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所示，此时点击加号创建一个智能体应用，在弹出窗口中选择</a:t>
            </a:r>
            <a:r>
              <a:rPr lang="en-US" alt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“</a:t>
            </a:r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智能体流程</a:t>
            </a:r>
            <a:r>
              <a:rPr lang="en-US" alt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”</a:t>
            </a:r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类型，命名为</a:t>
            </a:r>
            <a:r>
              <a:rPr lang="en-US" alt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“</a:t>
            </a:r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我的第一个智能体工作流</a:t>
            </a:r>
            <a:r>
              <a:rPr lang="en-US" alt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”</a:t>
            </a:r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。进入工作流画布，此时系统已自动生成开始节点，默认的工作类型是对话式。如果不是，可以根据图</a:t>
            </a:r>
            <a:r>
              <a:rPr lang="en-US" alt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 1-1- 10</a:t>
            </a:r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所示的点击顺序修改工作类型。</a:t>
            </a:r>
            <a:r>
              <a:rPr lang="en-US" alt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
</a:t>
            </a:r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图</a:t>
            </a:r>
            <a:r>
              <a:rPr lang="en-US" alt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  </a:t>
            </a:r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创建第一个智能体工作流</a:t>
            </a:r>
            <a:r>
              <a:rPr lang="en-US" alt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
</a:t>
            </a:r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图</a:t>
            </a:r>
            <a:r>
              <a:rPr lang="en-US" alt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  </a:t>
            </a:r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切换开始节点为会话模式</a:t>
            </a:r>
            <a:r>
              <a:rPr lang="en-US" alt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
</a:t>
            </a:r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步骤二：配置</a:t>
            </a:r>
            <a:r>
              <a:rPr lang="en-US" alt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LLM</a:t>
            </a:r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节点。</a:t>
            </a:r>
            <a:r>
              <a:rPr lang="en-US" alt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
</a:t>
            </a:r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图</a:t>
            </a:r>
            <a:r>
              <a:rPr lang="en-US" alt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 1-1- 11</a:t>
            </a:r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添加大模型节点</a:t>
            </a:r>
            <a:endParaRPr lang="zh-CN" altLang="en-US" dirty="0" smtClean="0"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</p:txBody>
      </p:sp>
      <p:sp>
        <p:nvSpPr>
          <p:cNvPr id="6" name="矩形 5"/>
          <p:cNvSpPr/>
          <p:nvPr/>
        </p:nvSpPr>
        <p:spPr>
          <a:xfrm>
            <a:off x="1954896" y="3657124"/>
            <a:ext cx="8211454" cy="2991484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>
                <a:solidFill>
                  <a:schemeClr val="tx1"/>
                </a:solidFill>
              </a:rPr>
              <a:t>教材对步骤图片</a:t>
            </a:r>
            <a:endParaRPr lang="zh-CN" altLang="en-US" dirty="0">
              <a:solidFill>
                <a:schemeClr val="tx1"/>
              </a:solidFill>
            </a:endParaRPr>
          </a:p>
        </p:txBody>
      </p:sp>
      <p:sp>
        <p:nvSpPr>
          <p:cNvPr id="2" name="文本框 1"/>
          <p:cNvSpPr txBox="1"/>
          <p:nvPr/>
        </p:nvSpPr>
        <p:spPr>
          <a:xfrm>
            <a:off x="0" y="793750"/>
            <a:ext cx="1351262" cy="583565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threePt" dir="t"/>
            </a:scene3d>
            <a:sp3d contourW="12700"/>
          </a:bodyPr>
          <a:lstStyle/>
          <a:p>
            <a:pPr algn="ctr"/>
            <a:r>
              <a:rPr lang="en-US" sz="3200" dirty="0" smtClean="0">
                <a:solidFill>
                  <a:srgbClr val="3F396C"/>
                </a:solidFill>
                <a:latin typeface="思源宋体" panose="02020700000000000000" charset="-122"/>
                <a:ea typeface="思源宋体" panose="02020700000000000000" charset="-122"/>
              </a:rPr>
              <a:t>04</a:t>
            </a:r>
            <a:endParaRPr lang="en-US" sz="3200" dirty="0" smtClean="0">
              <a:solidFill>
                <a:srgbClr val="3F396C"/>
              </a:solidFill>
              <a:latin typeface="思源宋体" panose="02020700000000000000" charset="-122"/>
              <a:ea typeface="思源宋体" panose="02020700000000000000" charset="-122"/>
            </a:endParaRPr>
          </a:p>
        </p:txBody>
      </p:sp>
      <p:sp>
        <p:nvSpPr>
          <p:cNvPr id="17" name="文本框 16"/>
          <p:cNvSpPr txBox="1"/>
          <p:nvPr/>
        </p:nvSpPr>
        <p:spPr>
          <a:xfrm>
            <a:off x="1278000" y="792000"/>
            <a:ext cx="3932555" cy="583565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threePt" dir="t"/>
            </a:scene3d>
            <a:sp3d contourW="12700"/>
          </a:bodyPr>
          <a:lstStyle>
            <a:defPPr>
              <a:defRPr lang="en-US"/>
            </a:defPPr>
            <a:lvl1pPr algn="ctr">
              <a:defRPr sz="3200">
                <a:gradFill>
                  <a:gsLst>
                    <a:gs pos="0">
                      <a:schemeClr val="tx1">
                        <a:lumMod val="50000"/>
                        <a:lumOff val="50000"/>
                      </a:schemeClr>
                    </a:gs>
                    <a:gs pos="100000">
                      <a:schemeClr val="tx1">
                        <a:lumMod val="85000"/>
                        <a:lumOff val="15000"/>
                      </a:schemeClr>
                    </a:gs>
                  </a:gsLst>
                  <a:lin ang="5400000" scaled="1"/>
                </a:gradFill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zh-CN" altLang="en-US" b="1" dirty="0">
                <a:solidFill>
                  <a:schemeClr val="accent1">
                    <a:lumMod val="7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lt"/>
              </a:rPr>
              <a:t>任务</a:t>
            </a:r>
            <a:r>
              <a:rPr lang="zh-CN" altLang="en-US" b="1" dirty="0">
                <a:solidFill>
                  <a:schemeClr val="accent1">
                    <a:lumMod val="7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lt"/>
              </a:rPr>
              <a:t>实施</a:t>
            </a:r>
            <a:endParaRPr lang="zh-CN" altLang="en-US" b="1" dirty="0">
              <a:solidFill>
                <a:schemeClr val="accent1">
                  <a:lumMod val="7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  <a:sym typeface="+mn-lt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文本框 2"/>
          <p:cNvSpPr txBox="1"/>
          <p:nvPr/>
        </p:nvSpPr>
        <p:spPr>
          <a:xfrm>
            <a:off x="155575" y="1777365"/>
            <a:ext cx="5502275" cy="4629150"/>
          </a:xfrm>
          <a:prstGeom prst="rect">
            <a:avLst/>
          </a:prstGeom>
          <a:noFill/>
        </p:spPr>
        <p:txBody>
          <a:bodyPr wrap="square" rtlCol="0" anchor="t">
            <a:noAutofit/>
          </a:bodyPr>
          <a:lstStyle/>
          <a:p>
            <a:pPr indent="457200" fontAlgn="auto">
              <a:lnSpc>
                <a:spcPct val="150000"/>
              </a:lnSpc>
            </a:pPr>
            <a:r>
              <a:rPr 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如图</a:t>
            </a:r>
            <a:r>
              <a:rPr lang="en-US" alt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 </a:t>
            </a:r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，将鼠标光标放在开始模块处，模块右边会出现加号，点击这个符号弹出节点库列表，从中选择</a:t>
            </a:r>
            <a:r>
              <a:rPr lang="en-US" alt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“</a:t>
            </a:r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智能体</a:t>
            </a:r>
            <a:r>
              <a:rPr lang="en-US" alt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”</a:t>
            </a:r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节点，在</a:t>
            </a:r>
            <a:r>
              <a:rPr lang="en-US" alt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RAGFlow</a:t>
            </a:r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中，大模型节点被称作智能体，但我们实际知道该节点承担的作用是整个工作流的</a:t>
            </a:r>
            <a:r>
              <a:rPr lang="en-US" alt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“</a:t>
            </a:r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大脑</a:t>
            </a:r>
            <a:r>
              <a:rPr lang="en-US" alt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”</a:t>
            </a:r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，因此在后文中不论提及</a:t>
            </a:r>
            <a:r>
              <a:rPr lang="en-US" alt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“</a:t>
            </a:r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智能体节点</a:t>
            </a:r>
            <a:r>
              <a:rPr lang="en-US" alt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”</a:t>
            </a:r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还是</a:t>
            </a:r>
            <a:r>
              <a:rPr lang="en-US" alt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“</a:t>
            </a:r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大模型节点</a:t>
            </a:r>
            <a:r>
              <a:rPr lang="en-US" alt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”</a:t>
            </a:r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都是指向这个节点。该模块会自动连接到开始模块的尾端，并将其摆放在适合位置。在该节点中完成三件事：选择模型、编写系统提示词以及配置模型参数。点击箭头①处的智能体节点，可以弹出如图</a:t>
            </a:r>
            <a:r>
              <a:rPr lang="en-US" alt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 </a:t>
            </a:r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右边所示的模块详情标签，点击箭头②处的模型栏目，会弹出模型配置的标签。在③处可以选择接入工作流的大模型；在方框④处可以配置模型输出的部分参数。在大模型的参数列表中，我们需要关注的参数有三个：</a:t>
            </a:r>
            <a:endParaRPr lang="zh-CN" altLang="en-US" dirty="0" smtClean="0"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</p:txBody>
      </p:sp>
      <p:sp>
        <p:nvSpPr>
          <p:cNvPr id="6" name="矩形 5"/>
          <p:cNvSpPr/>
          <p:nvPr/>
        </p:nvSpPr>
        <p:spPr>
          <a:xfrm>
            <a:off x="5797550" y="1776888"/>
            <a:ext cx="5911850" cy="4630261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 smtClean="0">
                <a:solidFill>
                  <a:schemeClr val="tx1"/>
                </a:solidFill>
              </a:rPr>
              <a:t>教材对步骤图片</a:t>
            </a:r>
            <a:endParaRPr lang="zh-CN" altLang="en-US" dirty="0">
              <a:solidFill>
                <a:schemeClr val="tx1"/>
              </a:solidFill>
            </a:endParaRPr>
          </a:p>
        </p:txBody>
      </p:sp>
      <p:sp>
        <p:nvSpPr>
          <p:cNvPr id="4" name="文本框 3"/>
          <p:cNvSpPr txBox="1"/>
          <p:nvPr/>
        </p:nvSpPr>
        <p:spPr>
          <a:xfrm>
            <a:off x="0" y="793750"/>
            <a:ext cx="1351262" cy="583565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threePt" dir="t"/>
            </a:scene3d>
            <a:sp3d contourW="12700"/>
          </a:bodyPr>
          <a:lstStyle/>
          <a:p>
            <a:pPr algn="ctr"/>
            <a:r>
              <a:rPr lang="en-US" sz="3200" dirty="0" smtClean="0">
                <a:solidFill>
                  <a:srgbClr val="3F396C"/>
                </a:solidFill>
                <a:latin typeface="思源宋体" panose="02020700000000000000" charset="-122"/>
                <a:ea typeface="思源宋体" panose="02020700000000000000" charset="-122"/>
              </a:rPr>
              <a:t>04</a:t>
            </a:r>
            <a:endParaRPr lang="en-US" sz="3200" dirty="0" smtClean="0">
              <a:solidFill>
                <a:srgbClr val="3F396C"/>
              </a:solidFill>
              <a:latin typeface="思源宋体" panose="02020700000000000000" charset="-122"/>
              <a:ea typeface="思源宋体" panose="02020700000000000000" charset="-122"/>
            </a:endParaRPr>
          </a:p>
        </p:txBody>
      </p:sp>
      <p:sp>
        <p:nvSpPr>
          <p:cNvPr id="17" name="文本框 16"/>
          <p:cNvSpPr txBox="1"/>
          <p:nvPr/>
        </p:nvSpPr>
        <p:spPr>
          <a:xfrm>
            <a:off x="1278000" y="792000"/>
            <a:ext cx="3932555" cy="583565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threePt" dir="t"/>
            </a:scene3d>
            <a:sp3d contourW="12700"/>
          </a:bodyPr>
          <a:lstStyle>
            <a:defPPr>
              <a:defRPr lang="en-US"/>
            </a:defPPr>
            <a:lvl1pPr algn="ctr">
              <a:defRPr sz="3200">
                <a:gradFill>
                  <a:gsLst>
                    <a:gs pos="0">
                      <a:schemeClr val="tx1">
                        <a:lumMod val="50000"/>
                        <a:lumOff val="50000"/>
                      </a:schemeClr>
                    </a:gs>
                    <a:gs pos="100000">
                      <a:schemeClr val="tx1">
                        <a:lumMod val="85000"/>
                        <a:lumOff val="15000"/>
                      </a:schemeClr>
                    </a:gs>
                  </a:gsLst>
                  <a:lin ang="5400000" scaled="1"/>
                </a:gradFill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zh-CN" altLang="en-US" b="1" dirty="0">
                <a:solidFill>
                  <a:schemeClr val="accent1">
                    <a:lumMod val="7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lt"/>
              </a:rPr>
              <a:t>任务</a:t>
            </a:r>
            <a:r>
              <a:rPr lang="zh-CN" altLang="en-US" b="1" dirty="0">
                <a:solidFill>
                  <a:schemeClr val="accent1">
                    <a:lumMod val="7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lt"/>
              </a:rPr>
              <a:t>实施</a:t>
            </a:r>
            <a:endParaRPr lang="zh-CN" altLang="en-US" b="1" dirty="0">
              <a:solidFill>
                <a:schemeClr val="accent1">
                  <a:lumMod val="7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  <a:sym typeface="+mn-lt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文本框 2"/>
          <p:cNvSpPr txBox="1"/>
          <p:nvPr/>
        </p:nvSpPr>
        <p:spPr>
          <a:xfrm>
            <a:off x="1175385" y="1377315"/>
            <a:ext cx="9841230" cy="2282190"/>
          </a:xfrm>
          <a:prstGeom prst="rect">
            <a:avLst/>
          </a:prstGeom>
          <a:noFill/>
        </p:spPr>
        <p:txBody>
          <a:bodyPr wrap="square" rtlCol="0" anchor="t">
            <a:noAutofit/>
          </a:bodyPr>
          <a:lstStyle/>
          <a:p>
            <a:pPr indent="457200" fontAlgn="auto">
              <a:lnSpc>
                <a:spcPct val="150000"/>
              </a:lnSpc>
            </a:pPr>
            <a:r>
              <a:rPr 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①</a:t>
            </a:r>
            <a:r>
              <a:rPr lang="en-US" alt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 </a:t>
            </a:r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温度（</a:t>
            </a:r>
            <a:r>
              <a:rPr lang="en-US" alt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temperature</a:t>
            </a:r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）：用于控制随机性和多样性的程度。较高的</a:t>
            </a:r>
            <a:r>
              <a:rPr lang="en-US" alt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 temperature </a:t>
            </a:r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值会降低概率分布的峰值，使得更多的低概率词被选择，生成结果更加多样化；而较低的</a:t>
            </a:r>
            <a:r>
              <a:rPr lang="en-US" alt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 temperature </a:t>
            </a:r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值则会增强概率分布的峰值，使得高概率词更容易被选择，生成结果更加确定。</a:t>
            </a:r>
            <a:r>
              <a:rPr lang="en-US" alt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
</a:t>
            </a:r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②</a:t>
            </a:r>
            <a:r>
              <a:rPr lang="en-US" alt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 </a:t>
            </a:r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最大标记（或作最大</a:t>
            </a:r>
            <a:r>
              <a:rPr lang="en-US" alt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token</a:t>
            </a:r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）：用于指定模型在生成内容时</a:t>
            </a:r>
            <a:r>
              <a:rPr lang="en-US" alt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 token </a:t>
            </a:r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的最大数量，它定义了生成的上限。</a:t>
            </a:r>
            <a:endParaRPr lang="zh-CN" altLang="en-US" dirty="0" smtClean="0"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</p:txBody>
      </p:sp>
      <p:sp>
        <p:nvSpPr>
          <p:cNvPr id="6" name="矩形 5"/>
          <p:cNvSpPr/>
          <p:nvPr/>
        </p:nvSpPr>
        <p:spPr>
          <a:xfrm>
            <a:off x="1954896" y="3657124"/>
            <a:ext cx="8211454" cy="2991484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>
                <a:solidFill>
                  <a:schemeClr val="tx1"/>
                </a:solidFill>
              </a:rPr>
              <a:t>教材对步骤图片</a:t>
            </a:r>
            <a:endParaRPr lang="zh-CN" altLang="en-US" dirty="0">
              <a:solidFill>
                <a:schemeClr val="tx1"/>
              </a:solidFill>
            </a:endParaRPr>
          </a:p>
        </p:txBody>
      </p:sp>
      <p:sp>
        <p:nvSpPr>
          <p:cNvPr id="2" name="文本框 1"/>
          <p:cNvSpPr txBox="1"/>
          <p:nvPr/>
        </p:nvSpPr>
        <p:spPr>
          <a:xfrm>
            <a:off x="0" y="793750"/>
            <a:ext cx="1351262" cy="583565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threePt" dir="t"/>
            </a:scene3d>
            <a:sp3d contourW="12700"/>
          </a:bodyPr>
          <a:lstStyle/>
          <a:p>
            <a:pPr algn="ctr"/>
            <a:r>
              <a:rPr lang="en-US" sz="3200" dirty="0" smtClean="0">
                <a:solidFill>
                  <a:srgbClr val="3F396C"/>
                </a:solidFill>
                <a:latin typeface="思源宋体" panose="02020700000000000000" charset="-122"/>
                <a:ea typeface="思源宋体" panose="02020700000000000000" charset="-122"/>
              </a:rPr>
              <a:t>04</a:t>
            </a:r>
            <a:endParaRPr lang="en-US" sz="3200" dirty="0" smtClean="0">
              <a:solidFill>
                <a:srgbClr val="3F396C"/>
              </a:solidFill>
              <a:latin typeface="思源宋体" panose="02020700000000000000" charset="-122"/>
              <a:ea typeface="思源宋体" panose="02020700000000000000" charset="-122"/>
            </a:endParaRPr>
          </a:p>
        </p:txBody>
      </p:sp>
      <p:sp>
        <p:nvSpPr>
          <p:cNvPr id="17" name="文本框 16"/>
          <p:cNvSpPr txBox="1"/>
          <p:nvPr/>
        </p:nvSpPr>
        <p:spPr>
          <a:xfrm>
            <a:off x="1278000" y="792000"/>
            <a:ext cx="3932555" cy="583565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threePt" dir="t"/>
            </a:scene3d>
            <a:sp3d contourW="12700"/>
          </a:bodyPr>
          <a:lstStyle>
            <a:defPPr>
              <a:defRPr lang="en-US"/>
            </a:defPPr>
            <a:lvl1pPr algn="ctr">
              <a:defRPr sz="3200">
                <a:gradFill>
                  <a:gsLst>
                    <a:gs pos="0">
                      <a:schemeClr val="tx1">
                        <a:lumMod val="50000"/>
                        <a:lumOff val="50000"/>
                      </a:schemeClr>
                    </a:gs>
                    <a:gs pos="100000">
                      <a:schemeClr val="tx1">
                        <a:lumMod val="85000"/>
                        <a:lumOff val="15000"/>
                      </a:schemeClr>
                    </a:gs>
                  </a:gsLst>
                  <a:lin ang="5400000" scaled="1"/>
                </a:gradFill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zh-CN" altLang="en-US" b="1" dirty="0">
                <a:solidFill>
                  <a:schemeClr val="accent1">
                    <a:lumMod val="7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lt"/>
              </a:rPr>
              <a:t>任务</a:t>
            </a:r>
            <a:r>
              <a:rPr lang="zh-CN" altLang="en-US" b="1" dirty="0">
                <a:solidFill>
                  <a:schemeClr val="accent1">
                    <a:lumMod val="7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lt"/>
              </a:rPr>
              <a:t>实施</a:t>
            </a:r>
            <a:endParaRPr lang="zh-CN" altLang="en-US" b="1" dirty="0">
              <a:solidFill>
                <a:schemeClr val="accent1">
                  <a:lumMod val="7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  <a:sym typeface="+mn-lt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文本框 2"/>
          <p:cNvSpPr txBox="1"/>
          <p:nvPr/>
        </p:nvSpPr>
        <p:spPr>
          <a:xfrm>
            <a:off x="155575" y="1777365"/>
            <a:ext cx="5502275" cy="4629150"/>
          </a:xfrm>
          <a:prstGeom prst="rect">
            <a:avLst/>
          </a:prstGeom>
          <a:noFill/>
        </p:spPr>
        <p:txBody>
          <a:bodyPr wrap="square" rtlCol="0" anchor="t">
            <a:noAutofit/>
          </a:bodyPr>
          <a:lstStyle/>
          <a:p>
            <a:pPr indent="457200" fontAlgn="auto">
              <a:lnSpc>
                <a:spcPct val="150000"/>
              </a:lnSpc>
            </a:pPr>
            <a:r>
              <a:rPr 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③</a:t>
            </a:r>
            <a:r>
              <a:rPr lang="en-US" alt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 Top P</a:t>
            </a:r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：生成过程中核采样方法概率阈值，例如，取值为</a:t>
            </a:r>
            <a:r>
              <a:rPr lang="en-US" alt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 0.8 </a:t>
            </a:r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时，仅保留概率加起来大于等于</a:t>
            </a:r>
            <a:r>
              <a:rPr lang="en-US" alt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 0.8 </a:t>
            </a:r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的最可能</a:t>
            </a:r>
            <a:r>
              <a:rPr lang="en-US" alt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 token </a:t>
            </a:r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的最小集合作为候选集。取值范围为（</a:t>
            </a:r>
            <a:r>
              <a:rPr lang="en-US" alt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0,1.0)</a:t>
            </a:r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，取值越大，生成的随机性越高；取值越低，生成的确定性越高。</a:t>
            </a:r>
            <a:r>
              <a:rPr lang="en-US" alt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
</a:t>
            </a:r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初次使用该部分内容均采用图</a:t>
            </a:r>
            <a:r>
              <a:rPr lang="en-US" alt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 1-1- 12</a:t>
            </a:r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的默认配置即可完成任务实施。</a:t>
            </a:r>
            <a:r>
              <a:rPr lang="en-US" alt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
</a:t>
            </a:r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图</a:t>
            </a:r>
            <a:r>
              <a:rPr lang="en-US" alt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  </a:t>
            </a:r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配置大模型及参数</a:t>
            </a:r>
            <a:endParaRPr lang="zh-CN" altLang="en-US" dirty="0" smtClean="0"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</p:txBody>
      </p:sp>
      <p:sp>
        <p:nvSpPr>
          <p:cNvPr id="6" name="矩形 5"/>
          <p:cNvSpPr/>
          <p:nvPr/>
        </p:nvSpPr>
        <p:spPr>
          <a:xfrm>
            <a:off x="5797550" y="1776888"/>
            <a:ext cx="5911850" cy="4630261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 smtClean="0">
                <a:solidFill>
                  <a:schemeClr val="tx1"/>
                </a:solidFill>
              </a:rPr>
              <a:t>教材对步骤图片</a:t>
            </a:r>
            <a:endParaRPr lang="zh-CN" altLang="en-US" dirty="0">
              <a:solidFill>
                <a:schemeClr val="tx1"/>
              </a:solidFill>
            </a:endParaRPr>
          </a:p>
        </p:txBody>
      </p:sp>
      <p:sp>
        <p:nvSpPr>
          <p:cNvPr id="4" name="文本框 3"/>
          <p:cNvSpPr txBox="1"/>
          <p:nvPr/>
        </p:nvSpPr>
        <p:spPr>
          <a:xfrm>
            <a:off x="0" y="793750"/>
            <a:ext cx="1351262" cy="583565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threePt" dir="t"/>
            </a:scene3d>
            <a:sp3d contourW="12700"/>
          </a:bodyPr>
          <a:lstStyle/>
          <a:p>
            <a:pPr algn="ctr"/>
            <a:r>
              <a:rPr lang="en-US" sz="3200" dirty="0" smtClean="0">
                <a:solidFill>
                  <a:srgbClr val="3F396C"/>
                </a:solidFill>
                <a:latin typeface="思源宋体" panose="02020700000000000000" charset="-122"/>
                <a:ea typeface="思源宋体" panose="02020700000000000000" charset="-122"/>
              </a:rPr>
              <a:t>04</a:t>
            </a:r>
            <a:endParaRPr lang="en-US" sz="3200" dirty="0" smtClean="0">
              <a:solidFill>
                <a:srgbClr val="3F396C"/>
              </a:solidFill>
              <a:latin typeface="思源宋体" panose="02020700000000000000" charset="-122"/>
              <a:ea typeface="思源宋体" panose="02020700000000000000" charset="-122"/>
            </a:endParaRPr>
          </a:p>
        </p:txBody>
      </p:sp>
      <p:sp>
        <p:nvSpPr>
          <p:cNvPr id="17" name="文本框 16"/>
          <p:cNvSpPr txBox="1"/>
          <p:nvPr/>
        </p:nvSpPr>
        <p:spPr>
          <a:xfrm>
            <a:off x="1278000" y="792000"/>
            <a:ext cx="3932555" cy="583565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threePt" dir="t"/>
            </a:scene3d>
            <a:sp3d contourW="12700"/>
          </a:bodyPr>
          <a:lstStyle>
            <a:defPPr>
              <a:defRPr lang="en-US"/>
            </a:defPPr>
            <a:lvl1pPr algn="ctr">
              <a:defRPr sz="3200">
                <a:gradFill>
                  <a:gsLst>
                    <a:gs pos="0">
                      <a:schemeClr val="tx1">
                        <a:lumMod val="50000"/>
                        <a:lumOff val="50000"/>
                      </a:schemeClr>
                    </a:gs>
                    <a:gs pos="100000">
                      <a:schemeClr val="tx1">
                        <a:lumMod val="85000"/>
                        <a:lumOff val="15000"/>
                      </a:schemeClr>
                    </a:gs>
                  </a:gsLst>
                  <a:lin ang="5400000" scaled="1"/>
                </a:gradFill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zh-CN" altLang="en-US" b="1" dirty="0">
                <a:solidFill>
                  <a:schemeClr val="accent1">
                    <a:lumMod val="7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lt"/>
              </a:rPr>
              <a:t>任务</a:t>
            </a:r>
            <a:r>
              <a:rPr lang="zh-CN" altLang="en-US" b="1" dirty="0">
                <a:solidFill>
                  <a:schemeClr val="accent1">
                    <a:lumMod val="7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lt"/>
              </a:rPr>
              <a:t>实施</a:t>
            </a:r>
            <a:endParaRPr lang="zh-CN" altLang="en-US" b="1" dirty="0">
              <a:solidFill>
                <a:schemeClr val="accent1">
                  <a:lumMod val="7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  <a:sym typeface="+mn-lt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文本框 2"/>
          <p:cNvSpPr txBox="1"/>
          <p:nvPr/>
        </p:nvSpPr>
        <p:spPr>
          <a:xfrm>
            <a:off x="1175385" y="1377315"/>
            <a:ext cx="9841230" cy="2282190"/>
          </a:xfrm>
          <a:prstGeom prst="rect">
            <a:avLst/>
          </a:prstGeom>
          <a:noFill/>
        </p:spPr>
        <p:txBody>
          <a:bodyPr wrap="square" rtlCol="0" anchor="t">
            <a:noAutofit/>
          </a:bodyPr>
          <a:lstStyle/>
          <a:p>
            <a:pPr indent="457200" fontAlgn="auto">
              <a:lnSpc>
                <a:spcPct val="150000"/>
              </a:lnSpc>
            </a:pPr>
            <a:r>
              <a:rPr 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在箭头②处模型选择框的下方，我们可以编写系统提示词，按照结构化格式设定智能体的角色、任务边界、输出要求，以至于获得更好的回复和工作处理。当然在本节任务中，我们仅需要实现一个最小的智能体对话工作流，因此编写系统提示词可以省略，观察并使用默认的提示词即可。在后面的练习中我们会更加详细地介绍这部分内容。</a:t>
            </a:r>
            <a:r>
              <a:rPr lang="en-US" alt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
</a:t>
            </a:r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步骤三：关联用户输入。</a:t>
            </a:r>
            <a:endParaRPr lang="zh-CN" altLang="en-US" dirty="0" smtClean="0"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</p:txBody>
      </p:sp>
      <p:sp>
        <p:nvSpPr>
          <p:cNvPr id="6" name="矩形 5"/>
          <p:cNvSpPr/>
          <p:nvPr/>
        </p:nvSpPr>
        <p:spPr>
          <a:xfrm>
            <a:off x="1954896" y="3657124"/>
            <a:ext cx="8211454" cy="2991484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>
                <a:solidFill>
                  <a:schemeClr val="tx1"/>
                </a:solidFill>
              </a:rPr>
              <a:t>教材对步骤图片</a:t>
            </a:r>
            <a:endParaRPr lang="zh-CN" altLang="en-US" dirty="0">
              <a:solidFill>
                <a:schemeClr val="tx1"/>
              </a:solidFill>
            </a:endParaRPr>
          </a:p>
        </p:txBody>
      </p:sp>
      <p:sp>
        <p:nvSpPr>
          <p:cNvPr id="2" name="文本框 1"/>
          <p:cNvSpPr txBox="1"/>
          <p:nvPr/>
        </p:nvSpPr>
        <p:spPr>
          <a:xfrm>
            <a:off x="0" y="793750"/>
            <a:ext cx="1351262" cy="583565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threePt" dir="t"/>
            </a:scene3d>
            <a:sp3d contourW="12700"/>
          </a:bodyPr>
          <a:lstStyle/>
          <a:p>
            <a:pPr algn="ctr"/>
            <a:r>
              <a:rPr lang="en-US" sz="3200" dirty="0" smtClean="0">
                <a:solidFill>
                  <a:srgbClr val="3F396C"/>
                </a:solidFill>
                <a:latin typeface="思源宋体" panose="02020700000000000000" charset="-122"/>
                <a:ea typeface="思源宋体" panose="02020700000000000000" charset="-122"/>
              </a:rPr>
              <a:t>04</a:t>
            </a:r>
            <a:endParaRPr lang="en-US" sz="3200" dirty="0" smtClean="0">
              <a:solidFill>
                <a:srgbClr val="3F396C"/>
              </a:solidFill>
              <a:latin typeface="思源宋体" panose="02020700000000000000" charset="-122"/>
              <a:ea typeface="思源宋体" panose="02020700000000000000" charset="-122"/>
            </a:endParaRPr>
          </a:p>
        </p:txBody>
      </p:sp>
      <p:sp>
        <p:nvSpPr>
          <p:cNvPr id="17" name="文本框 16"/>
          <p:cNvSpPr txBox="1"/>
          <p:nvPr/>
        </p:nvSpPr>
        <p:spPr>
          <a:xfrm>
            <a:off x="1278000" y="792000"/>
            <a:ext cx="3932555" cy="583565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threePt" dir="t"/>
            </a:scene3d>
            <a:sp3d contourW="12700"/>
          </a:bodyPr>
          <a:lstStyle>
            <a:defPPr>
              <a:defRPr lang="en-US"/>
            </a:defPPr>
            <a:lvl1pPr algn="ctr">
              <a:defRPr sz="3200">
                <a:gradFill>
                  <a:gsLst>
                    <a:gs pos="0">
                      <a:schemeClr val="tx1">
                        <a:lumMod val="50000"/>
                        <a:lumOff val="50000"/>
                      </a:schemeClr>
                    </a:gs>
                    <a:gs pos="100000">
                      <a:schemeClr val="tx1">
                        <a:lumMod val="85000"/>
                        <a:lumOff val="15000"/>
                      </a:schemeClr>
                    </a:gs>
                  </a:gsLst>
                  <a:lin ang="5400000" scaled="1"/>
                </a:gradFill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zh-CN" altLang="en-US" b="1" dirty="0">
                <a:solidFill>
                  <a:schemeClr val="accent1">
                    <a:lumMod val="7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lt"/>
              </a:rPr>
              <a:t>任务</a:t>
            </a:r>
            <a:r>
              <a:rPr lang="zh-CN" altLang="en-US" b="1" dirty="0">
                <a:solidFill>
                  <a:schemeClr val="accent1">
                    <a:lumMod val="7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lt"/>
              </a:rPr>
              <a:t>实施</a:t>
            </a:r>
            <a:endParaRPr lang="zh-CN" altLang="en-US" b="1" dirty="0">
              <a:solidFill>
                <a:schemeClr val="accent1">
                  <a:lumMod val="7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  <a:sym typeface="+mn-lt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文本框 2"/>
          <p:cNvSpPr txBox="1"/>
          <p:nvPr/>
        </p:nvSpPr>
        <p:spPr>
          <a:xfrm>
            <a:off x="155575" y="1777365"/>
            <a:ext cx="5502275" cy="4629150"/>
          </a:xfrm>
          <a:prstGeom prst="rect">
            <a:avLst/>
          </a:prstGeom>
          <a:noFill/>
        </p:spPr>
        <p:txBody>
          <a:bodyPr wrap="square" rtlCol="0" anchor="t">
            <a:noAutofit/>
          </a:bodyPr>
          <a:lstStyle/>
          <a:p>
            <a:pPr indent="457200" fontAlgn="auto">
              <a:lnSpc>
                <a:spcPct val="150000"/>
              </a:lnSpc>
            </a:pPr>
            <a:r>
              <a:rPr 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点击智能体节点，如图</a:t>
            </a:r>
            <a:r>
              <a:rPr lang="en-US" alt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 </a:t>
            </a:r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箭头①所示，在系统提示词的下方有用户提示词表单，点击右上角的变量符号（箭头②处），可快速插入变量。将开始节点传递的用户问题变量（通常为</a:t>
            </a:r>
            <a:r>
              <a:rPr lang="en-US" alt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sys.query</a:t>
            </a:r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）填入，确保模型能够接收到用户的问题。在默认配置中</a:t>
            </a:r>
            <a:r>
              <a:rPr lang="en-US" alt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sys.query</a:t>
            </a:r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变量已经填入用户提示词，如果还需添加其他变量，可按照该流程操作。</a:t>
            </a:r>
            <a:r>
              <a:rPr lang="en-US" alt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
</a:t>
            </a:r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图</a:t>
            </a:r>
            <a:r>
              <a:rPr lang="en-US" alt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  </a:t>
            </a:r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关联用户输入</a:t>
            </a:r>
            <a:r>
              <a:rPr lang="en-US" alt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
</a:t>
            </a:r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步骤四：连接结束节点并发布。</a:t>
            </a:r>
            <a:r>
              <a:rPr lang="en-US" alt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
</a:t>
            </a:r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按照和第二步一样的方式，如图</a:t>
            </a:r>
            <a:r>
              <a:rPr lang="en-US" alt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 </a:t>
            </a:r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点击智能体节点右边的加号，在弹出页中选择回复消息，创建一个流程结束节点。同样点击这个节点模块，在弹出的标签中，点击箭头②所示的变量图标，将智能体输出的内容添加到消息窗口中。</a:t>
            </a:r>
            <a:r>
              <a:rPr lang="en-US" alt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
</a:t>
            </a:r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图</a:t>
            </a:r>
            <a:r>
              <a:rPr lang="en-US" alt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  </a:t>
            </a:r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添加回复节点</a:t>
            </a:r>
            <a:r>
              <a:rPr lang="en-US" alt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
</a:t>
            </a:r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图</a:t>
            </a:r>
            <a:r>
              <a:rPr lang="en-US" alt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  </a:t>
            </a:r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配置回复消息</a:t>
            </a:r>
            <a:endParaRPr lang="zh-CN" altLang="en-US" dirty="0" smtClean="0"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</p:txBody>
      </p:sp>
      <p:sp>
        <p:nvSpPr>
          <p:cNvPr id="6" name="矩形 5"/>
          <p:cNvSpPr/>
          <p:nvPr/>
        </p:nvSpPr>
        <p:spPr>
          <a:xfrm>
            <a:off x="5797550" y="1776888"/>
            <a:ext cx="5911850" cy="4630261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 smtClean="0">
                <a:solidFill>
                  <a:schemeClr val="tx1"/>
                </a:solidFill>
              </a:rPr>
              <a:t>教材对步骤图片</a:t>
            </a:r>
            <a:endParaRPr lang="zh-CN" altLang="en-US" dirty="0">
              <a:solidFill>
                <a:schemeClr val="tx1"/>
              </a:solidFill>
            </a:endParaRPr>
          </a:p>
        </p:txBody>
      </p:sp>
      <p:sp>
        <p:nvSpPr>
          <p:cNvPr id="4" name="文本框 3"/>
          <p:cNvSpPr txBox="1"/>
          <p:nvPr/>
        </p:nvSpPr>
        <p:spPr>
          <a:xfrm>
            <a:off x="0" y="793750"/>
            <a:ext cx="1351262" cy="583565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threePt" dir="t"/>
            </a:scene3d>
            <a:sp3d contourW="12700"/>
          </a:bodyPr>
          <a:lstStyle/>
          <a:p>
            <a:pPr algn="ctr"/>
            <a:r>
              <a:rPr lang="en-US" sz="3200" dirty="0" smtClean="0">
                <a:solidFill>
                  <a:srgbClr val="3F396C"/>
                </a:solidFill>
                <a:latin typeface="思源宋体" panose="02020700000000000000" charset="-122"/>
                <a:ea typeface="思源宋体" panose="02020700000000000000" charset="-122"/>
              </a:rPr>
              <a:t>04</a:t>
            </a:r>
            <a:endParaRPr lang="en-US" sz="3200" dirty="0" smtClean="0">
              <a:solidFill>
                <a:srgbClr val="3F396C"/>
              </a:solidFill>
              <a:latin typeface="思源宋体" panose="02020700000000000000" charset="-122"/>
              <a:ea typeface="思源宋体" panose="02020700000000000000" charset="-122"/>
            </a:endParaRPr>
          </a:p>
        </p:txBody>
      </p:sp>
      <p:sp>
        <p:nvSpPr>
          <p:cNvPr id="17" name="文本框 16"/>
          <p:cNvSpPr txBox="1"/>
          <p:nvPr/>
        </p:nvSpPr>
        <p:spPr>
          <a:xfrm>
            <a:off x="1278000" y="792000"/>
            <a:ext cx="3932555" cy="583565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threePt" dir="t"/>
            </a:scene3d>
            <a:sp3d contourW="12700"/>
          </a:bodyPr>
          <a:lstStyle>
            <a:defPPr>
              <a:defRPr lang="en-US"/>
            </a:defPPr>
            <a:lvl1pPr algn="ctr">
              <a:defRPr sz="3200">
                <a:gradFill>
                  <a:gsLst>
                    <a:gs pos="0">
                      <a:schemeClr val="tx1">
                        <a:lumMod val="50000"/>
                        <a:lumOff val="50000"/>
                      </a:schemeClr>
                    </a:gs>
                    <a:gs pos="100000">
                      <a:schemeClr val="tx1">
                        <a:lumMod val="85000"/>
                        <a:lumOff val="15000"/>
                      </a:schemeClr>
                    </a:gs>
                  </a:gsLst>
                  <a:lin ang="5400000" scaled="1"/>
                </a:gradFill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zh-CN" altLang="en-US" b="1" dirty="0">
                <a:solidFill>
                  <a:schemeClr val="accent1">
                    <a:lumMod val="7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lt"/>
              </a:rPr>
              <a:t>任务</a:t>
            </a:r>
            <a:r>
              <a:rPr lang="zh-CN" altLang="en-US" b="1" dirty="0">
                <a:solidFill>
                  <a:schemeClr val="accent1">
                    <a:lumMod val="7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lt"/>
              </a:rPr>
              <a:t>实施</a:t>
            </a:r>
            <a:endParaRPr lang="zh-CN" altLang="en-US" b="1" dirty="0">
              <a:solidFill>
                <a:schemeClr val="accent1">
                  <a:lumMod val="7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  <a:sym typeface="+mn-lt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文本框 2"/>
          <p:cNvSpPr txBox="1"/>
          <p:nvPr/>
        </p:nvSpPr>
        <p:spPr>
          <a:xfrm>
            <a:off x="1175385" y="1377315"/>
            <a:ext cx="9841230" cy="2282190"/>
          </a:xfrm>
          <a:prstGeom prst="rect">
            <a:avLst/>
          </a:prstGeom>
          <a:noFill/>
        </p:spPr>
        <p:txBody>
          <a:bodyPr wrap="square" rtlCol="0" anchor="t">
            <a:noAutofit/>
          </a:bodyPr>
          <a:lstStyle/>
          <a:p>
            <a:pPr indent="457200" fontAlgn="auto">
              <a:lnSpc>
                <a:spcPct val="150000"/>
              </a:lnSpc>
            </a:pPr>
            <a:r>
              <a:rPr 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最后，确认工作流连线为</a:t>
            </a:r>
            <a:r>
              <a:rPr lang="en-US" alt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“</a:t>
            </a:r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开始节点</a:t>
            </a:r>
            <a:r>
              <a:rPr lang="en-US" alt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→</a:t>
            </a:r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智能体节点</a:t>
            </a:r>
            <a:r>
              <a:rPr lang="en-US" alt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→</a:t>
            </a:r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回复消息节点</a:t>
            </a:r>
            <a:r>
              <a:rPr lang="en-US" alt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”</a:t>
            </a:r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，点击右上角中的</a:t>
            </a:r>
            <a:r>
              <a:rPr lang="en-US" alt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“</a:t>
            </a:r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运行</a:t>
            </a:r>
            <a:r>
              <a:rPr lang="en-US" alt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”</a:t>
            </a:r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按钮，即可在对话窗口中输入问题测试，如图</a:t>
            </a:r>
            <a:r>
              <a:rPr lang="en-US" alt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 </a:t>
            </a:r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，在对话框输入</a:t>
            </a:r>
            <a:r>
              <a:rPr lang="en-US" alt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“</a:t>
            </a:r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介绍一下什么是智能体</a:t>
            </a:r>
            <a:r>
              <a:rPr lang="en-US" alt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”</a:t>
            </a:r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，可以看到模型的思考和回复过程。</a:t>
            </a:r>
            <a:r>
              <a:rPr lang="en-US" alt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
</a:t>
            </a:r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图</a:t>
            </a:r>
            <a:r>
              <a:rPr lang="en-US" alt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  </a:t>
            </a:r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智能体工作流的测试运行</a:t>
            </a:r>
            <a:endParaRPr lang="zh-CN" altLang="en-US" dirty="0" smtClean="0"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</p:txBody>
      </p:sp>
      <p:sp>
        <p:nvSpPr>
          <p:cNvPr id="6" name="矩形 5"/>
          <p:cNvSpPr/>
          <p:nvPr/>
        </p:nvSpPr>
        <p:spPr>
          <a:xfrm>
            <a:off x="1954896" y="3657124"/>
            <a:ext cx="8211454" cy="2991484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>
                <a:solidFill>
                  <a:schemeClr val="tx1"/>
                </a:solidFill>
              </a:rPr>
              <a:t>教材对步骤图片</a:t>
            </a:r>
            <a:endParaRPr lang="zh-CN" altLang="en-US" dirty="0">
              <a:solidFill>
                <a:schemeClr val="tx1"/>
              </a:solidFill>
            </a:endParaRPr>
          </a:p>
        </p:txBody>
      </p:sp>
      <p:sp>
        <p:nvSpPr>
          <p:cNvPr id="2" name="文本框 1"/>
          <p:cNvSpPr txBox="1"/>
          <p:nvPr/>
        </p:nvSpPr>
        <p:spPr>
          <a:xfrm>
            <a:off x="0" y="793750"/>
            <a:ext cx="1351262" cy="583565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threePt" dir="t"/>
            </a:scene3d>
            <a:sp3d contourW="12700"/>
          </a:bodyPr>
          <a:lstStyle/>
          <a:p>
            <a:pPr algn="ctr"/>
            <a:r>
              <a:rPr lang="en-US" sz="3200" dirty="0" smtClean="0">
                <a:solidFill>
                  <a:srgbClr val="3F396C"/>
                </a:solidFill>
                <a:latin typeface="思源宋体" panose="02020700000000000000" charset="-122"/>
                <a:ea typeface="思源宋体" panose="02020700000000000000" charset="-122"/>
              </a:rPr>
              <a:t>04</a:t>
            </a:r>
            <a:endParaRPr lang="en-US" sz="3200" dirty="0" smtClean="0">
              <a:solidFill>
                <a:srgbClr val="3F396C"/>
              </a:solidFill>
              <a:latin typeface="思源宋体" panose="02020700000000000000" charset="-122"/>
              <a:ea typeface="思源宋体" panose="02020700000000000000" charset="-122"/>
            </a:endParaRPr>
          </a:p>
        </p:txBody>
      </p:sp>
      <p:sp>
        <p:nvSpPr>
          <p:cNvPr id="17" name="文本框 16"/>
          <p:cNvSpPr txBox="1"/>
          <p:nvPr/>
        </p:nvSpPr>
        <p:spPr>
          <a:xfrm>
            <a:off x="1278000" y="792000"/>
            <a:ext cx="3932555" cy="583565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threePt" dir="t"/>
            </a:scene3d>
            <a:sp3d contourW="12700"/>
          </a:bodyPr>
          <a:lstStyle>
            <a:defPPr>
              <a:defRPr lang="en-US"/>
            </a:defPPr>
            <a:lvl1pPr algn="ctr">
              <a:defRPr sz="3200">
                <a:gradFill>
                  <a:gsLst>
                    <a:gs pos="0">
                      <a:schemeClr val="tx1">
                        <a:lumMod val="50000"/>
                        <a:lumOff val="50000"/>
                      </a:schemeClr>
                    </a:gs>
                    <a:gs pos="100000">
                      <a:schemeClr val="tx1">
                        <a:lumMod val="85000"/>
                        <a:lumOff val="15000"/>
                      </a:schemeClr>
                    </a:gs>
                  </a:gsLst>
                  <a:lin ang="5400000" scaled="1"/>
                </a:gradFill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zh-CN" altLang="en-US" b="1" dirty="0">
                <a:solidFill>
                  <a:schemeClr val="accent1">
                    <a:lumMod val="7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lt"/>
              </a:rPr>
              <a:t>任务</a:t>
            </a:r>
            <a:r>
              <a:rPr lang="zh-CN" altLang="en-US" b="1" dirty="0">
                <a:solidFill>
                  <a:schemeClr val="accent1">
                    <a:lumMod val="7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lt"/>
              </a:rPr>
              <a:t>实施</a:t>
            </a:r>
            <a:endParaRPr lang="zh-CN" altLang="en-US" b="1" dirty="0">
              <a:solidFill>
                <a:schemeClr val="accent1">
                  <a:lumMod val="7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  <a:sym typeface="+mn-lt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圆角矩形 34"/>
          <p:cNvSpPr/>
          <p:nvPr>
            <p:custDataLst>
              <p:tags r:id="rId1"/>
            </p:custDataLst>
          </p:nvPr>
        </p:nvSpPr>
        <p:spPr>
          <a:xfrm rot="2700000">
            <a:off x="4053840" y="2520315"/>
            <a:ext cx="1509395" cy="1517015"/>
          </a:xfrm>
          <a:prstGeom prst="roundRect">
            <a:avLst>
              <a:gd name="adj" fmla="val 6319"/>
            </a:avLst>
          </a:prstGeom>
          <a:solidFill>
            <a:schemeClr val="bg1">
              <a:lumMod val="95000"/>
            </a:schemeClr>
          </a:solidFill>
          <a:ln>
            <a:noFill/>
          </a:ln>
          <a:effectLst>
            <a:outerShdw blurRad="152400" dist="63500" dir="8100000" algn="tl" rotWithShape="0">
              <a:prstClr val="black">
                <a:alpha val="30000"/>
              </a:prstClr>
            </a:outerShdw>
          </a:effectLst>
          <a:scene3d>
            <a:camera prst="orthographicFront"/>
            <a:lightRig rig="threePt" dir="t"/>
          </a:scene3d>
          <a:sp3d prstMaterial="softEdge">
            <a:bevelT w="38100" h="635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2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DIN-BoldItalic" pitchFamily="50" charset="0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2" name="圆角矩形 38"/>
          <p:cNvSpPr/>
          <p:nvPr>
            <p:custDataLst>
              <p:tags r:id="rId2"/>
            </p:custDataLst>
          </p:nvPr>
        </p:nvSpPr>
        <p:spPr>
          <a:xfrm rot="2700000">
            <a:off x="4272915" y="2696845"/>
            <a:ext cx="1068070" cy="1068070"/>
          </a:xfrm>
          <a:prstGeom prst="roundRect">
            <a:avLst>
              <a:gd name="adj" fmla="val 6319"/>
            </a:avLst>
          </a:prstGeom>
          <a:solidFill>
            <a:srgbClr val="0064D2"/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010600030101010101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21" name="任意多边形 44"/>
          <p:cNvSpPr/>
          <p:nvPr>
            <p:custDataLst>
              <p:tags r:id="rId3"/>
            </p:custDataLst>
          </p:nvPr>
        </p:nvSpPr>
        <p:spPr>
          <a:xfrm flipV="1">
            <a:off x="4055110" y="3601085"/>
            <a:ext cx="1842770" cy="1015365"/>
          </a:xfrm>
          <a:custGeom>
            <a:avLst/>
            <a:gdLst>
              <a:gd name="connsiteX0" fmla="*/ 0 w 1940313"/>
              <a:gd name="connsiteY0" fmla="*/ 791737 h 1148576"/>
              <a:gd name="connsiteX1" fmla="*/ 791737 w 1940313"/>
              <a:gd name="connsiteY1" fmla="*/ 0 h 1148576"/>
              <a:gd name="connsiteX2" fmla="*/ 1940313 w 1940313"/>
              <a:gd name="connsiteY2" fmla="*/ 1148576 h 114857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940313" h="1148576">
                <a:moveTo>
                  <a:pt x="0" y="791737"/>
                </a:moveTo>
                <a:lnTo>
                  <a:pt x="791737" y="0"/>
                </a:lnTo>
                <a:lnTo>
                  <a:pt x="1940313" y="1148576"/>
                </a:lnTo>
              </a:path>
            </a:pathLst>
          </a:custGeom>
          <a:noFill/>
          <a:ln w="12700">
            <a:solidFill>
              <a:srgbClr val="8A8B8F"/>
            </a:solidFill>
            <a:prstDash val="dash"/>
            <a:headEnd type="oval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010600030101010101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10" name="文本框 9"/>
          <p:cNvSpPr txBox="1"/>
          <p:nvPr>
            <p:custDataLst>
              <p:tags r:id="rId4"/>
            </p:custDataLst>
          </p:nvPr>
        </p:nvSpPr>
        <p:spPr>
          <a:xfrm>
            <a:off x="4513479" y="2762250"/>
            <a:ext cx="682625" cy="10147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6000" b="1">
                <a:solidFill>
                  <a:schemeClr val="bg1"/>
                </a:solidFill>
                <a:latin typeface="+mj-ea"/>
                <a:ea typeface="+mj-ea"/>
              </a:rPr>
              <a:t>2</a:t>
            </a:r>
            <a:endParaRPr lang="en-US" altLang="zh-CN" sz="6000" b="1">
              <a:solidFill>
                <a:schemeClr val="bg1"/>
              </a:solidFill>
              <a:latin typeface="+mj-ea"/>
              <a:ea typeface="+mj-ea"/>
            </a:endParaRPr>
          </a:p>
        </p:txBody>
      </p:sp>
      <p:grpSp>
        <p:nvGrpSpPr>
          <p:cNvPr id="11" name="组合 10"/>
          <p:cNvGrpSpPr/>
          <p:nvPr>
            <p:custDataLst>
              <p:tags r:id="rId5"/>
            </p:custDataLst>
          </p:nvPr>
        </p:nvGrpSpPr>
        <p:grpSpPr>
          <a:xfrm>
            <a:off x="1248410" y="2000885"/>
            <a:ext cx="1597025" cy="1935480"/>
            <a:chOff x="4536" y="3212"/>
            <a:chExt cx="3287" cy="4048"/>
          </a:xfrm>
        </p:grpSpPr>
        <p:sp>
          <p:nvSpPr>
            <p:cNvPr id="13" name="圆角矩形 34"/>
            <p:cNvSpPr/>
            <p:nvPr>
              <p:custDataLst>
                <p:tags r:id="rId6"/>
              </p:custDataLst>
            </p:nvPr>
          </p:nvSpPr>
          <p:spPr>
            <a:xfrm rot="2700000">
              <a:off x="4536" y="4280"/>
              <a:ext cx="2980" cy="2980"/>
            </a:xfrm>
            <a:prstGeom prst="roundRect">
              <a:avLst>
                <a:gd name="adj" fmla="val 6319"/>
              </a:avLst>
            </a:prstGeom>
            <a:solidFill>
              <a:schemeClr val="bg1">
                <a:lumMod val="95000"/>
              </a:schemeClr>
            </a:solidFill>
            <a:ln>
              <a:noFill/>
            </a:ln>
            <a:effectLst>
              <a:outerShdw blurRad="152400" dist="63500" dir="8100000" algn="tl" rotWithShape="0">
                <a:prstClr val="black">
                  <a:alpha val="30000"/>
                </a:prstClr>
              </a:outerShdw>
            </a:effectLst>
            <a:scene3d>
              <a:camera prst="orthographicFront"/>
              <a:lightRig rig="threePt" dir="t"/>
            </a:scene3d>
            <a:sp3d prstMaterial="softEdge">
              <a:bevelT w="38100" h="6350"/>
            </a:sp3d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DIN-BoldItalic" pitchFamily="50" charset="0"/>
                <a:ea typeface="微软雅黑" panose="020B0503020204020204" pitchFamily="34" charset="-122"/>
                <a:cs typeface="+mn-cs"/>
              </a:endParaRPr>
            </a:p>
          </p:txBody>
        </p:sp>
        <p:sp>
          <p:nvSpPr>
            <p:cNvPr id="14" name="圆角矩形 38"/>
            <p:cNvSpPr/>
            <p:nvPr>
              <p:custDataLst>
                <p:tags r:id="rId7"/>
              </p:custDataLst>
            </p:nvPr>
          </p:nvSpPr>
          <p:spPr>
            <a:xfrm rot="2700000">
              <a:off x="4943" y="4671"/>
              <a:ext cx="2185" cy="2185"/>
            </a:xfrm>
            <a:prstGeom prst="roundRect">
              <a:avLst>
                <a:gd name="adj" fmla="val 6319"/>
              </a:avLst>
            </a:prstGeom>
            <a:solidFill>
              <a:schemeClr val="tx1">
                <a:lumMod val="65000"/>
                <a:lumOff val="3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等线" panose="02010600030101010101" charset="-122"/>
                <a:ea typeface="微软雅黑" panose="020B0503020204020204" pitchFamily="34" charset="-122"/>
                <a:cs typeface="+mn-cs"/>
              </a:endParaRPr>
            </a:p>
          </p:txBody>
        </p:sp>
        <p:sp>
          <p:nvSpPr>
            <p:cNvPr id="15" name="任意多边形 42"/>
            <p:cNvSpPr/>
            <p:nvPr/>
          </p:nvSpPr>
          <p:spPr>
            <a:xfrm>
              <a:off x="4767" y="3212"/>
              <a:ext cx="3056" cy="1809"/>
            </a:xfrm>
            <a:custGeom>
              <a:avLst/>
              <a:gdLst>
                <a:gd name="connsiteX0" fmla="*/ 0 w 1940313"/>
                <a:gd name="connsiteY0" fmla="*/ 791737 h 1148576"/>
                <a:gd name="connsiteX1" fmla="*/ 791737 w 1940313"/>
                <a:gd name="connsiteY1" fmla="*/ 0 h 1148576"/>
                <a:gd name="connsiteX2" fmla="*/ 1940313 w 1940313"/>
                <a:gd name="connsiteY2" fmla="*/ 1148576 h 114857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940313" h="1148576">
                  <a:moveTo>
                    <a:pt x="0" y="791737"/>
                  </a:moveTo>
                  <a:lnTo>
                    <a:pt x="791737" y="0"/>
                  </a:lnTo>
                  <a:lnTo>
                    <a:pt x="1940313" y="1148576"/>
                  </a:lnTo>
                </a:path>
              </a:pathLst>
            </a:custGeom>
            <a:noFill/>
            <a:ln w="12700">
              <a:solidFill>
                <a:srgbClr val="8A8B8F"/>
              </a:solidFill>
              <a:prstDash val="dash"/>
              <a:headEnd type="oval" w="med" len="med"/>
              <a:tailEnd type="triangl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等线" panose="02010600030101010101" charset="-122"/>
                <a:ea typeface="微软雅黑" panose="020B0503020204020204" pitchFamily="34" charset="-122"/>
                <a:cs typeface="+mn-cs"/>
              </a:endParaRPr>
            </a:p>
          </p:txBody>
        </p:sp>
      </p:grpSp>
      <p:sp>
        <p:nvSpPr>
          <p:cNvPr id="17" name="文本框 16"/>
          <p:cNvSpPr txBox="1"/>
          <p:nvPr>
            <p:custDataLst>
              <p:tags r:id="rId8"/>
            </p:custDataLst>
          </p:nvPr>
        </p:nvSpPr>
        <p:spPr>
          <a:xfrm>
            <a:off x="1662430" y="2762250"/>
            <a:ext cx="541020" cy="949325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en-US" altLang="zh-CN" sz="6000" b="1">
                <a:solidFill>
                  <a:schemeClr val="bg1"/>
                </a:solidFill>
                <a:latin typeface="+mj-ea"/>
                <a:ea typeface="+mj-ea"/>
              </a:rPr>
              <a:t>1</a:t>
            </a:r>
            <a:endParaRPr lang="en-US" altLang="zh-CN" sz="6000" b="1">
              <a:solidFill>
                <a:schemeClr val="bg1"/>
              </a:solidFill>
              <a:latin typeface="+mj-ea"/>
              <a:ea typeface="+mj-ea"/>
            </a:endParaRPr>
          </a:p>
        </p:txBody>
      </p:sp>
      <p:sp>
        <p:nvSpPr>
          <p:cNvPr id="3" name="文本框1"/>
          <p:cNvSpPr txBox="1"/>
          <p:nvPr>
            <p:custDataLst>
              <p:tags r:id="rId9"/>
            </p:custDataLst>
          </p:nvPr>
        </p:nvSpPr>
        <p:spPr>
          <a:xfrm>
            <a:off x="3457869" y="4770120"/>
            <a:ext cx="2700000" cy="82994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zh-CN" altLang="zh-CN" sz="2400" b="1" dirty="0" smtClean="0">
                <a:solidFill>
                  <a:srgbClr val="0064D2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二、编写初版系统提示词并建立基础评估指标</a:t>
            </a:r>
            <a:endParaRPr lang="zh-CN" altLang="zh-CN" sz="2400" b="1" dirty="0" smtClean="0">
              <a:solidFill>
                <a:srgbClr val="0064D2"/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sp>
        <p:nvSpPr>
          <p:cNvPr id="4" name="文本框1"/>
          <p:cNvSpPr txBox="1"/>
          <p:nvPr>
            <p:custDataLst>
              <p:tags r:id="rId10"/>
            </p:custDataLst>
          </p:nvPr>
        </p:nvSpPr>
        <p:spPr>
          <a:xfrm>
            <a:off x="622292" y="4770120"/>
            <a:ext cx="2700000" cy="46080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zh-CN" altLang="zh-CN" sz="2400" dirty="0" smtClean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一、熟悉</a:t>
            </a:r>
            <a:r>
              <a:rPr lang="en-US" altLang="zh-CN" sz="2400" dirty="0" smtClean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RAGFlow</a:t>
            </a:r>
            <a:r>
              <a:rPr lang="zh-CN" altLang="en-US" sz="2400" dirty="0" smtClean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平台并创建基础应用</a:t>
            </a:r>
            <a:endParaRPr lang="zh-CN" altLang="en-US" sz="2400" dirty="0" smtClean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sp>
        <p:nvSpPr>
          <p:cNvPr id="5" name="圆角矩形 34"/>
          <p:cNvSpPr/>
          <p:nvPr>
            <p:custDataLst>
              <p:tags r:id="rId11"/>
            </p:custDataLst>
          </p:nvPr>
        </p:nvSpPr>
        <p:spPr>
          <a:xfrm rot="2700000">
            <a:off x="6995795" y="2531745"/>
            <a:ext cx="1492885" cy="1393825"/>
          </a:xfrm>
          <a:prstGeom prst="roundRect">
            <a:avLst>
              <a:gd name="adj" fmla="val 6319"/>
            </a:avLst>
          </a:prstGeom>
          <a:solidFill>
            <a:schemeClr val="bg1">
              <a:lumMod val="95000"/>
            </a:schemeClr>
          </a:solidFill>
          <a:ln>
            <a:noFill/>
          </a:ln>
          <a:effectLst>
            <a:outerShdw blurRad="152400" dist="63500" dir="8100000" algn="tl" rotWithShape="0">
              <a:prstClr val="black">
                <a:alpha val="30000"/>
              </a:prstClr>
            </a:outerShdw>
          </a:effectLst>
          <a:scene3d>
            <a:camera prst="orthographicFront"/>
            <a:lightRig rig="threePt" dir="t"/>
          </a:scene3d>
          <a:sp3d prstMaterial="softEdge">
            <a:bevelT w="38100" h="635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2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DIN-BoldItalic" pitchFamily="50" charset="0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6" name="圆角矩形 38"/>
          <p:cNvSpPr/>
          <p:nvPr>
            <p:custDataLst>
              <p:tags r:id="rId12"/>
            </p:custDataLst>
          </p:nvPr>
        </p:nvSpPr>
        <p:spPr>
          <a:xfrm rot="2700000">
            <a:off x="7209155" y="2696845"/>
            <a:ext cx="1068070" cy="1068070"/>
          </a:xfrm>
          <a:prstGeom prst="roundRect">
            <a:avLst>
              <a:gd name="adj" fmla="val 6319"/>
            </a:avLst>
          </a:prstGeom>
          <a:solidFill>
            <a:schemeClr val="tx1">
              <a:lumMod val="65000"/>
              <a:lumOff val="35000"/>
            </a:schemeClr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010600030101010101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8" name="圆角矩形 34"/>
          <p:cNvSpPr/>
          <p:nvPr>
            <p:custDataLst>
              <p:tags r:id="rId13"/>
            </p:custDataLst>
          </p:nvPr>
        </p:nvSpPr>
        <p:spPr>
          <a:xfrm rot="2700000">
            <a:off x="9720580" y="2510790"/>
            <a:ext cx="1454785" cy="1449070"/>
          </a:xfrm>
          <a:prstGeom prst="roundRect">
            <a:avLst>
              <a:gd name="adj" fmla="val 6319"/>
            </a:avLst>
          </a:prstGeom>
          <a:solidFill>
            <a:schemeClr val="bg1">
              <a:lumMod val="95000"/>
            </a:schemeClr>
          </a:solidFill>
          <a:ln>
            <a:noFill/>
          </a:ln>
          <a:effectLst>
            <a:outerShdw blurRad="152400" dist="63500" dir="8100000" algn="tl" rotWithShape="0">
              <a:prstClr val="black">
                <a:alpha val="30000"/>
              </a:prstClr>
            </a:outerShdw>
          </a:effectLst>
          <a:scene3d>
            <a:camera prst="orthographicFront"/>
            <a:lightRig rig="threePt" dir="t"/>
          </a:scene3d>
          <a:sp3d prstMaterial="softEdge">
            <a:bevelT w="38100" h="635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2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DIN-BoldItalic" pitchFamily="50" charset="0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7" name="圆角矩形 38"/>
          <p:cNvSpPr/>
          <p:nvPr>
            <p:custDataLst>
              <p:tags r:id="rId14"/>
            </p:custDataLst>
          </p:nvPr>
        </p:nvSpPr>
        <p:spPr>
          <a:xfrm rot="2700000">
            <a:off x="9920605" y="2696210"/>
            <a:ext cx="1068070" cy="1068070"/>
          </a:xfrm>
          <a:prstGeom prst="roundRect">
            <a:avLst>
              <a:gd name="adj" fmla="val 6319"/>
            </a:avLst>
          </a:prstGeom>
          <a:solidFill>
            <a:schemeClr val="tx1">
              <a:lumMod val="65000"/>
              <a:lumOff val="35000"/>
            </a:schemeClr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010600030101010101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9" name="文本框 8"/>
          <p:cNvSpPr txBox="1"/>
          <p:nvPr>
            <p:custDataLst>
              <p:tags r:id="rId15"/>
            </p:custDataLst>
          </p:nvPr>
        </p:nvSpPr>
        <p:spPr>
          <a:xfrm>
            <a:off x="7457339" y="2762250"/>
            <a:ext cx="682625" cy="10147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6000" b="1" dirty="0">
                <a:solidFill>
                  <a:schemeClr val="bg1"/>
                </a:solidFill>
                <a:latin typeface="+mj-ea"/>
                <a:ea typeface="+mj-ea"/>
              </a:rPr>
              <a:t>3</a:t>
            </a:r>
            <a:endParaRPr lang="en-US" altLang="zh-CN" sz="6000" b="1" dirty="0">
              <a:solidFill>
                <a:schemeClr val="bg1"/>
              </a:solidFill>
              <a:latin typeface="+mj-ea"/>
              <a:ea typeface="+mj-ea"/>
            </a:endParaRPr>
          </a:p>
        </p:txBody>
      </p:sp>
      <p:sp>
        <p:nvSpPr>
          <p:cNvPr id="16" name="文本框 15"/>
          <p:cNvSpPr txBox="1"/>
          <p:nvPr>
            <p:custDataLst>
              <p:tags r:id="rId16"/>
            </p:custDataLst>
          </p:nvPr>
        </p:nvSpPr>
        <p:spPr>
          <a:xfrm>
            <a:off x="10102114" y="2696845"/>
            <a:ext cx="682625" cy="10147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6000" b="1">
                <a:solidFill>
                  <a:schemeClr val="bg1"/>
                </a:solidFill>
                <a:latin typeface="+mj-ea"/>
                <a:ea typeface="+mj-ea"/>
              </a:rPr>
              <a:t>4</a:t>
            </a:r>
            <a:endParaRPr lang="en-US" altLang="zh-CN" sz="6000" b="1">
              <a:solidFill>
                <a:schemeClr val="bg1"/>
              </a:solidFill>
              <a:latin typeface="+mj-ea"/>
              <a:ea typeface="+mj-ea"/>
            </a:endParaRPr>
          </a:p>
        </p:txBody>
      </p:sp>
      <p:sp>
        <p:nvSpPr>
          <p:cNvPr id="20" name="任意多边形 42"/>
          <p:cNvSpPr/>
          <p:nvPr>
            <p:custDataLst>
              <p:tags r:id="rId17"/>
            </p:custDataLst>
          </p:nvPr>
        </p:nvSpPr>
        <p:spPr>
          <a:xfrm>
            <a:off x="7089614" y="2000885"/>
            <a:ext cx="1484791" cy="864942"/>
          </a:xfrm>
          <a:custGeom>
            <a:avLst/>
            <a:gdLst>
              <a:gd name="connsiteX0" fmla="*/ 0 w 1940313"/>
              <a:gd name="connsiteY0" fmla="*/ 791737 h 1148576"/>
              <a:gd name="connsiteX1" fmla="*/ 791737 w 1940313"/>
              <a:gd name="connsiteY1" fmla="*/ 0 h 1148576"/>
              <a:gd name="connsiteX2" fmla="*/ 1940313 w 1940313"/>
              <a:gd name="connsiteY2" fmla="*/ 1148576 h 114857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940313" h="1148576">
                <a:moveTo>
                  <a:pt x="0" y="791737"/>
                </a:moveTo>
                <a:lnTo>
                  <a:pt x="791737" y="0"/>
                </a:lnTo>
                <a:lnTo>
                  <a:pt x="1940313" y="1148576"/>
                </a:lnTo>
              </a:path>
            </a:pathLst>
          </a:custGeom>
          <a:noFill/>
          <a:ln w="12700">
            <a:solidFill>
              <a:srgbClr val="8A8B8F"/>
            </a:solidFill>
            <a:prstDash val="dash"/>
            <a:headEnd type="oval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010600030101010101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23" name="任意多边形 44"/>
          <p:cNvSpPr/>
          <p:nvPr>
            <p:custDataLst>
              <p:tags r:id="rId18"/>
            </p:custDataLst>
          </p:nvPr>
        </p:nvSpPr>
        <p:spPr>
          <a:xfrm flipV="1">
            <a:off x="9700260" y="3601085"/>
            <a:ext cx="1842770" cy="1015365"/>
          </a:xfrm>
          <a:custGeom>
            <a:avLst/>
            <a:gdLst>
              <a:gd name="connsiteX0" fmla="*/ 0 w 1940313"/>
              <a:gd name="connsiteY0" fmla="*/ 791737 h 1148576"/>
              <a:gd name="connsiteX1" fmla="*/ 791737 w 1940313"/>
              <a:gd name="connsiteY1" fmla="*/ 0 h 1148576"/>
              <a:gd name="connsiteX2" fmla="*/ 1940313 w 1940313"/>
              <a:gd name="connsiteY2" fmla="*/ 1148576 h 114857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940313" h="1148576">
                <a:moveTo>
                  <a:pt x="0" y="791737"/>
                </a:moveTo>
                <a:lnTo>
                  <a:pt x="791737" y="0"/>
                </a:lnTo>
                <a:lnTo>
                  <a:pt x="1940313" y="1148576"/>
                </a:lnTo>
              </a:path>
            </a:pathLst>
          </a:custGeom>
          <a:noFill/>
          <a:ln w="12700">
            <a:solidFill>
              <a:srgbClr val="8A8B8F"/>
            </a:solidFill>
            <a:prstDash val="dash"/>
            <a:headEnd type="oval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010600030101010101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24" name="文本框1"/>
          <p:cNvSpPr txBox="1"/>
          <p:nvPr>
            <p:custDataLst>
              <p:tags r:id="rId19"/>
            </p:custDataLst>
          </p:nvPr>
        </p:nvSpPr>
        <p:spPr>
          <a:xfrm>
            <a:off x="6392065" y="4769465"/>
            <a:ext cx="2700000" cy="46080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zh-CN" altLang="zh-CN" sz="2400" dirty="0" smtClean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三、提示词基础优化</a:t>
            </a:r>
            <a:endParaRPr lang="zh-CN" altLang="zh-CN" sz="2400" dirty="0" smtClean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sp>
        <p:nvSpPr>
          <p:cNvPr id="25" name="文本框1"/>
          <p:cNvSpPr txBox="1"/>
          <p:nvPr>
            <p:custDataLst>
              <p:tags r:id="rId20"/>
            </p:custDataLst>
          </p:nvPr>
        </p:nvSpPr>
        <p:spPr>
          <a:xfrm>
            <a:off x="9104439" y="4770120"/>
            <a:ext cx="2700000" cy="46080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zh-CN" altLang="zh-CN" sz="2400" dirty="0" smtClean="0"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四、模型参数的影响</a:t>
            </a:r>
            <a:endParaRPr lang="zh-CN" altLang="zh-CN" sz="2400" dirty="0" smtClean="0"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sp>
        <p:nvSpPr>
          <p:cNvPr id="19" name="文本框 18"/>
          <p:cNvSpPr txBox="1"/>
          <p:nvPr/>
        </p:nvSpPr>
        <p:spPr>
          <a:xfrm>
            <a:off x="0" y="793750"/>
            <a:ext cx="1351262" cy="2061210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threePt" dir="t"/>
            </a:scene3d>
            <a:sp3d contourW="12700"/>
          </a:bodyPr>
          <a:lstStyle/>
          <a:p>
            <a:pPr algn="ctr"/>
            <a:r>
              <a:rPr lang="en-US" altLang="zh-CN" sz="3200" dirty="0" smtClean="0">
                <a:solidFill>
                  <a:srgbClr val="3F396C"/>
                </a:solidFill>
                <a:latin typeface="思源宋体" panose="02020700000000000000" charset="-122"/>
                <a:ea typeface="思源宋体" panose="02020700000000000000" charset="-122"/>
              </a:rPr>
              <a:t>04</a:t>
            </a:r>
            <a:endParaRPr lang="en-US" altLang="zh-CN" sz="3200" dirty="0" smtClean="0">
              <a:solidFill>
                <a:srgbClr val="3F396C"/>
              </a:solidFill>
              <a:latin typeface="思源宋体" panose="02020700000000000000" charset="-122"/>
              <a:ea typeface="思源宋体" panose="02020700000000000000" charset="-122"/>
            </a:endParaRPr>
          </a:p>
        </p:txBody>
      </p:sp>
      <p:sp>
        <p:nvSpPr>
          <p:cNvPr id="22" name="文本框 21"/>
          <p:cNvSpPr txBox="1"/>
          <p:nvPr/>
        </p:nvSpPr>
        <p:spPr>
          <a:xfrm>
            <a:off x="1278000" y="792000"/>
            <a:ext cx="3932555" cy="583565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threePt" dir="t"/>
            </a:scene3d>
            <a:sp3d contourW="12700"/>
          </a:bodyPr>
          <a:lstStyle>
            <a:defPPr>
              <a:defRPr lang="en-US"/>
            </a:defPPr>
            <a:lvl1pPr algn="ctr">
              <a:defRPr sz="3200">
                <a:gradFill>
                  <a:gsLst>
                    <a:gs pos="0">
                      <a:schemeClr val="tx1">
                        <a:lumMod val="50000"/>
                        <a:lumOff val="50000"/>
                      </a:schemeClr>
                    </a:gs>
                    <a:gs pos="100000">
                      <a:schemeClr val="tx1">
                        <a:lumMod val="85000"/>
                        <a:lumOff val="15000"/>
                      </a:schemeClr>
                    </a:gs>
                  </a:gsLst>
                  <a:lin ang="5400000" scaled="1"/>
                </a:gradFill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zh-CN" altLang="zh-CN" b="1" dirty="0">
                <a:solidFill>
                  <a:schemeClr val="accent1">
                    <a:lumMod val="7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lt"/>
              </a:rPr>
              <a:t>任务实施</a:t>
            </a:r>
            <a:endParaRPr lang="zh-CN" altLang="zh-CN" b="1" dirty="0">
              <a:solidFill>
                <a:schemeClr val="accent1">
                  <a:lumMod val="7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  <a:sym typeface="+mn-lt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文本框 2"/>
          <p:cNvSpPr txBox="1"/>
          <p:nvPr/>
        </p:nvSpPr>
        <p:spPr>
          <a:xfrm>
            <a:off x="155575" y="1777365"/>
            <a:ext cx="5502275" cy="4629150"/>
          </a:xfrm>
          <a:prstGeom prst="rect">
            <a:avLst/>
          </a:prstGeom>
          <a:noFill/>
        </p:spPr>
        <p:txBody>
          <a:bodyPr wrap="square" rtlCol="0" anchor="t">
            <a:noAutofit/>
          </a:bodyPr>
          <a:lstStyle/>
          <a:p>
            <a:pPr indent="457200" fontAlgn="auto">
              <a:lnSpc>
                <a:spcPct val="150000"/>
              </a:lnSpc>
            </a:pPr>
            <a:r>
              <a:rPr 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在构建智能体应用时，第一步是编写一个最基础的系统提示词，并建立一套客观的评估标准，而不是凭感觉判断回答</a:t>
            </a:r>
            <a:r>
              <a:rPr lang="en-US" alt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“</a:t>
            </a:r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好不好</a:t>
            </a:r>
            <a:r>
              <a:rPr lang="en-US" alt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”</a:t>
            </a:r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。本节引导学员从输出结果反推应用问题，学会用指标衡量质量。首先，回到智能体节点，修改系统提示词为：</a:t>
            </a:r>
            <a:r>
              <a:rPr lang="en-US" alt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“</a:t>
            </a:r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你是一个</a:t>
            </a:r>
            <a:r>
              <a:rPr lang="en-US" alt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AI</a:t>
            </a:r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助手，请回答用户关于智能门锁的问题。</a:t>
            </a:r>
            <a:r>
              <a:rPr lang="en-US" alt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”</a:t>
            </a:r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这是最简单的</a:t>
            </a:r>
            <a:r>
              <a:rPr lang="en-US" alt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V1</a:t>
            </a:r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版提示词。设定后，用三个典型问题进行测试：门锁连不上</a:t>
            </a:r>
            <a:r>
              <a:rPr lang="en-US" alt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Wi-Fi</a:t>
            </a:r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、刚换电池仍提示低电量、忘记管理员密码。通过对比默认提示词与</a:t>
            </a:r>
            <a:r>
              <a:rPr lang="en-US" alt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V1</a:t>
            </a:r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版提示词的回复，可以发现</a:t>
            </a:r>
            <a:r>
              <a:rPr lang="en-US" alt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V1</a:t>
            </a:r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版提示词提示性较弱，容易缺少关键信息。学员需要思考这组提示词可能缺失哪些要素，并记录在优化记录表中，例如问题现象、可能原因和优化方案。</a:t>
            </a:r>
            <a:endParaRPr lang="zh-CN" altLang="en-US" dirty="0" smtClean="0"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</p:txBody>
      </p:sp>
      <p:sp>
        <p:nvSpPr>
          <p:cNvPr id="6" name="矩形 5"/>
          <p:cNvSpPr/>
          <p:nvPr/>
        </p:nvSpPr>
        <p:spPr>
          <a:xfrm>
            <a:off x="5797550" y="1776888"/>
            <a:ext cx="5911850" cy="4630261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 smtClean="0">
                <a:solidFill>
                  <a:schemeClr val="tx1"/>
                </a:solidFill>
              </a:rPr>
              <a:t>教材对步骤图片</a:t>
            </a:r>
            <a:endParaRPr lang="zh-CN" altLang="en-US" dirty="0">
              <a:solidFill>
                <a:schemeClr val="tx1"/>
              </a:solidFill>
            </a:endParaRPr>
          </a:p>
        </p:txBody>
      </p:sp>
      <p:sp>
        <p:nvSpPr>
          <p:cNvPr id="4" name="文本框 3"/>
          <p:cNvSpPr txBox="1"/>
          <p:nvPr/>
        </p:nvSpPr>
        <p:spPr>
          <a:xfrm>
            <a:off x="0" y="793750"/>
            <a:ext cx="1351262" cy="583565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threePt" dir="t"/>
            </a:scene3d>
            <a:sp3d contourW="12700"/>
          </a:bodyPr>
          <a:lstStyle/>
          <a:p>
            <a:pPr algn="ctr"/>
            <a:r>
              <a:rPr lang="en-US" sz="3200" dirty="0" smtClean="0">
                <a:solidFill>
                  <a:srgbClr val="3F396C"/>
                </a:solidFill>
                <a:latin typeface="思源宋体" panose="02020700000000000000" charset="-122"/>
                <a:ea typeface="思源宋体" panose="02020700000000000000" charset="-122"/>
              </a:rPr>
              <a:t>04</a:t>
            </a:r>
            <a:endParaRPr lang="en-US" sz="3200" dirty="0" smtClean="0">
              <a:solidFill>
                <a:srgbClr val="3F396C"/>
              </a:solidFill>
              <a:latin typeface="思源宋体" panose="02020700000000000000" charset="-122"/>
              <a:ea typeface="思源宋体" panose="02020700000000000000" charset="-122"/>
            </a:endParaRPr>
          </a:p>
        </p:txBody>
      </p:sp>
      <p:sp>
        <p:nvSpPr>
          <p:cNvPr id="17" name="文本框 16"/>
          <p:cNvSpPr txBox="1"/>
          <p:nvPr/>
        </p:nvSpPr>
        <p:spPr>
          <a:xfrm>
            <a:off x="1278000" y="792000"/>
            <a:ext cx="3932555" cy="583565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threePt" dir="t"/>
            </a:scene3d>
            <a:sp3d contourW="12700"/>
          </a:bodyPr>
          <a:lstStyle>
            <a:defPPr>
              <a:defRPr lang="en-US"/>
            </a:defPPr>
            <a:lvl1pPr algn="ctr">
              <a:defRPr sz="3200">
                <a:gradFill>
                  <a:gsLst>
                    <a:gs pos="0">
                      <a:schemeClr val="tx1">
                        <a:lumMod val="50000"/>
                        <a:lumOff val="50000"/>
                      </a:schemeClr>
                    </a:gs>
                    <a:gs pos="100000">
                      <a:schemeClr val="tx1">
                        <a:lumMod val="85000"/>
                        <a:lumOff val="15000"/>
                      </a:schemeClr>
                    </a:gs>
                  </a:gsLst>
                  <a:lin ang="5400000" scaled="1"/>
                </a:gradFill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zh-CN" altLang="en-US" b="1" dirty="0">
                <a:solidFill>
                  <a:schemeClr val="accent1">
                    <a:lumMod val="7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lt"/>
              </a:rPr>
              <a:t>任务</a:t>
            </a:r>
            <a:r>
              <a:rPr lang="zh-CN" altLang="en-US" b="1" dirty="0">
                <a:solidFill>
                  <a:schemeClr val="accent1">
                    <a:lumMod val="7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lt"/>
              </a:rPr>
              <a:t>实施</a:t>
            </a:r>
            <a:endParaRPr lang="zh-CN" altLang="en-US" b="1" dirty="0">
              <a:solidFill>
                <a:schemeClr val="accent1">
                  <a:lumMod val="7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  <a:sym typeface="+mn-lt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文本框 2"/>
          <p:cNvSpPr txBox="1"/>
          <p:nvPr/>
        </p:nvSpPr>
        <p:spPr>
          <a:xfrm>
            <a:off x="1175385" y="1377315"/>
            <a:ext cx="9841230" cy="2282190"/>
          </a:xfrm>
          <a:prstGeom prst="rect">
            <a:avLst/>
          </a:prstGeom>
          <a:noFill/>
        </p:spPr>
        <p:txBody>
          <a:bodyPr wrap="square" rtlCol="0" anchor="t">
            <a:noAutofit/>
          </a:bodyPr>
          <a:lstStyle/>
          <a:p>
            <a:pPr indent="457200" fontAlgn="auto">
              <a:lnSpc>
                <a:spcPct val="150000"/>
              </a:lnSpc>
            </a:pPr>
            <a:r>
              <a:rPr 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为了科学评估智能体回答的质量，需要引入五维评估指标。第一个维度是准确性，考察回答是否基本准确，是否存在明显错误。第二个维度是完整性，看回答是否覆盖关键点，是否漏掉重要步骤或条件。第三个维度是稳定性，检验多次测试结果是否一致，同类问题差异是否过大。第四个维度是边界感，当信息不足时，模型是否会主动澄清或拒绝编造，而不是乱猜。第五个维度是可用性，评估回答是否可用于真实场景，能否便于客服或系统直接使用。针对上述三个测试问题，每个问题都要从这五个维度分别打分（</a:t>
            </a:r>
            <a:r>
              <a:rPr lang="en-US" alt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1-5</a:t>
            </a:r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分），并总结问题发生的原因。例如，对于</a:t>
            </a:r>
            <a:r>
              <a:rPr lang="en-US" alt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“</a:t>
            </a:r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门锁连不上</a:t>
            </a:r>
            <a:r>
              <a:rPr lang="en-US" alt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Wi-Fi”</a:t>
            </a:r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问题，如果</a:t>
            </a:r>
            <a:r>
              <a:rPr lang="en-US" alt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V1</a:t>
            </a:r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版提示词回答只给出重启路由器的建议，而未提及检查</a:t>
            </a:r>
            <a:r>
              <a:rPr lang="en-US" alt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Wi-Fi</a:t>
            </a:r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频段或信号强度，则完整性得分会较低；如果回答每次测试都不同，则稳定性差。通过这种结构化的评估，学员能系统性地发现提示词的不足，为后续优化提供明确方向。</a:t>
            </a:r>
            <a:endParaRPr lang="zh-CN" altLang="en-US" dirty="0" smtClean="0"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</p:txBody>
      </p:sp>
      <p:sp>
        <p:nvSpPr>
          <p:cNvPr id="6" name="矩形 5"/>
          <p:cNvSpPr/>
          <p:nvPr/>
        </p:nvSpPr>
        <p:spPr>
          <a:xfrm>
            <a:off x="1954896" y="3657124"/>
            <a:ext cx="8211454" cy="2991484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>
                <a:solidFill>
                  <a:schemeClr val="tx1"/>
                </a:solidFill>
              </a:rPr>
              <a:t>教材对步骤图片</a:t>
            </a:r>
            <a:endParaRPr lang="zh-CN" altLang="en-US" dirty="0">
              <a:solidFill>
                <a:schemeClr val="tx1"/>
              </a:solidFill>
            </a:endParaRPr>
          </a:p>
        </p:txBody>
      </p:sp>
      <p:sp>
        <p:nvSpPr>
          <p:cNvPr id="2" name="文本框 1"/>
          <p:cNvSpPr txBox="1"/>
          <p:nvPr/>
        </p:nvSpPr>
        <p:spPr>
          <a:xfrm>
            <a:off x="0" y="793750"/>
            <a:ext cx="1351262" cy="583565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threePt" dir="t"/>
            </a:scene3d>
            <a:sp3d contourW="12700"/>
          </a:bodyPr>
          <a:lstStyle/>
          <a:p>
            <a:pPr algn="ctr"/>
            <a:r>
              <a:rPr lang="en-US" sz="3200" dirty="0" smtClean="0">
                <a:solidFill>
                  <a:srgbClr val="3F396C"/>
                </a:solidFill>
                <a:latin typeface="思源宋体" panose="02020700000000000000" charset="-122"/>
                <a:ea typeface="思源宋体" panose="02020700000000000000" charset="-122"/>
              </a:rPr>
              <a:t>04</a:t>
            </a:r>
            <a:endParaRPr lang="en-US" sz="3200" dirty="0" smtClean="0">
              <a:solidFill>
                <a:srgbClr val="3F396C"/>
              </a:solidFill>
              <a:latin typeface="思源宋体" panose="02020700000000000000" charset="-122"/>
              <a:ea typeface="思源宋体" panose="02020700000000000000" charset="-122"/>
            </a:endParaRPr>
          </a:p>
        </p:txBody>
      </p:sp>
      <p:sp>
        <p:nvSpPr>
          <p:cNvPr id="17" name="文本框 16"/>
          <p:cNvSpPr txBox="1"/>
          <p:nvPr/>
        </p:nvSpPr>
        <p:spPr>
          <a:xfrm>
            <a:off x="1278000" y="792000"/>
            <a:ext cx="3932555" cy="583565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threePt" dir="t"/>
            </a:scene3d>
            <a:sp3d contourW="12700"/>
          </a:bodyPr>
          <a:lstStyle>
            <a:defPPr>
              <a:defRPr lang="en-US"/>
            </a:defPPr>
            <a:lvl1pPr algn="ctr">
              <a:defRPr sz="3200">
                <a:gradFill>
                  <a:gsLst>
                    <a:gs pos="0">
                      <a:schemeClr val="tx1">
                        <a:lumMod val="50000"/>
                        <a:lumOff val="50000"/>
                      </a:schemeClr>
                    </a:gs>
                    <a:gs pos="100000">
                      <a:schemeClr val="tx1">
                        <a:lumMod val="85000"/>
                        <a:lumOff val="15000"/>
                      </a:schemeClr>
                    </a:gs>
                  </a:gsLst>
                  <a:lin ang="5400000" scaled="1"/>
                </a:gradFill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zh-CN" altLang="en-US" b="1" dirty="0">
                <a:solidFill>
                  <a:schemeClr val="accent1">
                    <a:lumMod val="7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lt"/>
              </a:rPr>
              <a:t>任务</a:t>
            </a:r>
            <a:r>
              <a:rPr lang="zh-CN" altLang="en-US" b="1" dirty="0">
                <a:solidFill>
                  <a:schemeClr val="accent1">
                    <a:lumMod val="7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lt"/>
              </a:rPr>
              <a:t>实施</a:t>
            </a:r>
            <a:endParaRPr lang="zh-CN" altLang="en-US" b="1" dirty="0">
              <a:solidFill>
                <a:schemeClr val="accent1">
                  <a:lumMod val="7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  <a:sym typeface="+mn-lt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圆角矩形 34"/>
          <p:cNvSpPr/>
          <p:nvPr>
            <p:custDataLst>
              <p:tags r:id="rId1"/>
            </p:custDataLst>
          </p:nvPr>
        </p:nvSpPr>
        <p:spPr>
          <a:xfrm rot="2700000">
            <a:off x="4053840" y="2520315"/>
            <a:ext cx="1509395" cy="1517015"/>
          </a:xfrm>
          <a:prstGeom prst="roundRect">
            <a:avLst>
              <a:gd name="adj" fmla="val 6319"/>
            </a:avLst>
          </a:prstGeom>
          <a:solidFill>
            <a:schemeClr val="bg1">
              <a:lumMod val="95000"/>
            </a:schemeClr>
          </a:solidFill>
          <a:ln>
            <a:noFill/>
          </a:ln>
          <a:effectLst>
            <a:outerShdw blurRad="152400" dist="63500" dir="8100000" algn="tl" rotWithShape="0">
              <a:prstClr val="black">
                <a:alpha val="30000"/>
              </a:prstClr>
            </a:outerShdw>
          </a:effectLst>
          <a:scene3d>
            <a:camera prst="orthographicFront"/>
            <a:lightRig rig="threePt" dir="t"/>
          </a:scene3d>
          <a:sp3d prstMaterial="softEdge">
            <a:bevelT w="38100" h="635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2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DIN-BoldItalic" pitchFamily="50" charset="0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2" name="圆角矩形 38"/>
          <p:cNvSpPr/>
          <p:nvPr>
            <p:custDataLst>
              <p:tags r:id="rId2"/>
            </p:custDataLst>
          </p:nvPr>
        </p:nvSpPr>
        <p:spPr>
          <a:xfrm rot="2700000">
            <a:off x="4272915" y="2696845"/>
            <a:ext cx="1068070" cy="1068070"/>
          </a:xfrm>
          <a:prstGeom prst="roundRect">
            <a:avLst>
              <a:gd name="adj" fmla="val 6319"/>
            </a:avLst>
          </a:prstGeom>
          <a:solidFill>
            <a:schemeClr val="tx1">
              <a:lumMod val="65000"/>
              <a:lumOff val="35000"/>
            </a:schemeClr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010600030101010101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21" name="任意多边形 44"/>
          <p:cNvSpPr/>
          <p:nvPr>
            <p:custDataLst>
              <p:tags r:id="rId3"/>
            </p:custDataLst>
          </p:nvPr>
        </p:nvSpPr>
        <p:spPr>
          <a:xfrm flipV="1">
            <a:off x="4055110" y="3601085"/>
            <a:ext cx="1842770" cy="1015365"/>
          </a:xfrm>
          <a:custGeom>
            <a:avLst/>
            <a:gdLst>
              <a:gd name="connsiteX0" fmla="*/ 0 w 1940313"/>
              <a:gd name="connsiteY0" fmla="*/ 791737 h 1148576"/>
              <a:gd name="connsiteX1" fmla="*/ 791737 w 1940313"/>
              <a:gd name="connsiteY1" fmla="*/ 0 h 1148576"/>
              <a:gd name="connsiteX2" fmla="*/ 1940313 w 1940313"/>
              <a:gd name="connsiteY2" fmla="*/ 1148576 h 114857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940313" h="1148576">
                <a:moveTo>
                  <a:pt x="0" y="791737"/>
                </a:moveTo>
                <a:lnTo>
                  <a:pt x="791737" y="0"/>
                </a:lnTo>
                <a:lnTo>
                  <a:pt x="1940313" y="1148576"/>
                </a:lnTo>
              </a:path>
            </a:pathLst>
          </a:custGeom>
          <a:noFill/>
          <a:ln w="12700">
            <a:solidFill>
              <a:srgbClr val="8A8B8F"/>
            </a:solidFill>
            <a:prstDash val="dash"/>
            <a:headEnd type="oval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010600030101010101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10" name="文本框 9"/>
          <p:cNvSpPr txBox="1"/>
          <p:nvPr>
            <p:custDataLst>
              <p:tags r:id="rId4"/>
            </p:custDataLst>
          </p:nvPr>
        </p:nvSpPr>
        <p:spPr>
          <a:xfrm>
            <a:off x="4513479" y="2762250"/>
            <a:ext cx="682625" cy="10147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6000" b="1">
                <a:solidFill>
                  <a:schemeClr val="bg1"/>
                </a:solidFill>
                <a:latin typeface="+mj-ea"/>
                <a:ea typeface="+mj-ea"/>
              </a:rPr>
              <a:t>2</a:t>
            </a:r>
            <a:endParaRPr lang="en-US" altLang="zh-CN" sz="6000" b="1">
              <a:solidFill>
                <a:schemeClr val="bg1"/>
              </a:solidFill>
              <a:latin typeface="+mj-ea"/>
              <a:ea typeface="+mj-ea"/>
            </a:endParaRPr>
          </a:p>
        </p:txBody>
      </p:sp>
      <p:grpSp>
        <p:nvGrpSpPr>
          <p:cNvPr id="11" name="组合 10"/>
          <p:cNvGrpSpPr/>
          <p:nvPr>
            <p:custDataLst>
              <p:tags r:id="rId5"/>
            </p:custDataLst>
          </p:nvPr>
        </p:nvGrpSpPr>
        <p:grpSpPr>
          <a:xfrm>
            <a:off x="1248410" y="2000885"/>
            <a:ext cx="1597025" cy="1935480"/>
            <a:chOff x="4536" y="3212"/>
            <a:chExt cx="3287" cy="4048"/>
          </a:xfrm>
        </p:grpSpPr>
        <p:sp>
          <p:nvSpPr>
            <p:cNvPr id="13" name="圆角矩形 34"/>
            <p:cNvSpPr/>
            <p:nvPr>
              <p:custDataLst>
                <p:tags r:id="rId6"/>
              </p:custDataLst>
            </p:nvPr>
          </p:nvSpPr>
          <p:spPr>
            <a:xfrm rot="2700000">
              <a:off x="4536" y="4280"/>
              <a:ext cx="2980" cy="2980"/>
            </a:xfrm>
            <a:prstGeom prst="roundRect">
              <a:avLst>
                <a:gd name="adj" fmla="val 6319"/>
              </a:avLst>
            </a:prstGeom>
            <a:solidFill>
              <a:schemeClr val="bg1">
                <a:lumMod val="95000"/>
              </a:schemeClr>
            </a:solidFill>
            <a:ln>
              <a:noFill/>
            </a:ln>
            <a:effectLst>
              <a:outerShdw blurRad="152400" dist="63500" dir="8100000" algn="tl" rotWithShape="0">
                <a:prstClr val="black">
                  <a:alpha val="30000"/>
                </a:prstClr>
              </a:outerShdw>
            </a:effectLst>
            <a:scene3d>
              <a:camera prst="orthographicFront"/>
              <a:lightRig rig="threePt" dir="t"/>
            </a:scene3d>
            <a:sp3d prstMaterial="softEdge">
              <a:bevelT w="38100" h="6350"/>
            </a:sp3d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DIN-BoldItalic" pitchFamily="50" charset="0"/>
                <a:ea typeface="微软雅黑" panose="020B0503020204020204" pitchFamily="34" charset="-122"/>
                <a:cs typeface="+mn-cs"/>
              </a:endParaRPr>
            </a:p>
          </p:txBody>
        </p:sp>
        <p:sp>
          <p:nvSpPr>
            <p:cNvPr id="14" name="圆角矩形 38"/>
            <p:cNvSpPr/>
            <p:nvPr>
              <p:custDataLst>
                <p:tags r:id="rId7"/>
              </p:custDataLst>
            </p:nvPr>
          </p:nvSpPr>
          <p:spPr>
            <a:xfrm rot="2700000">
              <a:off x="4943" y="4671"/>
              <a:ext cx="2185" cy="2185"/>
            </a:xfrm>
            <a:prstGeom prst="roundRect">
              <a:avLst>
                <a:gd name="adj" fmla="val 6319"/>
              </a:avLst>
            </a:prstGeom>
            <a:solidFill>
              <a:schemeClr val="tx1">
                <a:lumMod val="65000"/>
                <a:lumOff val="3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等线" panose="02010600030101010101" charset="-122"/>
                <a:ea typeface="微软雅黑" panose="020B0503020204020204" pitchFamily="34" charset="-122"/>
                <a:cs typeface="+mn-cs"/>
              </a:endParaRPr>
            </a:p>
          </p:txBody>
        </p:sp>
        <p:sp>
          <p:nvSpPr>
            <p:cNvPr id="15" name="任意多边形 42"/>
            <p:cNvSpPr/>
            <p:nvPr/>
          </p:nvSpPr>
          <p:spPr>
            <a:xfrm>
              <a:off x="4767" y="3212"/>
              <a:ext cx="3056" cy="1809"/>
            </a:xfrm>
            <a:custGeom>
              <a:avLst/>
              <a:gdLst>
                <a:gd name="connsiteX0" fmla="*/ 0 w 1940313"/>
                <a:gd name="connsiteY0" fmla="*/ 791737 h 1148576"/>
                <a:gd name="connsiteX1" fmla="*/ 791737 w 1940313"/>
                <a:gd name="connsiteY1" fmla="*/ 0 h 1148576"/>
                <a:gd name="connsiteX2" fmla="*/ 1940313 w 1940313"/>
                <a:gd name="connsiteY2" fmla="*/ 1148576 h 114857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940313" h="1148576">
                  <a:moveTo>
                    <a:pt x="0" y="791737"/>
                  </a:moveTo>
                  <a:lnTo>
                    <a:pt x="791737" y="0"/>
                  </a:lnTo>
                  <a:lnTo>
                    <a:pt x="1940313" y="1148576"/>
                  </a:lnTo>
                </a:path>
              </a:pathLst>
            </a:custGeom>
            <a:noFill/>
            <a:ln w="12700">
              <a:solidFill>
                <a:srgbClr val="8A8B8F"/>
              </a:solidFill>
              <a:prstDash val="dash"/>
              <a:headEnd type="oval" w="med" len="med"/>
              <a:tailEnd type="triangl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等线" panose="02010600030101010101" charset="-122"/>
                <a:ea typeface="微软雅黑" panose="020B0503020204020204" pitchFamily="34" charset="-122"/>
                <a:cs typeface="+mn-cs"/>
              </a:endParaRPr>
            </a:p>
          </p:txBody>
        </p:sp>
      </p:grpSp>
      <p:sp>
        <p:nvSpPr>
          <p:cNvPr id="17" name="文本框 16"/>
          <p:cNvSpPr txBox="1"/>
          <p:nvPr>
            <p:custDataLst>
              <p:tags r:id="rId8"/>
            </p:custDataLst>
          </p:nvPr>
        </p:nvSpPr>
        <p:spPr>
          <a:xfrm>
            <a:off x="1662430" y="2762250"/>
            <a:ext cx="541020" cy="949325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en-US" altLang="zh-CN" sz="6000" b="1">
                <a:solidFill>
                  <a:schemeClr val="bg1"/>
                </a:solidFill>
                <a:latin typeface="+mj-ea"/>
                <a:ea typeface="+mj-ea"/>
              </a:rPr>
              <a:t>1</a:t>
            </a:r>
            <a:endParaRPr lang="en-US" altLang="zh-CN" sz="6000" b="1">
              <a:solidFill>
                <a:schemeClr val="bg1"/>
              </a:solidFill>
              <a:latin typeface="+mj-ea"/>
              <a:ea typeface="+mj-ea"/>
            </a:endParaRPr>
          </a:p>
        </p:txBody>
      </p:sp>
      <p:sp>
        <p:nvSpPr>
          <p:cNvPr id="3" name="文本框1"/>
          <p:cNvSpPr txBox="1"/>
          <p:nvPr>
            <p:custDataLst>
              <p:tags r:id="rId9"/>
            </p:custDataLst>
          </p:nvPr>
        </p:nvSpPr>
        <p:spPr>
          <a:xfrm>
            <a:off x="3457869" y="4770120"/>
            <a:ext cx="2700000" cy="4603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zh-CN" altLang="zh-CN" sz="2400" dirty="0" smtClean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二、编写初版系统提示词并建立基础评估指标</a:t>
            </a:r>
            <a:endParaRPr lang="zh-CN" altLang="zh-CN" sz="2400" dirty="0" smtClean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sp>
        <p:nvSpPr>
          <p:cNvPr id="4" name="文本框1"/>
          <p:cNvSpPr txBox="1"/>
          <p:nvPr>
            <p:custDataLst>
              <p:tags r:id="rId10"/>
            </p:custDataLst>
          </p:nvPr>
        </p:nvSpPr>
        <p:spPr>
          <a:xfrm>
            <a:off x="622292" y="4770120"/>
            <a:ext cx="2700000" cy="46080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zh-CN" altLang="zh-CN" sz="2400" dirty="0" smtClean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一、熟悉</a:t>
            </a:r>
            <a:r>
              <a:rPr lang="en-US" altLang="zh-CN" sz="2400" dirty="0" smtClean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RAGFlow</a:t>
            </a:r>
            <a:r>
              <a:rPr lang="zh-CN" altLang="en-US" sz="2400" dirty="0" smtClean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平台并创建基础应用</a:t>
            </a:r>
            <a:endParaRPr lang="zh-CN" altLang="en-US" sz="2400" dirty="0" smtClean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sp>
        <p:nvSpPr>
          <p:cNvPr id="5" name="圆角矩形 34"/>
          <p:cNvSpPr/>
          <p:nvPr>
            <p:custDataLst>
              <p:tags r:id="rId11"/>
            </p:custDataLst>
          </p:nvPr>
        </p:nvSpPr>
        <p:spPr>
          <a:xfrm rot="2700000">
            <a:off x="6995795" y="2531745"/>
            <a:ext cx="1492885" cy="1393825"/>
          </a:xfrm>
          <a:prstGeom prst="roundRect">
            <a:avLst>
              <a:gd name="adj" fmla="val 6319"/>
            </a:avLst>
          </a:prstGeom>
          <a:solidFill>
            <a:schemeClr val="bg1">
              <a:lumMod val="95000"/>
            </a:schemeClr>
          </a:solidFill>
          <a:ln>
            <a:noFill/>
          </a:ln>
          <a:effectLst>
            <a:outerShdw blurRad="152400" dist="63500" dir="8100000" algn="tl" rotWithShape="0">
              <a:prstClr val="black">
                <a:alpha val="30000"/>
              </a:prstClr>
            </a:outerShdw>
          </a:effectLst>
          <a:scene3d>
            <a:camera prst="orthographicFront"/>
            <a:lightRig rig="threePt" dir="t"/>
          </a:scene3d>
          <a:sp3d prstMaterial="softEdge">
            <a:bevelT w="38100" h="635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2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DIN-BoldItalic" pitchFamily="50" charset="0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6" name="圆角矩形 38"/>
          <p:cNvSpPr/>
          <p:nvPr>
            <p:custDataLst>
              <p:tags r:id="rId12"/>
            </p:custDataLst>
          </p:nvPr>
        </p:nvSpPr>
        <p:spPr>
          <a:xfrm rot="2700000">
            <a:off x="7209155" y="2696845"/>
            <a:ext cx="1068070" cy="1068070"/>
          </a:xfrm>
          <a:prstGeom prst="roundRect">
            <a:avLst>
              <a:gd name="adj" fmla="val 6319"/>
            </a:avLst>
          </a:prstGeom>
          <a:solidFill>
            <a:srgbClr val="0064D2"/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srgbClr val="0064D2"/>
              </a:solidFill>
              <a:effectLst/>
              <a:uLnTx/>
              <a:uFillTx/>
              <a:latin typeface="等线" panose="02010600030101010101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8" name="圆角矩形 34"/>
          <p:cNvSpPr/>
          <p:nvPr>
            <p:custDataLst>
              <p:tags r:id="rId13"/>
            </p:custDataLst>
          </p:nvPr>
        </p:nvSpPr>
        <p:spPr>
          <a:xfrm rot="2700000">
            <a:off x="9720580" y="2510790"/>
            <a:ext cx="1454785" cy="1449070"/>
          </a:xfrm>
          <a:prstGeom prst="roundRect">
            <a:avLst>
              <a:gd name="adj" fmla="val 6319"/>
            </a:avLst>
          </a:prstGeom>
          <a:solidFill>
            <a:schemeClr val="bg1">
              <a:lumMod val="95000"/>
            </a:schemeClr>
          </a:solidFill>
          <a:ln>
            <a:noFill/>
          </a:ln>
          <a:effectLst>
            <a:outerShdw blurRad="152400" dist="63500" dir="8100000" algn="tl" rotWithShape="0">
              <a:prstClr val="black">
                <a:alpha val="30000"/>
              </a:prstClr>
            </a:outerShdw>
          </a:effectLst>
          <a:scene3d>
            <a:camera prst="orthographicFront"/>
            <a:lightRig rig="threePt" dir="t"/>
          </a:scene3d>
          <a:sp3d prstMaterial="softEdge">
            <a:bevelT w="38100" h="635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2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DIN-BoldItalic" pitchFamily="50" charset="0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7" name="圆角矩形 38"/>
          <p:cNvSpPr/>
          <p:nvPr>
            <p:custDataLst>
              <p:tags r:id="rId14"/>
            </p:custDataLst>
          </p:nvPr>
        </p:nvSpPr>
        <p:spPr>
          <a:xfrm rot="2700000">
            <a:off x="9920605" y="2696210"/>
            <a:ext cx="1068070" cy="1068070"/>
          </a:xfrm>
          <a:prstGeom prst="roundRect">
            <a:avLst>
              <a:gd name="adj" fmla="val 6319"/>
            </a:avLst>
          </a:prstGeom>
          <a:solidFill>
            <a:schemeClr val="tx1">
              <a:lumMod val="65000"/>
              <a:lumOff val="35000"/>
            </a:schemeClr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010600030101010101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9" name="文本框 8"/>
          <p:cNvSpPr txBox="1"/>
          <p:nvPr>
            <p:custDataLst>
              <p:tags r:id="rId15"/>
            </p:custDataLst>
          </p:nvPr>
        </p:nvSpPr>
        <p:spPr>
          <a:xfrm>
            <a:off x="7457339" y="2762250"/>
            <a:ext cx="682625" cy="10147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6000" b="1" dirty="0">
                <a:solidFill>
                  <a:schemeClr val="bg1"/>
                </a:solidFill>
                <a:latin typeface="+mj-ea"/>
                <a:ea typeface="+mj-ea"/>
              </a:rPr>
              <a:t>3</a:t>
            </a:r>
            <a:endParaRPr lang="en-US" altLang="zh-CN" sz="6000" b="1" dirty="0">
              <a:solidFill>
                <a:schemeClr val="bg1"/>
              </a:solidFill>
              <a:latin typeface="+mj-ea"/>
              <a:ea typeface="+mj-ea"/>
            </a:endParaRPr>
          </a:p>
        </p:txBody>
      </p:sp>
      <p:sp>
        <p:nvSpPr>
          <p:cNvPr id="16" name="文本框 15"/>
          <p:cNvSpPr txBox="1"/>
          <p:nvPr>
            <p:custDataLst>
              <p:tags r:id="rId16"/>
            </p:custDataLst>
          </p:nvPr>
        </p:nvSpPr>
        <p:spPr>
          <a:xfrm>
            <a:off x="10102114" y="2696845"/>
            <a:ext cx="682625" cy="10147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6000" b="1">
                <a:solidFill>
                  <a:schemeClr val="bg1"/>
                </a:solidFill>
                <a:latin typeface="+mj-ea"/>
                <a:ea typeface="+mj-ea"/>
              </a:rPr>
              <a:t>4</a:t>
            </a:r>
            <a:endParaRPr lang="en-US" altLang="zh-CN" sz="6000" b="1">
              <a:solidFill>
                <a:schemeClr val="bg1"/>
              </a:solidFill>
              <a:latin typeface="+mj-ea"/>
              <a:ea typeface="+mj-ea"/>
            </a:endParaRPr>
          </a:p>
        </p:txBody>
      </p:sp>
      <p:sp>
        <p:nvSpPr>
          <p:cNvPr id="20" name="任意多边形 42"/>
          <p:cNvSpPr/>
          <p:nvPr>
            <p:custDataLst>
              <p:tags r:id="rId17"/>
            </p:custDataLst>
          </p:nvPr>
        </p:nvSpPr>
        <p:spPr>
          <a:xfrm>
            <a:off x="7089614" y="2000885"/>
            <a:ext cx="1484791" cy="864942"/>
          </a:xfrm>
          <a:custGeom>
            <a:avLst/>
            <a:gdLst>
              <a:gd name="connsiteX0" fmla="*/ 0 w 1940313"/>
              <a:gd name="connsiteY0" fmla="*/ 791737 h 1148576"/>
              <a:gd name="connsiteX1" fmla="*/ 791737 w 1940313"/>
              <a:gd name="connsiteY1" fmla="*/ 0 h 1148576"/>
              <a:gd name="connsiteX2" fmla="*/ 1940313 w 1940313"/>
              <a:gd name="connsiteY2" fmla="*/ 1148576 h 114857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940313" h="1148576">
                <a:moveTo>
                  <a:pt x="0" y="791737"/>
                </a:moveTo>
                <a:lnTo>
                  <a:pt x="791737" y="0"/>
                </a:lnTo>
                <a:lnTo>
                  <a:pt x="1940313" y="1148576"/>
                </a:lnTo>
              </a:path>
            </a:pathLst>
          </a:custGeom>
          <a:noFill/>
          <a:ln w="12700">
            <a:solidFill>
              <a:srgbClr val="8A8B8F"/>
            </a:solidFill>
            <a:prstDash val="dash"/>
            <a:headEnd type="oval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010600030101010101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23" name="任意多边形 44"/>
          <p:cNvSpPr/>
          <p:nvPr>
            <p:custDataLst>
              <p:tags r:id="rId18"/>
            </p:custDataLst>
          </p:nvPr>
        </p:nvSpPr>
        <p:spPr>
          <a:xfrm flipV="1">
            <a:off x="9700260" y="3601085"/>
            <a:ext cx="1842770" cy="1015365"/>
          </a:xfrm>
          <a:custGeom>
            <a:avLst/>
            <a:gdLst>
              <a:gd name="connsiteX0" fmla="*/ 0 w 1940313"/>
              <a:gd name="connsiteY0" fmla="*/ 791737 h 1148576"/>
              <a:gd name="connsiteX1" fmla="*/ 791737 w 1940313"/>
              <a:gd name="connsiteY1" fmla="*/ 0 h 1148576"/>
              <a:gd name="connsiteX2" fmla="*/ 1940313 w 1940313"/>
              <a:gd name="connsiteY2" fmla="*/ 1148576 h 114857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940313" h="1148576">
                <a:moveTo>
                  <a:pt x="0" y="791737"/>
                </a:moveTo>
                <a:lnTo>
                  <a:pt x="791737" y="0"/>
                </a:lnTo>
                <a:lnTo>
                  <a:pt x="1940313" y="1148576"/>
                </a:lnTo>
              </a:path>
            </a:pathLst>
          </a:custGeom>
          <a:noFill/>
          <a:ln w="12700">
            <a:solidFill>
              <a:srgbClr val="8A8B8F"/>
            </a:solidFill>
            <a:prstDash val="dash"/>
            <a:headEnd type="oval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010600030101010101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24" name="文本框1"/>
          <p:cNvSpPr txBox="1"/>
          <p:nvPr>
            <p:custDataLst>
              <p:tags r:id="rId19"/>
            </p:custDataLst>
          </p:nvPr>
        </p:nvSpPr>
        <p:spPr>
          <a:xfrm>
            <a:off x="6392065" y="4769465"/>
            <a:ext cx="2700000" cy="46080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zh-CN" altLang="zh-CN" sz="2400" b="1" dirty="0" smtClean="0">
                <a:solidFill>
                  <a:srgbClr val="0064D2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三、提示词基础优化</a:t>
            </a:r>
            <a:endParaRPr lang="zh-CN" altLang="zh-CN" sz="2400" b="1" dirty="0" smtClean="0">
              <a:solidFill>
                <a:srgbClr val="0064D2"/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sp>
        <p:nvSpPr>
          <p:cNvPr id="25" name="文本框1"/>
          <p:cNvSpPr txBox="1"/>
          <p:nvPr>
            <p:custDataLst>
              <p:tags r:id="rId20"/>
            </p:custDataLst>
          </p:nvPr>
        </p:nvSpPr>
        <p:spPr>
          <a:xfrm>
            <a:off x="9104439" y="4770120"/>
            <a:ext cx="2700000" cy="46080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zh-CN" altLang="zh-CN" sz="2400" dirty="0" smtClean="0"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四、模型参数的影响</a:t>
            </a:r>
            <a:endParaRPr lang="zh-CN" altLang="zh-CN" sz="2400" dirty="0" smtClean="0"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sp>
        <p:nvSpPr>
          <p:cNvPr id="19" name="文本框 18"/>
          <p:cNvSpPr txBox="1"/>
          <p:nvPr/>
        </p:nvSpPr>
        <p:spPr>
          <a:xfrm>
            <a:off x="0" y="793750"/>
            <a:ext cx="1351262" cy="2061210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threePt" dir="t"/>
            </a:scene3d>
            <a:sp3d contourW="12700"/>
          </a:bodyPr>
          <a:lstStyle/>
          <a:p>
            <a:pPr algn="ctr"/>
            <a:r>
              <a:rPr lang="en-US" altLang="zh-CN" sz="3200" dirty="0" smtClean="0">
                <a:solidFill>
                  <a:srgbClr val="3F396C"/>
                </a:solidFill>
                <a:latin typeface="思源宋体" panose="02020700000000000000" charset="-122"/>
                <a:ea typeface="思源宋体" panose="02020700000000000000" charset="-122"/>
              </a:rPr>
              <a:t>04</a:t>
            </a:r>
            <a:endParaRPr lang="en-US" altLang="zh-CN" sz="3200" dirty="0" smtClean="0">
              <a:solidFill>
                <a:srgbClr val="3F396C"/>
              </a:solidFill>
              <a:latin typeface="思源宋体" panose="02020700000000000000" charset="-122"/>
              <a:ea typeface="思源宋体" panose="02020700000000000000" charset="-122"/>
            </a:endParaRPr>
          </a:p>
        </p:txBody>
      </p:sp>
      <p:sp>
        <p:nvSpPr>
          <p:cNvPr id="22" name="文本框 21"/>
          <p:cNvSpPr txBox="1"/>
          <p:nvPr/>
        </p:nvSpPr>
        <p:spPr>
          <a:xfrm>
            <a:off x="1278000" y="792000"/>
            <a:ext cx="3932555" cy="583565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threePt" dir="t"/>
            </a:scene3d>
            <a:sp3d contourW="12700"/>
          </a:bodyPr>
          <a:lstStyle>
            <a:defPPr>
              <a:defRPr lang="en-US"/>
            </a:defPPr>
            <a:lvl1pPr algn="ctr">
              <a:defRPr sz="3200">
                <a:gradFill>
                  <a:gsLst>
                    <a:gs pos="0">
                      <a:schemeClr val="tx1">
                        <a:lumMod val="50000"/>
                        <a:lumOff val="50000"/>
                      </a:schemeClr>
                    </a:gs>
                    <a:gs pos="100000">
                      <a:schemeClr val="tx1">
                        <a:lumMod val="85000"/>
                        <a:lumOff val="15000"/>
                      </a:schemeClr>
                    </a:gs>
                  </a:gsLst>
                  <a:lin ang="5400000" scaled="1"/>
                </a:gradFill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zh-CN" altLang="zh-CN" b="1" dirty="0">
                <a:solidFill>
                  <a:schemeClr val="accent1">
                    <a:lumMod val="7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lt"/>
              </a:rPr>
              <a:t>任务实施</a:t>
            </a:r>
            <a:endParaRPr lang="zh-CN" altLang="zh-CN" b="1" dirty="0">
              <a:solidFill>
                <a:schemeClr val="accent1">
                  <a:lumMod val="7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  <a:sym typeface="+mn-lt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文本框 2"/>
          <p:cNvSpPr txBox="1"/>
          <p:nvPr/>
        </p:nvSpPr>
        <p:spPr>
          <a:xfrm>
            <a:off x="155575" y="1777365"/>
            <a:ext cx="5502275" cy="4629150"/>
          </a:xfrm>
          <a:prstGeom prst="rect">
            <a:avLst/>
          </a:prstGeom>
          <a:noFill/>
        </p:spPr>
        <p:txBody>
          <a:bodyPr wrap="square" rtlCol="0" anchor="t">
            <a:noAutofit/>
          </a:bodyPr>
          <a:lstStyle/>
          <a:p>
            <a:pPr indent="457200" fontAlgn="auto">
              <a:lnSpc>
                <a:spcPct val="150000"/>
              </a:lnSpc>
            </a:pPr>
            <a:r>
              <a:rPr 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在提示词优化的第一阶段，我们通过客观记录</a:t>
            </a:r>
            <a:r>
              <a:rPr lang="en-US" alt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V1</a:t>
            </a:r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版提示词的实际表现，发现了其中存在的问题，并以此为基础建立了优化的基准线。</a:t>
            </a:r>
            <a:r>
              <a:rPr lang="en-US" alt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V1</a:t>
            </a:r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版提示词的核心特征是</a:t>
            </a:r>
            <a:r>
              <a:rPr lang="en-US" alt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“</a:t>
            </a:r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最简角色描述</a:t>
            </a:r>
            <a:r>
              <a:rPr lang="en-US" alt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”</a:t>
            </a:r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，其目的是先让应用跑通，获取一个可用的基线版本。然而，这个版本在输出质量、内容可控性等方面往往存在不足。为了提升提示词的表现，我们需要针对</a:t>
            </a:r>
            <a:r>
              <a:rPr lang="en-US" alt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V1</a:t>
            </a:r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版暴露出的具体问题，增加关键性的约束条件，从而将提示词从</a:t>
            </a:r>
            <a:r>
              <a:rPr lang="en-US" alt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“</a:t>
            </a:r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基本可用</a:t>
            </a:r>
            <a:r>
              <a:rPr lang="en-US" alt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”</a:t>
            </a:r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的</a:t>
            </a:r>
            <a:r>
              <a:rPr lang="en-US" alt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V1</a:t>
            </a:r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版升级为</a:t>
            </a:r>
            <a:r>
              <a:rPr lang="en-US" alt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“</a:t>
            </a:r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基础可控</a:t>
            </a:r>
            <a:r>
              <a:rPr lang="en-US" alt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”</a:t>
            </a:r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的</a:t>
            </a:r>
            <a:r>
              <a:rPr lang="en-US" alt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V2</a:t>
            </a:r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版。这一过程的核心原则是：每次只针对一条约束条件进行增补，逐步观察并统计模型输出的变化，从而精确地理解每一条约束对最终结果的影响。</a:t>
            </a:r>
            <a:endParaRPr lang="zh-CN" altLang="en-US" dirty="0" smtClean="0"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</p:txBody>
      </p:sp>
      <p:sp>
        <p:nvSpPr>
          <p:cNvPr id="6" name="矩形 5"/>
          <p:cNvSpPr/>
          <p:nvPr/>
        </p:nvSpPr>
        <p:spPr>
          <a:xfrm>
            <a:off x="5797550" y="1776888"/>
            <a:ext cx="5911850" cy="4630261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 smtClean="0">
                <a:solidFill>
                  <a:schemeClr val="tx1"/>
                </a:solidFill>
              </a:rPr>
              <a:t>教材对步骤图片</a:t>
            </a:r>
            <a:endParaRPr lang="zh-CN" altLang="en-US" dirty="0">
              <a:solidFill>
                <a:schemeClr val="tx1"/>
              </a:solidFill>
            </a:endParaRPr>
          </a:p>
        </p:txBody>
      </p:sp>
      <p:sp>
        <p:nvSpPr>
          <p:cNvPr id="4" name="文本框 3"/>
          <p:cNvSpPr txBox="1"/>
          <p:nvPr/>
        </p:nvSpPr>
        <p:spPr>
          <a:xfrm>
            <a:off x="0" y="793750"/>
            <a:ext cx="1351262" cy="583565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threePt" dir="t"/>
            </a:scene3d>
            <a:sp3d contourW="12700"/>
          </a:bodyPr>
          <a:lstStyle/>
          <a:p>
            <a:pPr algn="ctr"/>
            <a:r>
              <a:rPr lang="en-US" sz="3200" dirty="0" smtClean="0">
                <a:solidFill>
                  <a:srgbClr val="3F396C"/>
                </a:solidFill>
                <a:latin typeface="思源宋体" panose="02020700000000000000" charset="-122"/>
                <a:ea typeface="思源宋体" panose="02020700000000000000" charset="-122"/>
              </a:rPr>
              <a:t>04</a:t>
            </a:r>
            <a:endParaRPr lang="en-US" sz="3200" dirty="0" smtClean="0">
              <a:solidFill>
                <a:srgbClr val="3F396C"/>
              </a:solidFill>
              <a:latin typeface="思源宋体" panose="02020700000000000000" charset="-122"/>
              <a:ea typeface="思源宋体" panose="02020700000000000000" charset="-122"/>
            </a:endParaRPr>
          </a:p>
        </p:txBody>
      </p:sp>
      <p:sp>
        <p:nvSpPr>
          <p:cNvPr id="17" name="文本框 16"/>
          <p:cNvSpPr txBox="1"/>
          <p:nvPr/>
        </p:nvSpPr>
        <p:spPr>
          <a:xfrm>
            <a:off x="1278000" y="792000"/>
            <a:ext cx="3932555" cy="583565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threePt" dir="t"/>
            </a:scene3d>
            <a:sp3d contourW="12700"/>
          </a:bodyPr>
          <a:lstStyle>
            <a:defPPr>
              <a:defRPr lang="en-US"/>
            </a:defPPr>
            <a:lvl1pPr algn="ctr">
              <a:defRPr sz="3200">
                <a:gradFill>
                  <a:gsLst>
                    <a:gs pos="0">
                      <a:schemeClr val="tx1">
                        <a:lumMod val="50000"/>
                        <a:lumOff val="50000"/>
                      </a:schemeClr>
                    </a:gs>
                    <a:gs pos="100000">
                      <a:schemeClr val="tx1">
                        <a:lumMod val="85000"/>
                        <a:lumOff val="15000"/>
                      </a:schemeClr>
                    </a:gs>
                  </a:gsLst>
                  <a:lin ang="5400000" scaled="1"/>
                </a:gradFill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zh-CN" altLang="en-US" b="1" dirty="0">
                <a:solidFill>
                  <a:schemeClr val="accent1">
                    <a:lumMod val="7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lt"/>
              </a:rPr>
              <a:t>任务</a:t>
            </a:r>
            <a:r>
              <a:rPr lang="zh-CN" altLang="en-US" b="1" dirty="0">
                <a:solidFill>
                  <a:schemeClr val="accent1">
                    <a:lumMod val="7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lt"/>
              </a:rPr>
              <a:t>实施</a:t>
            </a:r>
            <a:endParaRPr lang="zh-CN" altLang="en-US" b="1" dirty="0">
              <a:solidFill>
                <a:schemeClr val="accent1">
                  <a:lumMod val="7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  <a:sym typeface="+mn-lt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文本框 2"/>
          <p:cNvSpPr txBox="1"/>
          <p:nvPr/>
        </p:nvSpPr>
        <p:spPr>
          <a:xfrm>
            <a:off x="1175385" y="1377315"/>
            <a:ext cx="9841230" cy="2282190"/>
          </a:xfrm>
          <a:prstGeom prst="rect">
            <a:avLst/>
          </a:prstGeom>
          <a:noFill/>
        </p:spPr>
        <p:txBody>
          <a:bodyPr wrap="square" rtlCol="0" anchor="t">
            <a:noAutofit/>
          </a:bodyPr>
          <a:lstStyle/>
          <a:p>
            <a:pPr indent="457200" fontAlgn="auto">
              <a:lnSpc>
                <a:spcPct val="150000"/>
              </a:lnSpc>
            </a:pPr>
            <a:r>
              <a:rPr 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在完成</a:t>
            </a:r>
            <a:r>
              <a:rPr lang="en-US" alt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V2</a:t>
            </a:r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版提示词的编写后，我们需要将其替换到工作流应用的系统提示词中，并使用与第</a:t>
            </a:r>
            <a:r>
              <a:rPr lang="en-US" alt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2</a:t>
            </a:r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阶段完全相同的</a:t>
            </a:r>
            <a:r>
              <a:rPr lang="en-US" alt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3</a:t>
            </a:r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个测试问题对</a:t>
            </a:r>
            <a:r>
              <a:rPr lang="en-US" alt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V2</a:t>
            </a:r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版应用进行测试。测试的目的是量化评估优化效果，即对</a:t>
            </a:r>
            <a:r>
              <a:rPr lang="en-US" alt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V2</a:t>
            </a:r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版的输出进行打分，从而直观地感受提示词改进带来的价值。最后，我们需要对比计算</a:t>
            </a:r>
            <a:r>
              <a:rPr lang="en-US" alt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V1</a:t>
            </a:r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和</a:t>
            </a:r>
            <a:r>
              <a:rPr lang="en-US" alt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V2</a:t>
            </a:r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在每个评估维度以及总分上的差异。例如，</a:t>
            </a:r>
            <a:r>
              <a:rPr lang="en-US" alt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V1</a:t>
            </a:r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版的核心修改内容是</a:t>
            </a:r>
            <a:r>
              <a:rPr lang="en-US" alt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“</a:t>
            </a:r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最简角色描述</a:t>
            </a:r>
            <a:r>
              <a:rPr lang="en-US" alt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”</a:t>
            </a:r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，主要优化目的是</a:t>
            </a:r>
            <a:r>
              <a:rPr lang="en-US" alt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“</a:t>
            </a:r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先跑通应用，获取基线</a:t>
            </a:r>
            <a:r>
              <a:rPr lang="en-US" alt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”</a:t>
            </a:r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，而</a:t>
            </a:r>
            <a:r>
              <a:rPr lang="en-US" alt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V2</a:t>
            </a:r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版则需要明确记录其核心修改内容（如</a:t>
            </a:r>
            <a:r>
              <a:rPr lang="en-US" alt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“</a:t>
            </a:r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增加了输出格式约束</a:t>
            </a:r>
            <a:r>
              <a:rPr lang="en-US" alt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”</a:t>
            </a:r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）、主要优化目的（如</a:t>
            </a:r>
            <a:r>
              <a:rPr lang="en-US" alt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“</a:t>
            </a:r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提升内容结构化程度</a:t>
            </a:r>
            <a:r>
              <a:rPr lang="en-US" alt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”</a:t>
            </a:r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），并对比两个版本在评估总分上的变化，以及最显著的变化是什么。通过这种结构化的迭代记录，我们可以清晰地追踪每一次优化带来的实际效果。</a:t>
            </a:r>
            <a:endParaRPr lang="zh-CN" altLang="en-US" dirty="0" smtClean="0"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</p:txBody>
      </p:sp>
      <p:sp>
        <p:nvSpPr>
          <p:cNvPr id="6" name="矩形 5"/>
          <p:cNvSpPr/>
          <p:nvPr/>
        </p:nvSpPr>
        <p:spPr>
          <a:xfrm>
            <a:off x="1954896" y="3657124"/>
            <a:ext cx="8211454" cy="2991484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>
                <a:solidFill>
                  <a:schemeClr val="tx1"/>
                </a:solidFill>
              </a:rPr>
              <a:t>教材对步骤图片</a:t>
            </a:r>
            <a:endParaRPr lang="zh-CN" altLang="en-US" dirty="0">
              <a:solidFill>
                <a:schemeClr val="tx1"/>
              </a:solidFill>
            </a:endParaRPr>
          </a:p>
        </p:txBody>
      </p:sp>
      <p:sp>
        <p:nvSpPr>
          <p:cNvPr id="2" name="文本框 1"/>
          <p:cNvSpPr txBox="1"/>
          <p:nvPr/>
        </p:nvSpPr>
        <p:spPr>
          <a:xfrm>
            <a:off x="0" y="793750"/>
            <a:ext cx="1351262" cy="583565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threePt" dir="t"/>
            </a:scene3d>
            <a:sp3d contourW="12700"/>
          </a:bodyPr>
          <a:lstStyle/>
          <a:p>
            <a:pPr algn="ctr"/>
            <a:r>
              <a:rPr lang="en-US" sz="3200" dirty="0" smtClean="0">
                <a:solidFill>
                  <a:srgbClr val="3F396C"/>
                </a:solidFill>
                <a:latin typeface="思源宋体" panose="02020700000000000000" charset="-122"/>
                <a:ea typeface="思源宋体" panose="02020700000000000000" charset="-122"/>
              </a:rPr>
              <a:t>04</a:t>
            </a:r>
            <a:endParaRPr lang="en-US" sz="3200" dirty="0" smtClean="0">
              <a:solidFill>
                <a:srgbClr val="3F396C"/>
              </a:solidFill>
              <a:latin typeface="思源宋体" panose="02020700000000000000" charset="-122"/>
              <a:ea typeface="思源宋体" panose="02020700000000000000" charset="-122"/>
            </a:endParaRPr>
          </a:p>
        </p:txBody>
      </p:sp>
      <p:sp>
        <p:nvSpPr>
          <p:cNvPr id="17" name="文本框 16"/>
          <p:cNvSpPr txBox="1"/>
          <p:nvPr/>
        </p:nvSpPr>
        <p:spPr>
          <a:xfrm>
            <a:off x="1278000" y="792000"/>
            <a:ext cx="3932555" cy="583565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threePt" dir="t"/>
            </a:scene3d>
            <a:sp3d contourW="12700"/>
          </a:bodyPr>
          <a:lstStyle>
            <a:defPPr>
              <a:defRPr lang="en-US"/>
            </a:defPPr>
            <a:lvl1pPr algn="ctr">
              <a:defRPr sz="3200">
                <a:gradFill>
                  <a:gsLst>
                    <a:gs pos="0">
                      <a:schemeClr val="tx1">
                        <a:lumMod val="50000"/>
                        <a:lumOff val="50000"/>
                      </a:schemeClr>
                    </a:gs>
                    <a:gs pos="100000">
                      <a:schemeClr val="tx1">
                        <a:lumMod val="85000"/>
                        <a:lumOff val="15000"/>
                      </a:schemeClr>
                    </a:gs>
                  </a:gsLst>
                  <a:lin ang="5400000" scaled="1"/>
                </a:gradFill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zh-CN" altLang="en-US" b="1" dirty="0">
                <a:solidFill>
                  <a:schemeClr val="accent1">
                    <a:lumMod val="7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lt"/>
              </a:rPr>
              <a:t>任务</a:t>
            </a:r>
            <a:r>
              <a:rPr lang="zh-CN" altLang="en-US" b="1" dirty="0">
                <a:solidFill>
                  <a:schemeClr val="accent1">
                    <a:lumMod val="7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lt"/>
              </a:rPr>
              <a:t>实施</a:t>
            </a:r>
            <a:endParaRPr lang="zh-CN" altLang="en-US" b="1" dirty="0">
              <a:solidFill>
                <a:schemeClr val="accent1">
                  <a:lumMod val="7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  <a:sym typeface="+mn-lt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圆角矩形 34"/>
          <p:cNvSpPr/>
          <p:nvPr>
            <p:custDataLst>
              <p:tags r:id="rId1"/>
            </p:custDataLst>
          </p:nvPr>
        </p:nvSpPr>
        <p:spPr>
          <a:xfrm rot="2700000">
            <a:off x="4053840" y="2520315"/>
            <a:ext cx="1509395" cy="1517015"/>
          </a:xfrm>
          <a:prstGeom prst="roundRect">
            <a:avLst>
              <a:gd name="adj" fmla="val 6319"/>
            </a:avLst>
          </a:prstGeom>
          <a:solidFill>
            <a:schemeClr val="bg1">
              <a:lumMod val="95000"/>
            </a:schemeClr>
          </a:solidFill>
          <a:ln>
            <a:noFill/>
          </a:ln>
          <a:effectLst>
            <a:outerShdw blurRad="152400" dist="63500" dir="8100000" algn="tl" rotWithShape="0">
              <a:prstClr val="black">
                <a:alpha val="30000"/>
              </a:prstClr>
            </a:outerShdw>
          </a:effectLst>
          <a:scene3d>
            <a:camera prst="orthographicFront"/>
            <a:lightRig rig="threePt" dir="t"/>
          </a:scene3d>
          <a:sp3d prstMaterial="softEdge">
            <a:bevelT w="38100" h="635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2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DIN-BoldItalic" pitchFamily="50" charset="0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2" name="圆角矩形 38"/>
          <p:cNvSpPr/>
          <p:nvPr>
            <p:custDataLst>
              <p:tags r:id="rId2"/>
            </p:custDataLst>
          </p:nvPr>
        </p:nvSpPr>
        <p:spPr>
          <a:xfrm rot="2700000">
            <a:off x="4272915" y="2696845"/>
            <a:ext cx="1068070" cy="1068070"/>
          </a:xfrm>
          <a:prstGeom prst="roundRect">
            <a:avLst>
              <a:gd name="adj" fmla="val 6319"/>
            </a:avLst>
          </a:prstGeom>
          <a:solidFill>
            <a:schemeClr val="tx1">
              <a:lumMod val="65000"/>
              <a:lumOff val="35000"/>
            </a:schemeClr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010600030101010101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21" name="任意多边形 44"/>
          <p:cNvSpPr/>
          <p:nvPr>
            <p:custDataLst>
              <p:tags r:id="rId3"/>
            </p:custDataLst>
          </p:nvPr>
        </p:nvSpPr>
        <p:spPr>
          <a:xfrm flipV="1">
            <a:off x="4055110" y="3601085"/>
            <a:ext cx="1842770" cy="1015365"/>
          </a:xfrm>
          <a:custGeom>
            <a:avLst/>
            <a:gdLst>
              <a:gd name="connsiteX0" fmla="*/ 0 w 1940313"/>
              <a:gd name="connsiteY0" fmla="*/ 791737 h 1148576"/>
              <a:gd name="connsiteX1" fmla="*/ 791737 w 1940313"/>
              <a:gd name="connsiteY1" fmla="*/ 0 h 1148576"/>
              <a:gd name="connsiteX2" fmla="*/ 1940313 w 1940313"/>
              <a:gd name="connsiteY2" fmla="*/ 1148576 h 114857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940313" h="1148576">
                <a:moveTo>
                  <a:pt x="0" y="791737"/>
                </a:moveTo>
                <a:lnTo>
                  <a:pt x="791737" y="0"/>
                </a:lnTo>
                <a:lnTo>
                  <a:pt x="1940313" y="1148576"/>
                </a:lnTo>
              </a:path>
            </a:pathLst>
          </a:custGeom>
          <a:noFill/>
          <a:ln w="12700">
            <a:solidFill>
              <a:srgbClr val="8A8B8F"/>
            </a:solidFill>
            <a:prstDash val="dash"/>
            <a:headEnd type="oval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010600030101010101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10" name="文本框 9"/>
          <p:cNvSpPr txBox="1"/>
          <p:nvPr>
            <p:custDataLst>
              <p:tags r:id="rId4"/>
            </p:custDataLst>
          </p:nvPr>
        </p:nvSpPr>
        <p:spPr>
          <a:xfrm>
            <a:off x="4513479" y="2762250"/>
            <a:ext cx="682625" cy="10147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6000" b="1">
                <a:solidFill>
                  <a:schemeClr val="bg1"/>
                </a:solidFill>
                <a:latin typeface="+mj-ea"/>
                <a:ea typeface="+mj-ea"/>
              </a:rPr>
              <a:t>2</a:t>
            </a:r>
            <a:endParaRPr lang="en-US" altLang="zh-CN" sz="6000" b="1">
              <a:solidFill>
                <a:schemeClr val="bg1"/>
              </a:solidFill>
              <a:latin typeface="+mj-ea"/>
              <a:ea typeface="+mj-ea"/>
            </a:endParaRPr>
          </a:p>
        </p:txBody>
      </p:sp>
      <p:grpSp>
        <p:nvGrpSpPr>
          <p:cNvPr id="11" name="组合 10"/>
          <p:cNvGrpSpPr/>
          <p:nvPr>
            <p:custDataLst>
              <p:tags r:id="rId5"/>
            </p:custDataLst>
          </p:nvPr>
        </p:nvGrpSpPr>
        <p:grpSpPr>
          <a:xfrm>
            <a:off x="1248410" y="2000885"/>
            <a:ext cx="1597025" cy="1935480"/>
            <a:chOff x="4536" y="3212"/>
            <a:chExt cx="3287" cy="4048"/>
          </a:xfrm>
        </p:grpSpPr>
        <p:sp>
          <p:nvSpPr>
            <p:cNvPr id="13" name="圆角矩形 34"/>
            <p:cNvSpPr/>
            <p:nvPr>
              <p:custDataLst>
                <p:tags r:id="rId6"/>
              </p:custDataLst>
            </p:nvPr>
          </p:nvSpPr>
          <p:spPr>
            <a:xfrm rot="2700000">
              <a:off x="4536" y="4280"/>
              <a:ext cx="2980" cy="2980"/>
            </a:xfrm>
            <a:prstGeom prst="roundRect">
              <a:avLst>
                <a:gd name="adj" fmla="val 6319"/>
              </a:avLst>
            </a:prstGeom>
            <a:solidFill>
              <a:schemeClr val="bg1">
                <a:lumMod val="95000"/>
              </a:schemeClr>
            </a:solidFill>
            <a:ln>
              <a:noFill/>
            </a:ln>
            <a:effectLst>
              <a:outerShdw blurRad="152400" dist="63500" dir="8100000" algn="tl" rotWithShape="0">
                <a:prstClr val="black">
                  <a:alpha val="30000"/>
                </a:prstClr>
              </a:outerShdw>
            </a:effectLst>
            <a:scene3d>
              <a:camera prst="orthographicFront"/>
              <a:lightRig rig="threePt" dir="t"/>
            </a:scene3d>
            <a:sp3d prstMaterial="softEdge">
              <a:bevelT w="38100" h="6350"/>
            </a:sp3d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DIN-BoldItalic" pitchFamily="50" charset="0"/>
                <a:ea typeface="微软雅黑" panose="020B0503020204020204" pitchFamily="34" charset="-122"/>
                <a:cs typeface="+mn-cs"/>
              </a:endParaRPr>
            </a:p>
          </p:txBody>
        </p:sp>
        <p:sp>
          <p:nvSpPr>
            <p:cNvPr id="14" name="圆角矩形 38"/>
            <p:cNvSpPr/>
            <p:nvPr>
              <p:custDataLst>
                <p:tags r:id="rId7"/>
              </p:custDataLst>
            </p:nvPr>
          </p:nvSpPr>
          <p:spPr>
            <a:xfrm rot="2700000">
              <a:off x="4943" y="4671"/>
              <a:ext cx="2185" cy="2185"/>
            </a:xfrm>
            <a:prstGeom prst="roundRect">
              <a:avLst>
                <a:gd name="adj" fmla="val 6319"/>
              </a:avLst>
            </a:prstGeom>
            <a:solidFill>
              <a:schemeClr val="tx1">
                <a:lumMod val="65000"/>
                <a:lumOff val="3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等线" panose="02010600030101010101" charset="-122"/>
                <a:ea typeface="微软雅黑" panose="020B0503020204020204" pitchFamily="34" charset="-122"/>
                <a:cs typeface="+mn-cs"/>
              </a:endParaRPr>
            </a:p>
          </p:txBody>
        </p:sp>
        <p:sp>
          <p:nvSpPr>
            <p:cNvPr id="15" name="任意多边形 42"/>
            <p:cNvSpPr/>
            <p:nvPr/>
          </p:nvSpPr>
          <p:spPr>
            <a:xfrm>
              <a:off x="4767" y="3212"/>
              <a:ext cx="3056" cy="1809"/>
            </a:xfrm>
            <a:custGeom>
              <a:avLst/>
              <a:gdLst>
                <a:gd name="connsiteX0" fmla="*/ 0 w 1940313"/>
                <a:gd name="connsiteY0" fmla="*/ 791737 h 1148576"/>
                <a:gd name="connsiteX1" fmla="*/ 791737 w 1940313"/>
                <a:gd name="connsiteY1" fmla="*/ 0 h 1148576"/>
                <a:gd name="connsiteX2" fmla="*/ 1940313 w 1940313"/>
                <a:gd name="connsiteY2" fmla="*/ 1148576 h 114857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940313" h="1148576">
                  <a:moveTo>
                    <a:pt x="0" y="791737"/>
                  </a:moveTo>
                  <a:lnTo>
                    <a:pt x="791737" y="0"/>
                  </a:lnTo>
                  <a:lnTo>
                    <a:pt x="1940313" y="1148576"/>
                  </a:lnTo>
                </a:path>
              </a:pathLst>
            </a:custGeom>
            <a:noFill/>
            <a:ln w="12700">
              <a:solidFill>
                <a:srgbClr val="8A8B8F"/>
              </a:solidFill>
              <a:prstDash val="dash"/>
              <a:headEnd type="oval" w="med" len="med"/>
              <a:tailEnd type="triangl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等线" panose="02010600030101010101" charset="-122"/>
                <a:ea typeface="微软雅黑" panose="020B0503020204020204" pitchFamily="34" charset="-122"/>
                <a:cs typeface="+mn-cs"/>
              </a:endParaRPr>
            </a:p>
          </p:txBody>
        </p:sp>
      </p:grpSp>
      <p:sp>
        <p:nvSpPr>
          <p:cNvPr id="17" name="文本框 16"/>
          <p:cNvSpPr txBox="1"/>
          <p:nvPr>
            <p:custDataLst>
              <p:tags r:id="rId8"/>
            </p:custDataLst>
          </p:nvPr>
        </p:nvSpPr>
        <p:spPr>
          <a:xfrm>
            <a:off x="1662430" y="2762250"/>
            <a:ext cx="541020" cy="949325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en-US" altLang="zh-CN" sz="6000" b="1">
                <a:solidFill>
                  <a:schemeClr val="bg1"/>
                </a:solidFill>
                <a:latin typeface="+mj-ea"/>
                <a:ea typeface="+mj-ea"/>
              </a:rPr>
              <a:t>1</a:t>
            </a:r>
            <a:endParaRPr lang="en-US" altLang="zh-CN" sz="6000" b="1">
              <a:solidFill>
                <a:schemeClr val="bg1"/>
              </a:solidFill>
              <a:latin typeface="+mj-ea"/>
              <a:ea typeface="+mj-ea"/>
            </a:endParaRPr>
          </a:p>
        </p:txBody>
      </p:sp>
      <p:sp>
        <p:nvSpPr>
          <p:cNvPr id="3" name="文本框1"/>
          <p:cNvSpPr txBox="1"/>
          <p:nvPr>
            <p:custDataLst>
              <p:tags r:id="rId9"/>
            </p:custDataLst>
          </p:nvPr>
        </p:nvSpPr>
        <p:spPr>
          <a:xfrm>
            <a:off x="3457869" y="4770120"/>
            <a:ext cx="2700000" cy="4603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zh-CN" altLang="zh-CN" sz="2400" dirty="0" smtClean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二、编写初版系统提示词并建立基础评估指标</a:t>
            </a:r>
            <a:endParaRPr lang="zh-CN" altLang="zh-CN" sz="2400" dirty="0" smtClean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sp>
        <p:nvSpPr>
          <p:cNvPr id="4" name="文本框1"/>
          <p:cNvSpPr txBox="1"/>
          <p:nvPr>
            <p:custDataLst>
              <p:tags r:id="rId10"/>
            </p:custDataLst>
          </p:nvPr>
        </p:nvSpPr>
        <p:spPr>
          <a:xfrm>
            <a:off x="622292" y="4770120"/>
            <a:ext cx="2700000" cy="46080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zh-CN" altLang="zh-CN" sz="2400" dirty="0" smtClean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一、熟悉</a:t>
            </a:r>
            <a:r>
              <a:rPr lang="en-US" altLang="zh-CN" sz="2400" dirty="0" smtClean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RAGFlow</a:t>
            </a:r>
            <a:r>
              <a:rPr lang="zh-CN" altLang="en-US" sz="2400" dirty="0" smtClean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平台并创建基础应用</a:t>
            </a:r>
            <a:endParaRPr lang="zh-CN" altLang="en-US" sz="2400" dirty="0" smtClean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sp>
        <p:nvSpPr>
          <p:cNvPr id="5" name="圆角矩形 34"/>
          <p:cNvSpPr/>
          <p:nvPr>
            <p:custDataLst>
              <p:tags r:id="rId11"/>
            </p:custDataLst>
          </p:nvPr>
        </p:nvSpPr>
        <p:spPr>
          <a:xfrm rot="2700000">
            <a:off x="6995795" y="2531745"/>
            <a:ext cx="1492885" cy="1393825"/>
          </a:xfrm>
          <a:prstGeom prst="roundRect">
            <a:avLst>
              <a:gd name="adj" fmla="val 6319"/>
            </a:avLst>
          </a:prstGeom>
          <a:solidFill>
            <a:schemeClr val="bg1">
              <a:lumMod val="95000"/>
            </a:schemeClr>
          </a:solidFill>
          <a:ln>
            <a:noFill/>
          </a:ln>
          <a:effectLst>
            <a:outerShdw blurRad="152400" dist="63500" dir="8100000" algn="tl" rotWithShape="0">
              <a:prstClr val="black">
                <a:alpha val="30000"/>
              </a:prstClr>
            </a:outerShdw>
          </a:effectLst>
          <a:scene3d>
            <a:camera prst="orthographicFront"/>
            <a:lightRig rig="threePt" dir="t"/>
          </a:scene3d>
          <a:sp3d prstMaterial="softEdge">
            <a:bevelT w="38100" h="635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2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DIN-BoldItalic" pitchFamily="50" charset="0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6" name="圆角矩形 38"/>
          <p:cNvSpPr/>
          <p:nvPr>
            <p:custDataLst>
              <p:tags r:id="rId12"/>
            </p:custDataLst>
          </p:nvPr>
        </p:nvSpPr>
        <p:spPr>
          <a:xfrm rot="2700000">
            <a:off x="7209155" y="2696845"/>
            <a:ext cx="1068070" cy="1068070"/>
          </a:xfrm>
          <a:prstGeom prst="roundRect">
            <a:avLst>
              <a:gd name="adj" fmla="val 6319"/>
            </a:avLst>
          </a:prstGeom>
          <a:solidFill>
            <a:schemeClr val="tx1">
              <a:lumMod val="65000"/>
              <a:lumOff val="35000"/>
            </a:schemeClr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010600030101010101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8" name="圆角矩形 34"/>
          <p:cNvSpPr/>
          <p:nvPr>
            <p:custDataLst>
              <p:tags r:id="rId13"/>
            </p:custDataLst>
          </p:nvPr>
        </p:nvSpPr>
        <p:spPr>
          <a:xfrm rot="2700000">
            <a:off x="9720580" y="2510790"/>
            <a:ext cx="1454785" cy="1449070"/>
          </a:xfrm>
          <a:prstGeom prst="roundRect">
            <a:avLst>
              <a:gd name="adj" fmla="val 6319"/>
            </a:avLst>
          </a:prstGeom>
          <a:solidFill>
            <a:schemeClr val="bg1">
              <a:lumMod val="95000"/>
            </a:schemeClr>
          </a:solidFill>
          <a:ln>
            <a:noFill/>
          </a:ln>
          <a:effectLst>
            <a:outerShdw blurRad="152400" dist="63500" dir="8100000" algn="tl" rotWithShape="0">
              <a:prstClr val="black">
                <a:alpha val="30000"/>
              </a:prstClr>
            </a:outerShdw>
          </a:effectLst>
          <a:scene3d>
            <a:camera prst="orthographicFront"/>
            <a:lightRig rig="threePt" dir="t"/>
          </a:scene3d>
          <a:sp3d prstMaterial="softEdge">
            <a:bevelT w="38100" h="635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2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DIN-BoldItalic" pitchFamily="50" charset="0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7" name="圆角矩形 38"/>
          <p:cNvSpPr/>
          <p:nvPr>
            <p:custDataLst>
              <p:tags r:id="rId14"/>
            </p:custDataLst>
          </p:nvPr>
        </p:nvSpPr>
        <p:spPr>
          <a:xfrm rot="2700000">
            <a:off x="9920605" y="2696210"/>
            <a:ext cx="1068070" cy="1068070"/>
          </a:xfrm>
          <a:prstGeom prst="roundRect">
            <a:avLst>
              <a:gd name="adj" fmla="val 6319"/>
            </a:avLst>
          </a:prstGeom>
          <a:solidFill>
            <a:srgbClr val="0064D2"/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010600030101010101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9" name="文本框 8"/>
          <p:cNvSpPr txBox="1"/>
          <p:nvPr>
            <p:custDataLst>
              <p:tags r:id="rId15"/>
            </p:custDataLst>
          </p:nvPr>
        </p:nvSpPr>
        <p:spPr>
          <a:xfrm>
            <a:off x="7457339" y="2762250"/>
            <a:ext cx="682625" cy="10147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6000" b="1" dirty="0">
                <a:solidFill>
                  <a:schemeClr val="bg1"/>
                </a:solidFill>
                <a:latin typeface="+mj-ea"/>
                <a:ea typeface="+mj-ea"/>
              </a:rPr>
              <a:t>3</a:t>
            </a:r>
            <a:endParaRPr lang="en-US" altLang="zh-CN" sz="6000" b="1" dirty="0">
              <a:solidFill>
                <a:schemeClr val="bg1"/>
              </a:solidFill>
              <a:latin typeface="+mj-ea"/>
              <a:ea typeface="+mj-ea"/>
            </a:endParaRPr>
          </a:p>
        </p:txBody>
      </p:sp>
      <p:sp>
        <p:nvSpPr>
          <p:cNvPr id="16" name="文本框 15"/>
          <p:cNvSpPr txBox="1"/>
          <p:nvPr>
            <p:custDataLst>
              <p:tags r:id="rId16"/>
            </p:custDataLst>
          </p:nvPr>
        </p:nvSpPr>
        <p:spPr>
          <a:xfrm>
            <a:off x="10102114" y="2696845"/>
            <a:ext cx="682625" cy="10147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6000" b="1">
                <a:solidFill>
                  <a:schemeClr val="bg1"/>
                </a:solidFill>
                <a:latin typeface="+mj-ea"/>
                <a:ea typeface="+mj-ea"/>
              </a:rPr>
              <a:t>4</a:t>
            </a:r>
            <a:endParaRPr lang="en-US" altLang="zh-CN" sz="6000" b="1">
              <a:solidFill>
                <a:schemeClr val="bg1"/>
              </a:solidFill>
              <a:latin typeface="+mj-ea"/>
              <a:ea typeface="+mj-ea"/>
            </a:endParaRPr>
          </a:p>
        </p:txBody>
      </p:sp>
      <p:sp>
        <p:nvSpPr>
          <p:cNvPr id="20" name="任意多边形 42"/>
          <p:cNvSpPr/>
          <p:nvPr>
            <p:custDataLst>
              <p:tags r:id="rId17"/>
            </p:custDataLst>
          </p:nvPr>
        </p:nvSpPr>
        <p:spPr>
          <a:xfrm>
            <a:off x="7089614" y="2000885"/>
            <a:ext cx="1484791" cy="864942"/>
          </a:xfrm>
          <a:custGeom>
            <a:avLst/>
            <a:gdLst>
              <a:gd name="connsiteX0" fmla="*/ 0 w 1940313"/>
              <a:gd name="connsiteY0" fmla="*/ 791737 h 1148576"/>
              <a:gd name="connsiteX1" fmla="*/ 791737 w 1940313"/>
              <a:gd name="connsiteY1" fmla="*/ 0 h 1148576"/>
              <a:gd name="connsiteX2" fmla="*/ 1940313 w 1940313"/>
              <a:gd name="connsiteY2" fmla="*/ 1148576 h 114857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940313" h="1148576">
                <a:moveTo>
                  <a:pt x="0" y="791737"/>
                </a:moveTo>
                <a:lnTo>
                  <a:pt x="791737" y="0"/>
                </a:lnTo>
                <a:lnTo>
                  <a:pt x="1940313" y="1148576"/>
                </a:lnTo>
              </a:path>
            </a:pathLst>
          </a:custGeom>
          <a:noFill/>
          <a:ln w="12700">
            <a:solidFill>
              <a:srgbClr val="8A8B8F"/>
            </a:solidFill>
            <a:prstDash val="dash"/>
            <a:headEnd type="oval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010600030101010101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23" name="任意多边形 44"/>
          <p:cNvSpPr/>
          <p:nvPr>
            <p:custDataLst>
              <p:tags r:id="rId18"/>
            </p:custDataLst>
          </p:nvPr>
        </p:nvSpPr>
        <p:spPr>
          <a:xfrm flipV="1">
            <a:off x="9700260" y="3601085"/>
            <a:ext cx="1842770" cy="1015365"/>
          </a:xfrm>
          <a:custGeom>
            <a:avLst/>
            <a:gdLst>
              <a:gd name="connsiteX0" fmla="*/ 0 w 1940313"/>
              <a:gd name="connsiteY0" fmla="*/ 791737 h 1148576"/>
              <a:gd name="connsiteX1" fmla="*/ 791737 w 1940313"/>
              <a:gd name="connsiteY1" fmla="*/ 0 h 1148576"/>
              <a:gd name="connsiteX2" fmla="*/ 1940313 w 1940313"/>
              <a:gd name="connsiteY2" fmla="*/ 1148576 h 114857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940313" h="1148576">
                <a:moveTo>
                  <a:pt x="0" y="791737"/>
                </a:moveTo>
                <a:lnTo>
                  <a:pt x="791737" y="0"/>
                </a:lnTo>
                <a:lnTo>
                  <a:pt x="1940313" y="1148576"/>
                </a:lnTo>
              </a:path>
            </a:pathLst>
          </a:custGeom>
          <a:noFill/>
          <a:ln w="12700">
            <a:solidFill>
              <a:srgbClr val="8A8B8F"/>
            </a:solidFill>
            <a:prstDash val="dash"/>
            <a:headEnd type="oval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010600030101010101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24" name="文本框1"/>
          <p:cNvSpPr txBox="1"/>
          <p:nvPr>
            <p:custDataLst>
              <p:tags r:id="rId19"/>
            </p:custDataLst>
          </p:nvPr>
        </p:nvSpPr>
        <p:spPr>
          <a:xfrm>
            <a:off x="6392065" y="4769465"/>
            <a:ext cx="2700000" cy="46080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zh-CN" altLang="zh-CN" sz="2400" dirty="0" smtClean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三、提示词基础优化</a:t>
            </a:r>
            <a:endParaRPr lang="zh-CN" altLang="zh-CN" sz="2400" dirty="0" smtClean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sp>
        <p:nvSpPr>
          <p:cNvPr id="25" name="文本框1"/>
          <p:cNvSpPr txBox="1"/>
          <p:nvPr>
            <p:custDataLst>
              <p:tags r:id="rId20"/>
            </p:custDataLst>
          </p:nvPr>
        </p:nvSpPr>
        <p:spPr>
          <a:xfrm>
            <a:off x="9104439" y="4770120"/>
            <a:ext cx="2700000" cy="46080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zh-CN" altLang="zh-CN" sz="2400" b="1" dirty="0" smtClean="0">
                <a:solidFill>
                  <a:srgbClr val="0064D2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四、模型参数的影响</a:t>
            </a:r>
            <a:endParaRPr lang="zh-CN" altLang="zh-CN" sz="2400" b="1" dirty="0" smtClean="0">
              <a:solidFill>
                <a:srgbClr val="0064D2"/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sp>
        <p:nvSpPr>
          <p:cNvPr id="19" name="文本框 18"/>
          <p:cNvSpPr txBox="1"/>
          <p:nvPr/>
        </p:nvSpPr>
        <p:spPr>
          <a:xfrm>
            <a:off x="0" y="793750"/>
            <a:ext cx="1351262" cy="2061210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threePt" dir="t"/>
            </a:scene3d>
            <a:sp3d contourW="12700"/>
          </a:bodyPr>
          <a:lstStyle/>
          <a:p>
            <a:pPr algn="ctr"/>
            <a:r>
              <a:rPr lang="en-US" altLang="zh-CN" sz="3200" dirty="0" smtClean="0">
                <a:solidFill>
                  <a:srgbClr val="3F396C"/>
                </a:solidFill>
                <a:latin typeface="思源宋体" panose="02020700000000000000" charset="-122"/>
                <a:ea typeface="思源宋体" panose="02020700000000000000" charset="-122"/>
              </a:rPr>
              <a:t>04</a:t>
            </a:r>
            <a:endParaRPr lang="en-US" altLang="zh-CN" sz="3200" dirty="0" smtClean="0">
              <a:solidFill>
                <a:srgbClr val="3F396C"/>
              </a:solidFill>
              <a:latin typeface="思源宋体" panose="02020700000000000000" charset="-122"/>
              <a:ea typeface="思源宋体" panose="02020700000000000000" charset="-122"/>
            </a:endParaRPr>
          </a:p>
        </p:txBody>
      </p:sp>
      <p:sp>
        <p:nvSpPr>
          <p:cNvPr id="22" name="文本框 21"/>
          <p:cNvSpPr txBox="1"/>
          <p:nvPr/>
        </p:nvSpPr>
        <p:spPr>
          <a:xfrm>
            <a:off x="1278000" y="792000"/>
            <a:ext cx="3932555" cy="583565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threePt" dir="t"/>
            </a:scene3d>
            <a:sp3d contourW="12700"/>
          </a:bodyPr>
          <a:lstStyle>
            <a:defPPr>
              <a:defRPr lang="en-US"/>
            </a:defPPr>
            <a:lvl1pPr algn="ctr">
              <a:defRPr sz="3200">
                <a:gradFill>
                  <a:gsLst>
                    <a:gs pos="0">
                      <a:schemeClr val="tx1">
                        <a:lumMod val="50000"/>
                        <a:lumOff val="50000"/>
                      </a:schemeClr>
                    </a:gs>
                    <a:gs pos="100000">
                      <a:schemeClr val="tx1">
                        <a:lumMod val="85000"/>
                        <a:lumOff val="15000"/>
                      </a:schemeClr>
                    </a:gs>
                  </a:gsLst>
                  <a:lin ang="5400000" scaled="1"/>
                </a:gradFill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zh-CN" altLang="zh-CN" b="1" dirty="0">
                <a:solidFill>
                  <a:schemeClr val="accent1">
                    <a:lumMod val="7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lt"/>
              </a:rPr>
              <a:t>任务实施</a:t>
            </a:r>
            <a:endParaRPr lang="zh-CN" altLang="zh-CN" b="1" dirty="0">
              <a:solidFill>
                <a:schemeClr val="accent1">
                  <a:lumMod val="7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  <a:sym typeface="+mn-lt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文本框 2"/>
          <p:cNvSpPr txBox="1"/>
          <p:nvPr/>
        </p:nvSpPr>
        <p:spPr>
          <a:xfrm>
            <a:off x="155575" y="1777365"/>
            <a:ext cx="5502275" cy="4629150"/>
          </a:xfrm>
          <a:prstGeom prst="rect">
            <a:avLst/>
          </a:prstGeom>
          <a:noFill/>
        </p:spPr>
        <p:txBody>
          <a:bodyPr wrap="square" rtlCol="0" anchor="t">
            <a:noAutofit/>
          </a:bodyPr>
          <a:lstStyle/>
          <a:p>
            <a:pPr indent="457200" fontAlgn="auto">
              <a:lnSpc>
                <a:spcPct val="150000"/>
              </a:lnSpc>
            </a:pPr>
            <a:r>
              <a:rPr 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模型参数是智能体工作流建设中的微调旋钮，而非行为总开关。在之前的任务中，我们已经介绍了几个关键模型参数，而在</a:t>
            </a:r>
            <a:r>
              <a:rPr lang="en-US" alt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RAGFlow</a:t>
            </a:r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的智能体模块中，还可以看到更多丰富的参数选项。这些参数共同决定了模型在生成回复时的行为表现。以温度（</a:t>
            </a:r>
            <a:r>
              <a:rPr lang="en-US" alt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Temperature</a:t>
            </a:r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）参数为例，它控制着模型输出的随机性和创造性：温度值越低，模型越倾向于选择概率最高的词，输出更保守、确定；温度值越高，模型越可能选择概率较低的词，输出更多样、灵活。理解这一点，有助于我们根据具体任务需求，精准调节模型的行为风格。</a:t>
            </a:r>
            <a:endParaRPr lang="zh-CN" altLang="en-US" dirty="0" smtClean="0"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</p:txBody>
      </p:sp>
      <p:sp>
        <p:nvSpPr>
          <p:cNvPr id="6" name="矩形 5"/>
          <p:cNvSpPr/>
          <p:nvPr/>
        </p:nvSpPr>
        <p:spPr>
          <a:xfrm>
            <a:off x="5797550" y="1776888"/>
            <a:ext cx="5911850" cy="4630261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 smtClean="0">
                <a:solidFill>
                  <a:schemeClr val="tx1"/>
                </a:solidFill>
              </a:rPr>
              <a:t>教材对步骤图片</a:t>
            </a:r>
            <a:endParaRPr lang="zh-CN" altLang="en-US" dirty="0">
              <a:solidFill>
                <a:schemeClr val="tx1"/>
              </a:solidFill>
            </a:endParaRPr>
          </a:p>
        </p:txBody>
      </p:sp>
      <p:sp>
        <p:nvSpPr>
          <p:cNvPr id="4" name="文本框 3"/>
          <p:cNvSpPr txBox="1"/>
          <p:nvPr/>
        </p:nvSpPr>
        <p:spPr>
          <a:xfrm>
            <a:off x="0" y="793750"/>
            <a:ext cx="1351262" cy="583565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threePt" dir="t"/>
            </a:scene3d>
            <a:sp3d contourW="12700"/>
          </a:bodyPr>
          <a:lstStyle/>
          <a:p>
            <a:pPr algn="ctr"/>
            <a:r>
              <a:rPr lang="en-US" sz="3200" dirty="0" smtClean="0">
                <a:solidFill>
                  <a:srgbClr val="3F396C"/>
                </a:solidFill>
                <a:latin typeface="思源宋体" panose="02020700000000000000" charset="-122"/>
                <a:ea typeface="思源宋体" panose="02020700000000000000" charset="-122"/>
              </a:rPr>
              <a:t>04</a:t>
            </a:r>
            <a:endParaRPr lang="en-US" sz="3200" dirty="0" smtClean="0">
              <a:solidFill>
                <a:srgbClr val="3F396C"/>
              </a:solidFill>
              <a:latin typeface="思源宋体" panose="02020700000000000000" charset="-122"/>
              <a:ea typeface="思源宋体" panose="02020700000000000000" charset="-122"/>
            </a:endParaRPr>
          </a:p>
        </p:txBody>
      </p:sp>
      <p:sp>
        <p:nvSpPr>
          <p:cNvPr id="17" name="文本框 16"/>
          <p:cNvSpPr txBox="1"/>
          <p:nvPr/>
        </p:nvSpPr>
        <p:spPr>
          <a:xfrm>
            <a:off x="1278000" y="792000"/>
            <a:ext cx="3932555" cy="583565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threePt" dir="t"/>
            </a:scene3d>
            <a:sp3d contourW="12700"/>
          </a:bodyPr>
          <a:lstStyle>
            <a:defPPr>
              <a:defRPr lang="en-US"/>
            </a:defPPr>
            <a:lvl1pPr algn="ctr">
              <a:defRPr sz="3200">
                <a:gradFill>
                  <a:gsLst>
                    <a:gs pos="0">
                      <a:schemeClr val="tx1">
                        <a:lumMod val="50000"/>
                        <a:lumOff val="50000"/>
                      </a:schemeClr>
                    </a:gs>
                    <a:gs pos="100000">
                      <a:schemeClr val="tx1">
                        <a:lumMod val="85000"/>
                        <a:lumOff val="15000"/>
                      </a:schemeClr>
                    </a:gs>
                  </a:gsLst>
                  <a:lin ang="5400000" scaled="1"/>
                </a:gradFill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zh-CN" altLang="en-US" b="1" dirty="0">
                <a:solidFill>
                  <a:schemeClr val="accent1">
                    <a:lumMod val="7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lt"/>
              </a:rPr>
              <a:t>任务</a:t>
            </a:r>
            <a:r>
              <a:rPr lang="zh-CN" altLang="en-US" b="1" dirty="0">
                <a:solidFill>
                  <a:schemeClr val="accent1">
                    <a:lumMod val="7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lt"/>
              </a:rPr>
              <a:t>实施</a:t>
            </a:r>
            <a:endParaRPr lang="zh-CN" altLang="en-US" b="1" dirty="0">
              <a:solidFill>
                <a:schemeClr val="accent1">
                  <a:lumMod val="7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  <a:sym typeface="+mn-lt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文本框 2"/>
          <p:cNvSpPr txBox="1"/>
          <p:nvPr/>
        </p:nvSpPr>
        <p:spPr>
          <a:xfrm>
            <a:off x="1175385" y="1377315"/>
            <a:ext cx="9841230" cy="2282190"/>
          </a:xfrm>
          <a:prstGeom prst="rect">
            <a:avLst/>
          </a:prstGeom>
          <a:noFill/>
        </p:spPr>
        <p:txBody>
          <a:bodyPr wrap="square" rtlCol="0" anchor="t">
            <a:noAutofit/>
          </a:bodyPr>
          <a:lstStyle/>
          <a:p>
            <a:pPr indent="457200" fontAlgn="auto">
              <a:lnSpc>
                <a:spcPct val="150000"/>
              </a:lnSpc>
            </a:pPr>
            <a:r>
              <a:rPr 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为了直观感受温度参数的影响，我们可以进行一个对比实验：使用最新版本的提示词，向智能体提问之前阶段</a:t>
            </a:r>
            <a:r>
              <a:rPr lang="en-US" alt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2</a:t>
            </a:r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中的三个问题，但将温度分别设置为</a:t>
            </a:r>
            <a:r>
              <a:rPr lang="en-US" alt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0.2</a:t>
            </a:r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和</a:t>
            </a:r>
            <a:r>
              <a:rPr lang="en-US" alt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0.8</a:t>
            </a:r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，然后记录模型在两种设定下的回复情况。当温度设为</a:t>
            </a:r>
            <a:r>
              <a:rPr lang="en-US" alt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0.2</a:t>
            </a:r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时，模型输出通常更聚焦、更符合常规逻辑，适合需要精确答案或稳定输出的场景；当温度设为</a:t>
            </a:r>
            <a:r>
              <a:rPr lang="en-US" alt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0.8</a:t>
            </a:r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时，模型输出则更具创意、更发散，适合需要灵感或多样化回答的场景。通过观察统计结果可以发现，调节温度参数能够有效设定模型的回复风格，从而应对不同工作场景的需求。但需要特别注意的是，智能体回复的行为总则依然是提示词本身，参数只是辅助微调的工具，不能替代提示词对行为的基本约束。</a:t>
            </a:r>
            <a:endParaRPr lang="zh-CN" altLang="en-US" dirty="0" smtClean="0"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</p:txBody>
      </p:sp>
      <p:sp>
        <p:nvSpPr>
          <p:cNvPr id="6" name="矩形 5"/>
          <p:cNvSpPr/>
          <p:nvPr/>
        </p:nvSpPr>
        <p:spPr>
          <a:xfrm>
            <a:off x="1954896" y="3657124"/>
            <a:ext cx="8211454" cy="2991484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>
                <a:solidFill>
                  <a:schemeClr val="tx1"/>
                </a:solidFill>
              </a:rPr>
              <a:t>教材对步骤图片</a:t>
            </a:r>
            <a:endParaRPr lang="zh-CN" altLang="en-US" dirty="0">
              <a:solidFill>
                <a:schemeClr val="tx1"/>
              </a:solidFill>
            </a:endParaRPr>
          </a:p>
        </p:txBody>
      </p:sp>
      <p:sp>
        <p:nvSpPr>
          <p:cNvPr id="2" name="文本框 1"/>
          <p:cNvSpPr txBox="1"/>
          <p:nvPr/>
        </p:nvSpPr>
        <p:spPr>
          <a:xfrm>
            <a:off x="0" y="793750"/>
            <a:ext cx="1351262" cy="583565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threePt" dir="t"/>
            </a:scene3d>
            <a:sp3d contourW="12700"/>
          </a:bodyPr>
          <a:lstStyle/>
          <a:p>
            <a:pPr algn="ctr"/>
            <a:r>
              <a:rPr lang="en-US" sz="3200" dirty="0" smtClean="0">
                <a:solidFill>
                  <a:srgbClr val="3F396C"/>
                </a:solidFill>
                <a:latin typeface="思源宋体" panose="02020700000000000000" charset="-122"/>
                <a:ea typeface="思源宋体" panose="02020700000000000000" charset="-122"/>
              </a:rPr>
              <a:t>04</a:t>
            </a:r>
            <a:endParaRPr lang="en-US" sz="3200" dirty="0" smtClean="0">
              <a:solidFill>
                <a:srgbClr val="3F396C"/>
              </a:solidFill>
              <a:latin typeface="思源宋体" panose="02020700000000000000" charset="-122"/>
              <a:ea typeface="思源宋体" panose="02020700000000000000" charset="-122"/>
            </a:endParaRPr>
          </a:p>
        </p:txBody>
      </p:sp>
      <p:sp>
        <p:nvSpPr>
          <p:cNvPr id="17" name="文本框 16"/>
          <p:cNvSpPr txBox="1"/>
          <p:nvPr/>
        </p:nvSpPr>
        <p:spPr>
          <a:xfrm>
            <a:off x="1278000" y="792000"/>
            <a:ext cx="3932555" cy="583565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threePt" dir="t"/>
            </a:scene3d>
            <a:sp3d contourW="12700"/>
          </a:bodyPr>
          <a:lstStyle>
            <a:defPPr>
              <a:defRPr lang="en-US"/>
            </a:defPPr>
            <a:lvl1pPr algn="ctr">
              <a:defRPr sz="3200">
                <a:gradFill>
                  <a:gsLst>
                    <a:gs pos="0">
                      <a:schemeClr val="tx1">
                        <a:lumMod val="50000"/>
                        <a:lumOff val="50000"/>
                      </a:schemeClr>
                    </a:gs>
                    <a:gs pos="100000">
                      <a:schemeClr val="tx1">
                        <a:lumMod val="85000"/>
                        <a:lumOff val="15000"/>
                      </a:schemeClr>
                    </a:gs>
                  </a:gsLst>
                  <a:lin ang="5400000" scaled="1"/>
                </a:gradFill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zh-CN" altLang="en-US" b="1" dirty="0">
                <a:solidFill>
                  <a:schemeClr val="accent1">
                    <a:lumMod val="7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lt"/>
              </a:rPr>
              <a:t>任务</a:t>
            </a:r>
            <a:r>
              <a:rPr lang="zh-CN" altLang="en-US" b="1" dirty="0">
                <a:solidFill>
                  <a:schemeClr val="accent1">
                    <a:lumMod val="7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lt"/>
              </a:rPr>
              <a:t>实施</a:t>
            </a:r>
            <a:endParaRPr lang="zh-CN" altLang="en-US" b="1" dirty="0">
              <a:solidFill>
                <a:schemeClr val="accent1">
                  <a:lumMod val="7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  <a:sym typeface="+mn-lt"/>
            </a:endParaRPr>
          </a:p>
        </p:txBody>
      </p:sp>
    </p:spTree>
  </p:cSld>
  <p:clrMapOvr>
    <a:masterClrMapping/>
  </p:clrMapOvr>
</p:sld>
</file>

<file path=ppt/tags/tag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1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1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1.0"/>
  <p:tag name="KSO_WM_BEAUTIFY_FLAG" val="#wm#"/>
</p:tagLst>
</file>

<file path=ppt/tags/tag1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1.0"/>
  <p:tag name="KSO_WM_BEAUTIFY_FLAG" val="#wm#"/>
</p:tagLst>
</file>

<file path=ppt/tags/tag1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1.0"/>
  <p:tag name="KSO_WM_BEAUTIFY_FLAG" val="#wm#"/>
</p:tagLst>
</file>

<file path=ppt/tags/tag1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1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1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1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1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1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2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2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2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2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2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2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2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2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2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2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3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3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3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3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3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3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3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3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3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3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4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4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4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4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4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4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4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4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1.0"/>
  <p:tag name="KSO_WM_BEAUTIFY_FLAG" val="#wm#"/>
</p:tagLst>
</file>

<file path=ppt/tags/tag4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1.0"/>
  <p:tag name="KSO_WM_BEAUTIFY_FLAG" val="#wm#"/>
</p:tagLst>
</file>

<file path=ppt/tags/tag4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1.0"/>
  <p:tag name="KSO_WM_BEAUTIFY_FLAG" val="#wm#"/>
</p:tagLst>
</file>

<file path=ppt/tags/tag5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5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5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5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5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5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5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5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5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5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6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6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6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6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6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6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6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6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6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6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70.xml><?xml version="1.0" encoding="utf-8"?>
<p:tagLst xmlns:p="http://schemas.openxmlformats.org/presentationml/2006/main">
  <p:tag name="KSO_WM_DIAGRAM_VIRTUALLY_FRAME" val="{&quot;height&quot;:283.4,&quot;left&quot;:42.29937007874014,&quot;top&quot;:157.55,&quot;width&quot;:912.1340097406343}"/>
</p:tagLst>
</file>

<file path=ppt/tags/tag71.xml><?xml version="1.0" encoding="utf-8"?>
<p:tagLst xmlns:p="http://schemas.openxmlformats.org/presentationml/2006/main">
  <p:tag name="KSO_WM_DIAGRAM_VIRTUALLY_FRAME" val="{&quot;height&quot;:283.4,&quot;left&quot;:42.29937007874014,&quot;top&quot;:157.55,&quot;width&quot;:912.1340097406343}"/>
</p:tagLst>
</file>

<file path=ppt/tags/tag72.xml><?xml version="1.0" encoding="utf-8"?>
<p:tagLst xmlns:p="http://schemas.openxmlformats.org/presentationml/2006/main">
  <p:tag name="KSO_WM_DIAGRAM_VIRTUALLY_FRAME" val="{&quot;height&quot;:283.4,&quot;left&quot;:42.29937007874014,&quot;top&quot;:157.55,&quot;width&quot;:912.1340097406343}"/>
</p:tagLst>
</file>

<file path=ppt/tags/tag73.xml><?xml version="1.0" encoding="utf-8"?>
<p:tagLst xmlns:p="http://schemas.openxmlformats.org/presentationml/2006/main">
  <p:tag name="KSO_WM_DIAGRAM_VIRTUALLY_FRAME" val="{&quot;height&quot;:283.4,&quot;left&quot;:42.29937007874014,&quot;top&quot;:157.55,&quot;width&quot;:912.1340097406343}"/>
</p:tagLst>
</file>

<file path=ppt/tags/tag74.xml><?xml version="1.0" encoding="utf-8"?>
<p:tagLst xmlns:p="http://schemas.openxmlformats.org/presentationml/2006/main">
  <p:tag name="KSO_WM_DIAGRAM_VIRTUALLY_FRAME" val="{&quot;height&quot;:283.4,&quot;left&quot;:42.29937007874014,&quot;top&quot;:157.55,&quot;width&quot;:912.1340097406343}"/>
</p:tagLst>
</file>

<file path=ppt/tags/tag75.xml><?xml version="1.0" encoding="utf-8"?>
<p:tagLst xmlns:p="http://schemas.openxmlformats.org/presentationml/2006/main">
  <p:tag name="KSO_WM_DIAGRAM_VIRTUALLY_FRAME" val="{&quot;height&quot;:283.4,&quot;left&quot;:42.29937007874014,&quot;top&quot;:157.55,&quot;width&quot;:912.1340097406343}"/>
</p:tagLst>
</file>

<file path=ppt/tags/tag76.xml><?xml version="1.0" encoding="utf-8"?>
<p:tagLst xmlns:p="http://schemas.openxmlformats.org/presentationml/2006/main">
  <p:tag name="KSO_WM_DIAGRAM_VIRTUALLY_FRAME" val="{&quot;height&quot;:283.4,&quot;left&quot;:42.29937007874014,&quot;top&quot;:157.55,&quot;width&quot;:912.1340097406343}"/>
</p:tagLst>
</file>

<file path=ppt/tags/tag77.xml><?xml version="1.0" encoding="utf-8"?>
<p:tagLst xmlns:p="http://schemas.openxmlformats.org/presentationml/2006/main">
  <p:tag name="KSO_WM_DIAGRAM_VIRTUALLY_FRAME" val="{&quot;height&quot;:283.4,&quot;left&quot;:42.29937007874014,&quot;top&quot;:157.55,&quot;width&quot;:912.1340097406343}"/>
</p:tagLst>
</file>

<file path=ppt/tags/tag78.xml><?xml version="1.0" encoding="utf-8"?>
<p:tagLst xmlns:p="http://schemas.openxmlformats.org/presentationml/2006/main">
  <p:tag name="KSO_WM_DIAGRAM_VIRTUALLY_FRAME" val="{&quot;height&quot;:283.4,&quot;left&quot;:42.29937007874014,&quot;top&quot;:157.55,&quot;width&quot;:912.1340097406343}"/>
</p:tagLst>
</file>

<file path=ppt/tags/tag79.xml><?xml version="1.0" encoding="utf-8"?>
<p:tagLst xmlns:p="http://schemas.openxmlformats.org/presentationml/2006/main">
  <p:tag name="KSO_WM_DIAGRAM_VIRTUALLY_FRAME" val="{&quot;height&quot;:283.4,&quot;left&quot;:42.29937007874014,&quot;top&quot;:157.55,&quot;width&quot;:912.1340097406343}"/>
</p:tagLst>
</file>

<file path=ppt/tags/tag80.xml><?xml version="1.0" encoding="utf-8"?>
<p:tagLst xmlns:p="http://schemas.openxmlformats.org/presentationml/2006/main">
  <p:tag name="KSO_WM_BEAUTIFY_FLAG" val=""/>
  <p:tag name="KSO_WM_DIAGRAM_VIRTUALLY_FRAME" val="{&quot;height&quot;:283.4,&quot;left&quot;:42.29937007874014,&quot;top&quot;:157.55,&quot;width&quot;:912.1340097406343}"/>
</p:tagLst>
</file>

<file path=ppt/tags/tag81.xml><?xml version="1.0" encoding="utf-8"?>
<p:tagLst xmlns:p="http://schemas.openxmlformats.org/presentationml/2006/main">
  <p:tag name="KSO_WM_BEAUTIFY_FLAG" val=""/>
  <p:tag name="KSO_WM_DIAGRAM_VIRTUALLY_FRAME" val="{&quot;height&quot;:283.4,&quot;left&quot;:42.29937007874014,&quot;top&quot;:157.55,&quot;width&quot;:912.1340097406343}"/>
</p:tagLst>
</file>

<file path=ppt/tags/tag82.xml><?xml version="1.0" encoding="utf-8"?>
<p:tagLst xmlns:p="http://schemas.openxmlformats.org/presentationml/2006/main">
  <p:tag name="KSO_WM_BEAUTIFY_FLAG" val=""/>
  <p:tag name="KSO_WM_DIAGRAM_VIRTUALLY_FRAME" val="{&quot;height&quot;:283.4,&quot;left&quot;:42.29937007874014,&quot;top&quot;:157.55,&quot;width&quot;:912.1340097406343}"/>
</p:tagLst>
</file>

<file path=ppt/tags/tag83.xml><?xml version="1.0" encoding="utf-8"?>
<p:tagLst xmlns:p="http://schemas.openxmlformats.org/presentationml/2006/main">
  <p:tag name="KSO_WM_BEAUTIFY_FLAG" val=""/>
  <p:tag name="KSO_WM_DIAGRAM_VIRTUALLY_FRAME" val="{&quot;height&quot;:283.4,&quot;left&quot;:42.29937007874014,&quot;top&quot;:157.55,&quot;width&quot;:912.1340097406343}"/>
</p:tagLst>
</file>

<file path=ppt/tags/tag84.xml><?xml version="1.0" encoding="utf-8"?>
<p:tagLst xmlns:p="http://schemas.openxmlformats.org/presentationml/2006/main">
  <p:tag name="KSO_WM_BEAUTIFY_FLAG" val=""/>
  <p:tag name="KSO_WM_DIAGRAM_VIRTUALLY_FRAME" val="{&quot;height&quot;:283.4,&quot;left&quot;:42.29937007874014,&quot;top&quot;:157.55,&quot;width&quot;:912.1340097406343}"/>
</p:tagLst>
</file>

<file path=ppt/tags/tag85.xml><?xml version="1.0" encoding="utf-8"?>
<p:tagLst xmlns:p="http://schemas.openxmlformats.org/presentationml/2006/main">
  <p:tag name="KSO_WM_BEAUTIFY_FLAG" val=""/>
  <p:tag name="KSO_WM_DIAGRAM_VIRTUALLY_FRAME" val="{&quot;height&quot;:283.4,&quot;left&quot;:42.29937007874014,&quot;top&quot;:157.55,&quot;width&quot;:912.1340097406343}"/>
</p:tagLst>
</file>

<file path=ppt/tags/tag86.xml><?xml version="1.0" encoding="utf-8"?>
<p:tagLst xmlns:p="http://schemas.openxmlformats.org/presentationml/2006/main">
  <p:tag name="KSO_WM_BEAUTIFY_FLAG" val=""/>
</p:tagLst>
</file>

<file path=ppt/tags/tag87.xml><?xml version="1.0" encoding="utf-8"?>
<p:tagLst xmlns:p="http://schemas.openxmlformats.org/presentationml/2006/main">
  <p:tag name="KSO_WM_BEAUTIFY_FLAG" val=""/>
  <p:tag name="KSO_WM_DIAGRAM_VIRTUALLY_FRAME" val="{&quot;height&quot;:283.4,&quot;left&quot;:42.29937007874014,&quot;top&quot;:157.55,&quot;width&quot;:912.1340097406343}"/>
</p:tagLst>
</file>

<file path=ppt/tags/tag88.xml><?xml version="1.0" encoding="utf-8"?>
<p:tagLst xmlns:p="http://schemas.openxmlformats.org/presentationml/2006/main">
  <p:tag name="KSO_WM_BEAUTIFY_FLAG" val=""/>
  <p:tag name="KSO_WM_DIAGRAM_VIRTUALLY_FRAME" val="{&quot;height&quot;:283.4,&quot;left&quot;:42.29937007874014,&quot;top&quot;:157.55,&quot;width&quot;:912.1340097406343}"/>
</p:tagLst>
</file>

<file path=ppt/tags/tag89.xml><?xml version="1.0" encoding="utf-8"?>
<p:tagLst xmlns:p="http://schemas.openxmlformats.org/presentationml/2006/main">
  <p:tag name="KSO_WM_BEAUTIFY_FLAG" val=""/>
  <p:tag name="KSO_WM_DIAGRAM_VIRTUALLY_FRAME" val="{&quot;height&quot;:283.4,&quot;left&quot;:42.29937007874014,&quot;top&quot;:157.55,&quot;width&quot;:912.1340097406343}"/>
</p:tagLst>
</file>

<file path=ppt/tags/tag90.xml><?xml version="1.0" encoding="utf-8"?>
<p:tagLst xmlns:p="http://schemas.openxmlformats.org/presentationml/2006/main">
  <p:tag name="KSO_WM_DIAGRAM_VIRTUALLY_FRAME" val="{&quot;height&quot;:283.4,&quot;left&quot;:42.29937007874014,&quot;top&quot;:157.55,&quot;width&quot;:912.1340097406343}"/>
</p:tagLst>
</file>

<file path=ppt/tags/tag91.xml><?xml version="1.0" encoding="utf-8"?>
<p:tagLst xmlns:p="http://schemas.openxmlformats.org/presentationml/2006/main">
  <p:tag name="KSO_WM_DIAGRAM_VIRTUALLY_FRAME" val="{&quot;height&quot;:283.4,&quot;left&quot;:42.29937007874014,&quot;top&quot;:157.55,&quot;width&quot;:912.1340097406343}"/>
</p:tagLst>
</file>

<file path=ppt/tags/tag92.xml><?xml version="1.0" encoding="utf-8"?>
<p:tagLst xmlns:p="http://schemas.openxmlformats.org/presentationml/2006/main">
  <p:tag name="KSO_WM_DIAGRAM_VIRTUALLY_FRAME" val="{&quot;height&quot;:283.4,&quot;left&quot;:42.29937007874014,&quot;top&quot;:157.55,&quot;width&quot;:912.1340097406343}"/>
</p:tagLst>
</file>

<file path=ppt/tags/tag93.xml><?xml version="1.0" encoding="utf-8"?>
<p:tagLst xmlns:p="http://schemas.openxmlformats.org/presentationml/2006/main">
  <p:tag name="KSO_WM_DIAGRAM_VIRTUALLY_FRAME" val="{&quot;height&quot;:283.4,&quot;left&quot;:42.29937007874014,&quot;top&quot;:157.55,&quot;width&quot;:912.1340097406343}"/>
</p:tagLst>
</file>

<file path=ppt/tags/tag94.xml><?xml version="1.0" encoding="utf-8"?>
<p:tagLst xmlns:p="http://schemas.openxmlformats.org/presentationml/2006/main">
  <p:tag name="KSO_WM_DIAGRAM_VIRTUALLY_FRAME" val="{&quot;height&quot;:283.4,&quot;left&quot;:42.29937007874014,&quot;top&quot;:157.55,&quot;width&quot;:912.1340097406343}"/>
</p:tagLst>
</file>

<file path=ppt/tags/tag95.xml><?xml version="1.0" encoding="utf-8"?>
<p:tagLst xmlns:p="http://schemas.openxmlformats.org/presentationml/2006/main">
  <p:tag name="KSO_WM_DIAGRAM_VIRTUALLY_FRAME" val="{&quot;height&quot;:283.4,&quot;left&quot;:42.29937007874014,&quot;top&quot;:157.55,&quot;width&quot;:912.1340097406343}"/>
</p:tagLst>
</file>

<file path=ppt/tags/tag96.xml><?xml version="1.0" encoding="utf-8"?>
<p:tagLst xmlns:p="http://schemas.openxmlformats.org/presentationml/2006/main">
  <p:tag name="KSO_WM_DIAGRAM_VIRTUALLY_FRAME" val="{&quot;height&quot;:283.4,&quot;left&quot;:42.29937007874014,&quot;top&quot;:157.55,&quot;width&quot;:912.1340097406343}"/>
</p:tagLst>
</file>

<file path=ppt/tags/tag97.xml><?xml version="1.0" encoding="utf-8"?>
<p:tagLst xmlns:p="http://schemas.openxmlformats.org/presentationml/2006/main">
  <p:tag name="KSO_WM_DIAGRAM_VIRTUALLY_FRAME" val="{&quot;height&quot;:283.4,&quot;left&quot;:42.29937007874014,&quot;top&quot;:157.55,&quot;width&quot;:912.1340097406343}"/>
</p:tagLst>
</file>

<file path=ppt/tags/tag98.xml><?xml version="1.0" encoding="utf-8"?>
<p:tagLst xmlns:p="http://schemas.openxmlformats.org/presentationml/2006/main">
  <p:tag name="KSO_WM_DIAGRAM_VIRTUALLY_FRAME" val="{&quot;height&quot;:283.4,&quot;left&quot;:42.29937007874014,&quot;top&quot;:157.55,&quot;width&quot;:912.1340097406343}"/>
</p:tagLst>
</file>

<file path=ppt/tags/tag99.xml><?xml version="1.0" encoding="utf-8"?>
<p:tagLst xmlns:p="http://schemas.openxmlformats.org/presentationml/2006/main">
  <p:tag name="KSO_WM_DIAGRAM_VIRTUALLY_FRAME" val="{&quot;height&quot;:283.4,&quot;left&quot;:42.29937007874014,&quot;top&quot;:157.55,&quot;width&quot;:912.1340097406343}"/>
</p:tagLst>
</file>

<file path=ppt/tags/tag100.xml><?xml version="1.0" encoding="utf-8"?>
<p:tagLst xmlns:p="http://schemas.openxmlformats.org/presentationml/2006/main">
  <p:tag name="KSO_WM_BEAUTIFY_FLAG" val=""/>
  <p:tag name="KSO_WM_DIAGRAM_VIRTUALLY_FRAME" val="{&quot;height&quot;:283.4,&quot;left&quot;:42.29937007874014,&quot;top&quot;:157.55,&quot;width&quot;:912.1340097406343}"/>
</p:tagLst>
</file>

<file path=ppt/tags/tag101.xml><?xml version="1.0" encoding="utf-8"?>
<p:tagLst xmlns:p="http://schemas.openxmlformats.org/presentationml/2006/main">
  <p:tag name="KSO_WM_BEAUTIFY_FLAG" val=""/>
  <p:tag name="KSO_WM_DIAGRAM_VIRTUALLY_FRAME" val="{&quot;height&quot;:283.4,&quot;left&quot;:42.29937007874014,&quot;top&quot;:157.55,&quot;width&quot;:912.1340097406343}"/>
</p:tagLst>
</file>

<file path=ppt/tags/tag102.xml><?xml version="1.0" encoding="utf-8"?>
<p:tagLst xmlns:p="http://schemas.openxmlformats.org/presentationml/2006/main">
  <p:tag name="KSO_WM_BEAUTIFY_FLAG" val=""/>
  <p:tag name="KSO_WM_DIAGRAM_VIRTUALLY_FRAME" val="{&quot;height&quot;:283.4,&quot;left&quot;:42.29937007874014,&quot;top&quot;:157.55,&quot;width&quot;:912.1340097406343}"/>
</p:tagLst>
</file>

<file path=ppt/tags/tag103.xml><?xml version="1.0" encoding="utf-8"?>
<p:tagLst xmlns:p="http://schemas.openxmlformats.org/presentationml/2006/main">
  <p:tag name="KSO_WM_BEAUTIFY_FLAG" val=""/>
  <p:tag name="KSO_WM_DIAGRAM_VIRTUALLY_FRAME" val="{&quot;height&quot;:283.4,&quot;left&quot;:42.29937007874014,&quot;top&quot;:157.55,&quot;width&quot;:912.1340097406343}"/>
</p:tagLst>
</file>

<file path=ppt/tags/tag104.xml><?xml version="1.0" encoding="utf-8"?>
<p:tagLst xmlns:p="http://schemas.openxmlformats.org/presentationml/2006/main">
  <p:tag name="KSO_WM_BEAUTIFY_FLAG" val=""/>
  <p:tag name="KSO_WM_DIAGRAM_VIRTUALLY_FRAME" val="{&quot;height&quot;:283.4,&quot;left&quot;:42.29937007874014,&quot;top&quot;:157.55,&quot;width&quot;:912.1340097406343}"/>
</p:tagLst>
</file>

<file path=ppt/tags/tag105.xml><?xml version="1.0" encoding="utf-8"?>
<p:tagLst xmlns:p="http://schemas.openxmlformats.org/presentationml/2006/main">
  <p:tag name="KSO_WM_BEAUTIFY_FLAG" val=""/>
  <p:tag name="KSO_WM_DIAGRAM_VIRTUALLY_FRAME" val="{&quot;height&quot;:283.4,&quot;left&quot;:42.29937007874014,&quot;top&quot;:157.55,&quot;width&quot;:912.1340097406343}"/>
</p:tagLst>
</file>

<file path=ppt/tags/tag106.xml><?xml version="1.0" encoding="utf-8"?>
<p:tagLst xmlns:p="http://schemas.openxmlformats.org/presentationml/2006/main">
  <p:tag name="KSO_WM_BEAUTIFY_FLAG" val=""/>
</p:tagLst>
</file>

<file path=ppt/tags/tag107.xml><?xml version="1.0" encoding="utf-8"?>
<p:tagLst xmlns:p="http://schemas.openxmlformats.org/presentationml/2006/main">
  <p:tag name="KSO_WM_BEAUTIFY_FLAG" val=""/>
  <p:tag name="KSO_WM_DIAGRAM_VIRTUALLY_FRAME" val="{&quot;height&quot;:283.4,&quot;left&quot;:42.29937007874014,&quot;top&quot;:157.55,&quot;width&quot;:912.1340097406343}"/>
</p:tagLst>
</file>

<file path=ppt/tags/tag108.xml><?xml version="1.0" encoding="utf-8"?>
<p:tagLst xmlns:p="http://schemas.openxmlformats.org/presentationml/2006/main">
  <p:tag name="KSO_WM_BEAUTIFY_FLAG" val=""/>
  <p:tag name="KSO_WM_DIAGRAM_VIRTUALLY_FRAME" val="{&quot;height&quot;:283.4,&quot;left&quot;:42.29937007874014,&quot;top&quot;:157.55,&quot;width&quot;:912.1340097406343}"/>
</p:tagLst>
</file>

<file path=ppt/tags/tag109.xml><?xml version="1.0" encoding="utf-8"?>
<p:tagLst xmlns:p="http://schemas.openxmlformats.org/presentationml/2006/main">
  <p:tag name="KSO_WM_BEAUTIFY_FLAG" val=""/>
  <p:tag name="KSO_WM_DIAGRAM_VIRTUALLY_FRAME" val="{&quot;height&quot;:283.4,&quot;left&quot;:42.29937007874014,&quot;top&quot;:157.55,&quot;width&quot;:912.1340097406343}"/>
</p:tagLst>
</file>

<file path=ppt/tags/tag110.xml><?xml version="1.0" encoding="utf-8"?>
<p:tagLst xmlns:p="http://schemas.openxmlformats.org/presentationml/2006/main">
  <p:tag name="KSO_WM_DIAGRAM_VIRTUALLY_FRAME" val="{&quot;height&quot;:283.4,&quot;left&quot;:42.29937007874014,&quot;top&quot;:157.55,&quot;width&quot;:912.1340097406343}"/>
</p:tagLst>
</file>

<file path=ppt/tags/tag111.xml><?xml version="1.0" encoding="utf-8"?>
<p:tagLst xmlns:p="http://schemas.openxmlformats.org/presentationml/2006/main">
  <p:tag name="KSO_WM_DIAGRAM_VIRTUALLY_FRAME" val="{&quot;height&quot;:283.4,&quot;left&quot;:42.29937007874014,&quot;top&quot;:157.55,&quot;width&quot;:912.1340097406343}"/>
</p:tagLst>
</file>

<file path=ppt/tags/tag112.xml><?xml version="1.0" encoding="utf-8"?>
<p:tagLst xmlns:p="http://schemas.openxmlformats.org/presentationml/2006/main">
  <p:tag name="KSO_WM_DIAGRAM_VIRTUALLY_FRAME" val="{&quot;height&quot;:283.4,&quot;left&quot;:42.29937007874014,&quot;top&quot;:157.55,&quot;width&quot;:912.1340097406343}"/>
</p:tagLst>
</file>

<file path=ppt/tags/tag113.xml><?xml version="1.0" encoding="utf-8"?>
<p:tagLst xmlns:p="http://schemas.openxmlformats.org/presentationml/2006/main">
  <p:tag name="KSO_WM_DIAGRAM_VIRTUALLY_FRAME" val="{&quot;height&quot;:283.4,&quot;left&quot;:42.29937007874014,&quot;top&quot;:157.55,&quot;width&quot;:912.1340097406343}"/>
</p:tagLst>
</file>

<file path=ppt/tags/tag114.xml><?xml version="1.0" encoding="utf-8"?>
<p:tagLst xmlns:p="http://schemas.openxmlformats.org/presentationml/2006/main">
  <p:tag name="KSO_WM_DIAGRAM_VIRTUALLY_FRAME" val="{&quot;height&quot;:283.4,&quot;left&quot;:42.29937007874014,&quot;top&quot;:157.55,&quot;width&quot;:912.1340097406343}"/>
</p:tagLst>
</file>

<file path=ppt/tags/tag115.xml><?xml version="1.0" encoding="utf-8"?>
<p:tagLst xmlns:p="http://schemas.openxmlformats.org/presentationml/2006/main">
  <p:tag name="KSO_WM_DIAGRAM_VIRTUALLY_FRAME" val="{&quot;height&quot;:283.4,&quot;left&quot;:42.29937007874014,&quot;top&quot;:157.55,&quot;width&quot;:912.1340097406343}"/>
</p:tagLst>
</file>

<file path=ppt/tags/tag116.xml><?xml version="1.0" encoding="utf-8"?>
<p:tagLst xmlns:p="http://schemas.openxmlformats.org/presentationml/2006/main">
  <p:tag name="KSO_WM_DIAGRAM_VIRTUALLY_FRAME" val="{&quot;height&quot;:283.4,&quot;left&quot;:42.29937007874014,&quot;top&quot;:157.55,&quot;width&quot;:912.1340097406343}"/>
</p:tagLst>
</file>

<file path=ppt/tags/tag117.xml><?xml version="1.0" encoding="utf-8"?>
<p:tagLst xmlns:p="http://schemas.openxmlformats.org/presentationml/2006/main">
  <p:tag name="KSO_WM_DIAGRAM_VIRTUALLY_FRAME" val="{&quot;height&quot;:283.4,&quot;left&quot;:42.29937007874014,&quot;top&quot;:157.55,&quot;width&quot;:912.1340097406343}"/>
</p:tagLst>
</file>

<file path=ppt/tags/tag118.xml><?xml version="1.0" encoding="utf-8"?>
<p:tagLst xmlns:p="http://schemas.openxmlformats.org/presentationml/2006/main">
  <p:tag name="KSO_WM_DIAGRAM_VIRTUALLY_FRAME" val="{&quot;height&quot;:283.4,&quot;left&quot;:42.29937007874014,&quot;top&quot;:157.55,&quot;width&quot;:912.1340097406343}"/>
</p:tagLst>
</file>

<file path=ppt/tags/tag119.xml><?xml version="1.0" encoding="utf-8"?>
<p:tagLst xmlns:p="http://schemas.openxmlformats.org/presentationml/2006/main">
  <p:tag name="KSO_WM_DIAGRAM_VIRTUALLY_FRAME" val="{&quot;height&quot;:283.4,&quot;left&quot;:42.29937007874014,&quot;top&quot;:157.55,&quot;width&quot;:912.1340097406343}"/>
</p:tagLst>
</file>

<file path=ppt/tags/tag120.xml><?xml version="1.0" encoding="utf-8"?>
<p:tagLst xmlns:p="http://schemas.openxmlformats.org/presentationml/2006/main">
  <p:tag name="KSO_WM_BEAUTIFY_FLAG" val=""/>
  <p:tag name="KSO_WM_DIAGRAM_VIRTUALLY_FRAME" val="{&quot;height&quot;:283.4,&quot;left&quot;:42.29937007874014,&quot;top&quot;:157.55,&quot;width&quot;:912.1340097406343}"/>
</p:tagLst>
</file>

<file path=ppt/tags/tag121.xml><?xml version="1.0" encoding="utf-8"?>
<p:tagLst xmlns:p="http://schemas.openxmlformats.org/presentationml/2006/main">
  <p:tag name="KSO_WM_BEAUTIFY_FLAG" val=""/>
  <p:tag name="KSO_WM_DIAGRAM_VIRTUALLY_FRAME" val="{&quot;height&quot;:283.4,&quot;left&quot;:42.29937007874014,&quot;top&quot;:157.55,&quot;width&quot;:912.1340097406343}"/>
</p:tagLst>
</file>

<file path=ppt/tags/tag122.xml><?xml version="1.0" encoding="utf-8"?>
<p:tagLst xmlns:p="http://schemas.openxmlformats.org/presentationml/2006/main">
  <p:tag name="KSO_WM_BEAUTIFY_FLAG" val=""/>
  <p:tag name="KSO_WM_DIAGRAM_VIRTUALLY_FRAME" val="{&quot;height&quot;:283.4,&quot;left&quot;:42.29937007874014,&quot;top&quot;:157.55,&quot;width&quot;:912.1340097406343}"/>
</p:tagLst>
</file>

<file path=ppt/tags/tag123.xml><?xml version="1.0" encoding="utf-8"?>
<p:tagLst xmlns:p="http://schemas.openxmlformats.org/presentationml/2006/main">
  <p:tag name="KSO_WM_BEAUTIFY_FLAG" val=""/>
  <p:tag name="KSO_WM_DIAGRAM_VIRTUALLY_FRAME" val="{&quot;height&quot;:283.4,&quot;left&quot;:42.29937007874014,&quot;top&quot;:157.55,&quot;width&quot;:912.1340097406343}"/>
</p:tagLst>
</file>

<file path=ppt/tags/tag124.xml><?xml version="1.0" encoding="utf-8"?>
<p:tagLst xmlns:p="http://schemas.openxmlformats.org/presentationml/2006/main">
  <p:tag name="KSO_WM_BEAUTIFY_FLAG" val=""/>
  <p:tag name="KSO_WM_DIAGRAM_VIRTUALLY_FRAME" val="{&quot;height&quot;:283.4,&quot;left&quot;:42.29937007874014,&quot;top&quot;:157.55,&quot;width&quot;:912.1340097406343}"/>
</p:tagLst>
</file>

<file path=ppt/tags/tag125.xml><?xml version="1.0" encoding="utf-8"?>
<p:tagLst xmlns:p="http://schemas.openxmlformats.org/presentationml/2006/main">
  <p:tag name="KSO_WM_BEAUTIFY_FLAG" val=""/>
  <p:tag name="KSO_WM_DIAGRAM_VIRTUALLY_FRAME" val="{&quot;height&quot;:283.4,&quot;left&quot;:42.29937007874014,&quot;top&quot;:157.55,&quot;width&quot;:912.1340097406343}"/>
</p:tagLst>
</file>

<file path=ppt/tags/tag126.xml><?xml version="1.0" encoding="utf-8"?>
<p:tagLst xmlns:p="http://schemas.openxmlformats.org/presentationml/2006/main">
  <p:tag name="KSO_WM_BEAUTIFY_FLAG" val=""/>
</p:tagLst>
</file>

<file path=ppt/tags/tag127.xml><?xml version="1.0" encoding="utf-8"?>
<p:tagLst xmlns:p="http://schemas.openxmlformats.org/presentationml/2006/main">
  <p:tag name="KSO_WM_BEAUTIFY_FLAG" val=""/>
  <p:tag name="KSO_WM_DIAGRAM_VIRTUALLY_FRAME" val="{&quot;height&quot;:283.4,&quot;left&quot;:42.29937007874014,&quot;top&quot;:157.55,&quot;width&quot;:912.1340097406343}"/>
</p:tagLst>
</file>

<file path=ppt/tags/tag128.xml><?xml version="1.0" encoding="utf-8"?>
<p:tagLst xmlns:p="http://schemas.openxmlformats.org/presentationml/2006/main">
  <p:tag name="KSO_WM_BEAUTIFY_FLAG" val=""/>
  <p:tag name="KSO_WM_DIAGRAM_VIRTUALLY_FRAME" val="{&quot;height&quot;:283.4,&quot;left&quot;:42.29937007874014,&quot;top&quot;:157.55,&quot;width&quot;:912.1340097406343}"/>
</p:tagLst>
</file>

<file path=ppt/tags/tag129.xml><?xml version="1.0" encoding="utf-8"?>
<p:tagLst xmlns:p="http://schemas.openxmlformats.org/presentationml/2006/main">
  <p:tag name="KSO_WM_BEAUTIFY_FLAG" val=""/>
  <p:tag name="KSO_WM_DIAGRAM_VIRTUALLY_FRAME" val="{&quot;height&quot;:283.4,&quot;left&quot;:42.29937007874014,&quot;top&quot;:157.55,&quot;width&quot;:912.1340097406343}"/>
</p:tagLst>
</file>

<file path=ppt/tags/tag130.xml><?xml version="1.0" encoding="utf-8"?>
<p:tagLst xmlns:p="http://schemas.openxmlformats.org/presentationml/2006/main">
  <p:tag name="KSO_WM_DIAGRAM_VIRTUALLY_FRAME" val="{&quot;height&quot;:283.4,&quot;left&quot;:42.29937007874014,&quot;top&quot;:157.55,&quot;width&quot;:912.1340097406343}"/>
</p:tagLst>
</file>

<file path=ppt/tags/tag131.xml><?xml version="1.0" encoding="utf-8"?>
<p:tagLst xmlns:p="http://schemas.openxmlformats.org/presentationml/2006/main">
  <p:tag name="KSO_WM_DIAGRAM_VIRTUALLY_FRAME" val="{&quot;height&quot;:283.4,&quot;left&quot;:42.29937007874014,&quot;top&quot;:157.55,&quot;width&quot;:912.1340097406343}"/>
</p:tagLst>
</file>

<file path=ppt/tags/tag132.xml><?xml version="1.0" encoding="utf-8"?>
<p:tagLst xmlns:p="http://schemas.openxmlformats.org/presentationml/2006/main">
  <p:tag name="KSO_WM_DIAGRAM_VIRTUALLY_FRAME" val="{&quot;height&quot;:283.4,&quot;left&quot;:42.29937007874014,&quot;top&quot;:157.55,&quot;width&quot;:912.1340097406343}"/>
</p:tagLst>
</file>

<file path=ppt/tags/tag133.xml><?xml version="1.0" encoding="utf-8"?>
<p:tagLst xmlns:p="http://schemas.openxmlformats.org/presentationml/2006/main">
  <p:tag name="KSO_WM_DIAGRAM_VIRTUALLY_FRAME" val="{&quot;height&quot;:283.4,&quot;left&quot;:42.29937007874014,&quot;top&quot;:157.55,&quot;width&quot;:912.1340097406343}"/>
</p:tagLst>
</file>

<file path=ppt/tags/tag134.xml><?xml version="1.0" encoding="utf-8"?>
<p:tagLst xmlns:p="http://schemas.openxmlformats.org/presentationml/2006/main">
  <p:tag name="KSO_WM_DIAGRAM_VIRTUALLY_FRAME" val="{&quot;height&quot;:283.4,&quot;left&quot;:42.29937007874014,&quot;top&quot;:157.55,&quot;width&quot;:912.1340097406343}"/>
</p:tagLst>
</file>

<file path=ppt/tags/tag135.xml><?xml version="1.0" encoding="utf-8"?>
<p:tagLst xmlns:p="http://schemas.openxmlformats.org/presentationml/2006/main">
  <p:tag name="KSO_WM_DIAGRAM_VIRTUALLY_FRAME" val="{&quot;height&quot;:283.4,&quot;left&quot;:42.29937007874014,&quot;top&quot;:157.55,&quot;width&quot;:912.1340097406343}"/>
</p:tagLst>
</file>

<file path=ppt/tags/tag136.xml><?xml version="1.0" encoding="utf-8"?>
<p:tagLst xmlns:p="http://schemas.openxmlformats.org/presentationml/2006/main">
  <p:tag name="KSO_WM_DIAGRAM_VIRTUALLY_FRAME" val="{&quot;height&quot;:283.4,&quot;left&quot;:42.29937007874014,&quot;top&quot;:157.55,&quot;width&quot;:912.1340097406343}"/>
</p:tagLst>
</file>

<file path=ppt/tags/tag137.xml><?xml version="1.0" encoding="utf-8"?>
<p:tagLst xmlns:p="http://schemas.openxmlformats.org/presentationml/2006/main">
  <p:tag name="KSO_WM_DIAGRAM_VIRTUALLY_FRAME" val="{&quot;height&quot;:283.4,&quot;left&quot;:42.29937007874014,&quot;top&quot;:157.55,&quot;width&quot;:912.1340097406343}"/>
</p:tagLst>
</file>

<file path=ppt/tags/tag138.xml><?xml version="1.0" encoding="utf-8"?>
<p:tagLst xmlns:p="http://schemas.openxmlformats.org/presentationml/2006/main">
  <p:tag name="KSO_WM_DIAGRAM_VIRTUALLY_FRAME" val="{&quot;height&quot;:283.4,&quot;left&quot;:42.29937007874014,&quot;top&quot;:157.55,&quot;width&quot;:912.1340097406343}"/>
</p:tagLst>
</file>

<file path=ppt/tags/tag139.xml><?xml version="1.0" encoding="utf-8"?>
<p:tagLst xmlns:p="http://schemas.openxmlformats.org/presentationml/2006/main">
  <p:tag name="KSO_WM_DIAGRAM_VIRTUALLY_FRAME" val="{&quot;height&quot;:283.4,&quot;left&quot;:42.29937007874014,&quot;top&quot;:157.55,&quot;width&quot;:912.1340097406343}"/>
</p:tagLst>
</file>

<file path=ppt/tags/tag140.xml><?xml version="1.0" encoding="utf-8"?>
<p:tagLst xmlns:p="http://schemas.openxmlformats.org/presentationml/2006/main">
  <p:tag name="KSO_WM_BEAUTIFY_FLAG" val=""/>
  <p:tag name="KSO_WM_DIAGRAM_VIRTUALLY_FRAME" val="{&quot;height&quot;:283.4,&quot;left&quot;:42.29937007874014,&quot;top&quot;:157.55,&quot;width&quot;:912.1340097406343}"/>
</p:tagLst>
</file>

<file path=ppt/tags/tag141.xml><?xml version="1.0" encoding="utf-8"?>
<p:tagLst xmlns:p="http://schemas.openxmlformats.org/presentationml/2006/main">
  <p:tag name="KSO_WM_BEAUTIFY_FLAG" val=""/>
  <p:tag name="KSO_WM_DIAGRAM_VIRTUALLY_FRAME" val="{&quot;height&quot;:283.4,&quot;left&quot;:42.29937007874014,&quot;top&quot;:157.55,&quot;width&quot;:912.1340097406343}"/>
</p:tagLst>
</file>

<file path=ppt/tags/tag142.xml><?xml version="1.0" encoding="utf-8"?>
<p:tagLst xmlns:p="http://schemas.openxmlformats.org/presentationml/2006/main">
  <p:tag name="KSO_WM_BEAUTIFY_FLAG" val=""/>
  <p:tag name="KSO_WM_DIAGRAM_VIRTUALLY_FRAME" val="{&quot;height&quot;:283.4,&quot;left&quot;:42.29937007874014,&quot;top&quot;:157.55,&quot;width&quot;:912.1340097406343}"/>
</p:tagLst>
</file>

<file path=ppt/tags/tag143.xml><?xml version="1.0" encoding="utf-8"?>
<p:tagLst xmlns:p="http://schemas.openxmlformats.org/presentationml/2006/main">
  <p:tag name="KSO_WM_BEAUTIFY_FLAG" val=""/>
  <p:tag name="KSO_WM_DIAGRAM_VIRTUALLY_FRAME" val="{&quot;height&quot;:283.4,&quot;left&quot;:42.29937007874014,&quot;top&quot;:157.55,&quot;width&quot;:912.1340097406343}"/>
</p:tagLst>
</file>

<file path=ppt/tags/tag144.xml><?xml version="1.0" encoding="utf-8"?>
<p:tagLst xmlns:p="http://schemas.openxmlformats.org/presentationml/2006/main">
  <p:tag name="KSO_WM_BEAUTIFY_FLAG" val=""/>
  <p:tag name="KSO_WM_DIAGRAM_VIRTUALLY_FRAME" val="{&quot;height&quot;:283.4,&quot;left&quot;:42.29937007874014,&quot;top&quot;:157.55,&quot;width&quot;:912.1340097406343}"/>
</p:tagLst>
</file>

<file path=ppt/tags/tag145.xml><?xml version="1.0" encoding="utf-8"?>
<p:tagLst xmlns:p="http://schemas.openxmlformats.org/presentationml/2006/main">
  <p:tag name="KSO_WM_BEAUTIFY_FLAG" val=""/>
  <p:tag name="KSO_WM_DIAGRAM_VIRTUALLY_FRAME" val="{&quot;height&quot;:283.4,&quot;left&quot;:42.29937007874014,&quot;top&quot;:157.55,&quot;width&quot;:912.1340097406343}"/>
</p:tagLst>
</file>

<file path=ppt/tags/tag146.xml><?xml version="1.0" encoding="utf-8"?>
<p:tagLst xmlns:p="http://schemas.openxmlformats.org/presentationml/2006/main">
  <p:tag name="KSO_WM_BEAUTIFY_FLAG" val=""/>
</p:tagLst>
</file>

<file path=ppt/tags/tag147.xml><?xml version="1.0" encoding="utf-8"?>
<p:tagLst xmlns:p="http://schemas.openxmlformats.org/presentationml/2006/main">
  <p:tag name="KSO_WM_BEAUTIFY_FLAG" val=""/>
  <p:tag name="KSO_WM_DIAGRAM_VIRTUALLY_FRAME" val="{&quot;height&quot;:283.4,&quot;left&quot;:42.29937007874014,&quot;top&quot;:157.55,&quot;width&quot;:912.1340097406343}"/>
</p:tagLst>
</file>

<file path=ppt/tags/tag148.xml><?xml version="1.0" encoding="utf-8"?>
<p:tagLst xmlns:p="http://schemas.openxmlformats.org/presentationml/2006/main">
  <p:tag name="KSO_WM_BEAUTIFY_FLAG" val=""/>
  <p:tag name="KSO_WM_DIAGRAM_VIRTUALLY_FRAME" val="{&quot;height&quot;:283.4,&quot;left&quot;:42.29937007874014,&quot;top&quot;:157.55,&quot;width&quot;:912.1340097406343}"/>
</p:tagLst>
</file>

<file path=ppt/tags/tag149.xml><?xml version="1.0" encoding="utf-8"?>
<p:tagLst xmlns:p="http://schemas.openxmlformats.org/presentationml/2006/main">
  <p:tag name="KSO_WM_BEAUTIFY_FLAG" val=""/>
  <p:tag name="KSO_WM_DIAGRAM_VIRTUALLY_FRAME" val="{&quot;height&quot;:283.4,&quot;left&quot;:42.29937007874014,&quot;top&quot;:157.55,&quot;width&quot;:912.1340097406343}"/>
</p:tagLst>
</file>

<file path=ppt/tags/tag150.xml><?xml version="1.0" encoding="utf-8"?>
<p:tagLst xmlns:p="http://schemas.openxmlformats.org/presentationml/2006/main">
  <p:tag name="COMMONDATA" val="eyJoZGlkIjoiYzZkNzQ4ZWFiZmQ4NTRhOWRkZTk3YTMwMjlmMmZhYmUifQ=="/>
  <p:tag name="KSO_WPP_MARK_KEY" val="3c15e236-6e17-4788-8b7a-5fd2c15b6c5c"/>
</p:tagLst>
</file>

<file path=ppt/theme/theme1.xml><?xml version="1.0" encoding="utf-8"?>
<a:theme xmlns:a="http://schemas.openxmlformats.org/drawingml/2006/main" name="1_自定义设计方案">
  <a:themeElements>
    <a:clrScheme name="新版空白演示配色">
      <a:dk1>
        <a:srgbClr val="000000"/>
      </a:dk1>
      <a:lt1>
        <a:srgbClr val="FFFFFF"/>
      </a:lt1>
      <a:dk2>
        <a:srgbClr val="0F1423"/>
      </a:dk2>
      <a:lt2>
        <a:srgbClr val="FFFFFF"/>
      </a:lt2>
      <a:accent1>
        <a:srgbClr val="6096E6"/>
      </a:accent1>
      <a:accent2>
        <a:srgbClr val="58B6E5"/>
      </a:accent2>
      <a:accent3>
        <a:srgbClr val="56CA95"/>
      </a:accent3>
      <a:accent4>
        <a:srgbClr val="FFBA55"/>
      </a:accent4>
      <a:accent5>
        <a:srgbClr val="F18870"/>
      </a:accent5>
      <a:accent6>
        <a:srgbClr val="EC5F74"/>
      </a:accent6>
      <a:hlink>
        <a:srgbClr val="0563C1"/>
      </a:hlink>
      <a:folHlink>
        <a:srgbClr val="954D72"/>
      </a:folHlink>
    </a:clrScheme>
    <a:fontScheme name="自定义 9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自定义设计方案">
  <a:themeElements>
    <a:clrScheme name="新版空白演示配色">
      <a:dk1>
        <a:srgbClr val="000000"/>
      </a:dk1>
      <a:lt1>
        <a:srgbClr val="FFFFFF"/>
      </a:lt1>
      <a:dk2>
        <a:srgbClr val="0F1423"/>
      </a:dk2>
      <a:lt2>
        <a:srgbClr val="FFFFFF"/>
      </a:lt2>
      <a:accent1>
        <a:srgbClr val="6096E6"/>
      </a:accent1>
      <a:accent2>
        <a:srgbClr val="58B6E5"/>
      </a:accent2>
      <a:accent3>
        <a:srgbClr val="56CA95"/>
      </a:accent3>
      <a:accent4>
        <a:srgbClr val="FFBA55"/>
      </a:accent4>
      <a:accent5>
        <a:srgbClr val="F18870"/>
      </a:accent5>
      <a:accent6>
        <a:srgbClr val="EC5F74"/>
      </a:accent6>
      <a:hlink>
        <a:srgbClr val="0563C1"/>
      </a:hlink>
      <a:folHlink>
        <a:srgbClr val="954D72"/>
      </a:folHlink>
    </a:clrScheme>
    <a:fontScheme name="自定义 9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4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3670</Words>
  <Application>WPS 演示</Application>
  <PresentationFormat>宽屏</PresentationFormat>
  <Paragraphs>184</Paragraphs>
  <Slides>17</Slides>
  <Notes>35</Notes>
  <HiddenSlides>0</HiddenSlides>
  <MMClips>0</MMClips>
  <ScaleCrop>false</ScaleCrop>
  <HeadingPairs>
    <vt:vector size="6" baseType="variant">
      <vt:variant>
        <vt:lpstr>已用的字体</vt:lpstr>
      </vt:variant>
      <vt:variant>
        <vt:i4>9</vt:i4>
      </vt:variant>
      <vt:variant>
        <vt:lpstr>主题</vt:lpstr>
      </vt:variant>
      <vt:variant>
        <vt:i4>2</vt:i4>
      </vt:variant>
      <vt:variant>
        <vt:lpstr>幻灯片标题</vt:lpstr>
      </vt:variant>
      <vt:variant>
        <vt:i4>17</vt:i4>
      </vt:variant>
    </vt:vector>
  </HeadingPairs>
  <TitlesOfParts>
    <vt:vector size="28" baseType="lpstr">
      <vt:lpstr>Arial</vt:lpstr>
      <vt:lpstr>宋体</vt:lpstr>
      <vt:lpstr>Wingdings</vt:lpstr>
      <vt:lpstr>微软雅黑</vt:lpstr>
      <vt:lpstr>Wingdings</vt:lpstr>
      <vt:lpstr>DIN-BoldItalic</vt:lpstr>
      <vt:lpstr>等线</vt:lpstr>
      <vt:lpstr>思源宋体</vt:lpstr>
      <vt:lpstr>JetBrainsMono NF</vt:lpstr>
      <vt:lpstr>1_自定义设计方案</vt:lpstr>
      <vt:lpstr>自定义设计方案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演示文稿</dc:title>
  <dc:creator/>
  <cp:lastModifiedBy>别清欢</cp:lastModifiedBy>
  <cp:revision>1149</cp:revision>
  <dcterms:created xsi:type="dcterms:W3CDTF">2019-06-19T02:08:00Z</dcterms:created>
  <dcterms:modified xsi:type="dcterms:W3CDTF">2026-05-23T13:28:05Z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2052-12.1.0.26375</vt:lpwstr>
  </property>
  <property fmtid="{D5CDD505-2E9C-101B-9397-08002B2CF9AE}" pid="3" name="ICV">
    <vt:lpwstr>7EA060AE1A5C43FE92ACCC3A9FFA93B2_13</vt:lpwstr>
  </property>
</Properties>
</file>