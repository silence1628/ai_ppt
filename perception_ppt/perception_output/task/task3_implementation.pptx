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6"/>
  </p:notesMasterIdLst>
  <p:handoutMasterIdLst>
    <p:handoutMasterId r:id="rId7"/>
  </p:handoutMasterIdLst>
  <p:sldIdLst>
    <p:sldId id="2880" r:id="rId4"/>
    <p:sldId id="2881" r:id="rId5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5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gs" Target="tags/tag76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5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文本框1"/>
          <p:cNvSpPr txBox="1"/>
          <p:nvPr>
            <p:custDataLst>
              <p:tags r:id="rId1"/>
            </p:custDataLst>
          </p:nvPr>
        </p:nvSpPr>
        <p:spPr>
          <a:xfrm>
            <a:off x="3844925" y="5423535"/>
            <a:ext cx="43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制造企业设备运维报修助手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2"/>
            </p:custDataLst>
          </p:nvPr>
        </p:nvGrpSpPr>
        <p:grpSpPr>
          <a:xfrm>
            <a:off x="5052140" y="2077085"/>
            <a:ext cx="2087958" cy="2571359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5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5642257" y="3226193"/>
            <a:ext cx="68285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某制造企业计划为设备管理部门上线一个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设备运维报修助手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，该助手部署在企业内部服务门户中，面向一线操作员、班组长和设备管理员。它主要承担两类工作：一是回答设备运维相关的知识类问题，例如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空压机巡检温度标准是多少？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设备报警灯闪烁代表什么？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；二是受理报修申请，例如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设备报警了，帮我报修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这台泵一直漏油，需要安排维修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企业给出了明确的业务要求：如果用户只是咨询知识类问题，系统应直接回答；如果用户是要发起报修，系统必须收集完整的报修信息后才能生成工单摘要；如果用户补充的是上一轮缺失的信息，系统不能重新开始问一遍；如果用户明确表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换个问题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重新开始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，系统应重置当前会话状态；输出结果必须稳定，便于后续接入工单系统。本次任务基于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RAGFlow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实现智能体工作流。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71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72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73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74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75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76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</Words>
  <Application>WPS 演示</Application>
  <PresentationFormat>宽屏</PresentationFormat>
  <Paragraphs>16</Paragraphs>
  <Slides>2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Wingdings</vt:lpstr>
      <vt:lpstr>思源宋体</vt:lpstr>
      <vt:lpstr>DIN-BoldItalic</vt:lpstr>
      <vt:lpstr>等线</vt:lpstr>
      <vt:lpstr>JetBrainsMono NF</vt:lpstr>
      <vt:lpstr>1_自定义设计方案</vt:lpstr>
      <vt:lpstr>自定义设计方案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1150</cp:revision>
  <dcterms:created xsi:type="dcterms:W3CDTF">2019-06-19T02:08:00Z</dcterms:created>
  <dcterms:modified xsi:type="dcterms:W3CDTF">2026-05-23T14:13:51Z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D3D79A3633984C78BB512A4CF677655D_13</vt:lpwstr>
  </property>
</Properties>
</file>