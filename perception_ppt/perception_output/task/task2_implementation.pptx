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15"/>
  </p:notesMasterIdLst>
  <p:handoutMasterIdLst>
    <p:handoutMasterId r:id="rId16"/>
  </p:handoutMasterIdLst>
  <p:sldIdLst>
    <p:sldId id="2880" r:id="rId4"/>
    <p:sldId id="2890" r:id="rId5"/>
    <p:sldId id="2889" r:id="rId6"/>
    <p:sldId id="2888" r:id="rId7"/>
    <p:sldId id="2887" r:id="rId8"/>
    <p:sldId id="2886" r:id="rId9"/>
    <p:sldId id="2885" r:id="rId10"/>
    <p:sldId id="2884" r:id="rId11"/>
    <p:sldId id="2883" r:id="rId12"/>
    <p:sldId id="2882" r:id="rId13"/>
    <p:sldId id="2881" r:id="rId14"/>
  </p:sldIdLst>
  <p:sldSz cx="12192000" cy="6858000"/>
  <p:notesSz cx="6858000" cy="9144000"/>
  <p:custDataLst>
    <p:tags r:id="rId2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5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gs" Target="tags/tag76.xml"/><Relationship Id="rId20" Type="http://schemas.openxmlformats.org/officeDocument/2006/relationships/commentAuthors" Target="commentAuthors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5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1"/>
            </p:custDataLst>
          </p:nvPr>
        </p:nvSpPr>
        <p:spPr>
          <a:xfrm>
            <a:off x="3844925" y="5423535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新能源汽车市场简报助手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2"/>
            </p:custDataLst>
          </p:nvPr>
        </p:nvGrpSpPr>
        <p:grpSpPr>
          <a:xfrm>
            <a:off x="5052140" y="2077085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5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6"/>
            </p:custDataLst>
          </p:nvPr>
        </p:nvSpPr>
        <p:spPr>
          <a:xfrm>
            <a:off x="5642257" y="3226193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本案例使用的原始数据来源于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Our World in Data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网站的电动汽车专题页面，该页面提供了全球电动汽车市场的公开统计数据。为了适配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平台的上传操作，我们将原始数据处理成一份教学样本，其中包含了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年至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个国家的相关数据。这份教学样本以表格形式存储，存放在指定的路径中，是后续所有分析工作的基础材料。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该表格包含多个关键字段，每个字段都有明确的含义。其中，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“country”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字段代表国家或地区名称；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“code”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是三位国家代码；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“region”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表示该国家所属的区域；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“year”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字段记录数据对应的年份；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指新能源汽车的销量；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表示新能源汽车销量占当年新车总销量的百分比，在本案例样本中，该字段直接采用百分比数值表示，例如字段值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即代表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38%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“ev_stock”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则记录了新能源汽车的保有量。此外，表格还包含了数据来源名称、来源链接以及许可说明等信息，确保了数据的可追溯性和合规性。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RAGFlow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中搭建一个智能体工作流，核心目标是允许用户在流程开始时上传文件。首先，需要新建一个智能体工作流，并将开始节点的模式设置为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任务模式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。在开始节点中，可以看到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区域，这是流程启动前需要用户提供信息的地方。点击加号添加变量，在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，并将键和名称都设置为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“csv_file”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，确认后即可成功添加一个用于接收上传文件的变量。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为了验证文件上传功能，可以在回复节点中直接添加该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csv_file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变量进行回复。保存并运行工作流后，系统会弹出文档上传窗口。选择路径下的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“ev_market_sample.csv”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文件，上传成功后，文件内容会以文本形式在窗口中显示。选择下一步，即可看到文件内容被完整地打印出来。值得注意的是，如果选择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对话流模式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，效果类似，用户发送任意提问后，文件内容也会以同样的文本形式返回，这为后续的数据处理奠定了基础。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上传文件后，返回的内容不仅包含以字典格式呈现的文本数据，还包含了文件的相关元信息。因此，直接使用这些原始数据并不方便，需要先对这段文本进行清洗和格式化，才能被后续的节点有效利用。虽然可以让智能体直接处理文件，但这会消耗大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Token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和上下文资源，效率较低。更优的解决方案是调用代码工具来实现这一处理过程。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具体操作是创建一个代码节点，将上传的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文件作为传入参数。在代码中，将读取到的文本内容从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格式转换为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列表的格式，这样每条数据都成为一个结构化的对象。最后，将输出格式设置为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“object”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，确保数据以标准的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对象形式传递。再次运行工作流并上传文件后，可以看到数据结果已经成功转换为预期的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格式列表，结构清晰，便于后续程序化处理和分析。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格式化后的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数据虽然结构清晰，但对于人类阅读者来说，直接查看列表仍然不够直观。为了更直观地洞察数据，可以再添加一个代码节点来实现简单的数据分析功能。本步骤的目标是分析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“Europe”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区域中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名，并以简报形式描述结果。实现这一功能的核心是排序，即从限定条件的数据集中，找出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“ev_sales_share”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字段值最高的前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条记录。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为了实现这一功能，需要添加第二个代码节点，并分别将两个代码节点命名为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中，编写筛选和排序代码，并正确设置输入输出变量及其类型。执行后，即可获取到分析所需的特定数据。接下来，需要将这些数据整理成一篇简报文稿，因此需要添加一个智能体节点，并配合系统提示词来生成简报。值得注意的是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数据排序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节点会返回两个结果：一个是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“result”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，另一个是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。如果需要被代码进一步处理，使用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Object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格式更便于调整；但如果要被内置的条件节点、回复节点或智能体节点调用，使用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格式变量则更容易被这些节点直接理解和接受。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实际工程项目中，上传的文件往往不像课程用例那样标准，可能会存在缺失值、格式错误甚至文件失效等问题。因此，在数据预处理的同时，需要添加验证逻辑来应对这些异常情况。如果文件存在问题，工作流应能将其引导至其他处理路由，而不是直接崩溃或产生错误结果。这部分逻辑可以通过修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数据预处理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代码模块来实现。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通过编写校验机制，并配合问题分类节点，可以将一些基础错误在工作流初期就隔绝在外。具体配置时，设置输入变量为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String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，并定义两个问题分类，分别对应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“ok”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变量结果为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True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False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的情况。对于错误结果，返回节点配置使用的输出变量同样是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/content”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因为该变量中已经保存了错误信息。这样，在运行过程中，工作流就能自动测试文件是否正常，以及能否以所需格式接收数据。统一约定并校验这些信息，有助于智能体工作流的稳定搭建和后续扩展。学员可以通过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表格复制备份并删除其中一两行关键列的方式，来测试校验效果是否能顺利执行。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7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2220</Words>
  <Application>WPS 演示</Application>
  <PresentationFormat>宽屏</PresentationFormat>
  <Paragraphs>88</Paragraphs>
  <Slides>11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Wingdings</vt:lpstr>
      <vt:lpstr>思源宋体</vt:lpstr>
      <vt:lpstr>DIN-BoldItalic</vt:lpstr>
      <vt:lpstr>等线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1150</cp:revision>
  <dcterms:created xsi:type="dcterms:W3CDTF">2019-06-19T02:08:00Z</dcterms:created>
  <dcterms:modified xsi:type="dcterms:W3CDTF">2026-05-23T14:14:06Z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26BE56803B734C4FB28E61371EDF7F0A_13</vt:lpwstr>
  </property>
</Properties>
</file>