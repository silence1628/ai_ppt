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+mj-ea"/>
                <a:ea typeface="+mj-ea"/>
                <a:cs typeface="+mj-ea"/>
                <a:sym typeface="+mn-ea"/>
              </a:rPr>
              <a:t>第</a:t>
            </a:r>
            <a:r>
              <a:rPr lang="en-US" altLang="zh-CN" sz="3200" b="1" dirty="0" smtClean="0">
                <a:latin typeface="+mj-ea"/>
                <a:ea typeface="+mj-ea"/>
                <a:cs typeface="+mj-ea"/>
                <a:sym typeface="+mn-ea"/>
              </a:rPr>
              <a:t>{{text:task_num}}</a:t>
            </a:r>
            <a:r>
              <a:rPr lang="zh-CN" altLang="en-US" sz="3200" b="1" dirty="0" smtClean="0">
                <a:latin typeface="+mj-ea"/>
                <a:ea typeface="+mj-ea"/>
                <a:cs typeface="+mj-ea"/>
                <a:sym typeface="+mn-ea"/>
              </a:rPr>
              <a:t>章</a:t>
            </a:r>
            <a:r>
              <a:rPr lang="en-US" altLang="zh-CN" sz="3200" b="1" dirty="0" smtClean="0">
                <a:latin typeface="+mj-ea"/>
                <a:ea typeface="+mj-ea"/>
                <a:cs typeface="+mj-ea"/>
                <a:sym typeface="+mn-ea"/>
              </a:rPr>
              <a:t> {{text:task_name</a:t>
            </a:r>
            <a:r>
              <a:rPr lang="en-US" sz="3200" b="1" dirty="0" smtClean="0">
                <a:latin typeface="+mj-ea"/>
                <a:ea typeface="+mj-ea"/>
                <a:cs typeface="+mj-ea"/>
                <a:sym typeface="+mn-ea"/>
              </a:rPr>
              <a:t>}}</a:t>
            </a:r>
            <a:endParaRPr lang="en-US" sz="3200" b="1" dirty="0" smtClean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Kaiti SC Bold" panose="02010600040101010101" charset="-122"/>
                <a:ea typeface="Kaiti SC Bold" panose="02010600040101010101" charset="-122"/>
                <a:cs typeface="+mn-ea"/>
                <a:sym typeface="+mn-lt"/>
              </a:rPr>
              <a:t>{{text:project_name}}</a:t>
            </a:r>
            <a:endParaRPr lang="en-US" altLang="zh-CN" b="1" dirty="0">
              <a:solidFill>
                <a:schemeClr val="bg1"/>
              </a:solidFill>
              <a:latin typeface="Kaiti SC Bold" panose="02010600040101010101" charset="-122"/>
              <a:ea typeface="Kaiti SC Bold" panose="02010600040101010101" charset="-122"/>
              <a:cs typeface="+mn-ea"/>
              <a:sym typeface="+mn-lt"/>
            </a:endParaRPr>
          </a:p>
          <a:p>
            <a:pPr algn="ctr"/>
            <a:endParaRPr lang="en-US" altLang="zh-CN" b="1" dirty="0">
              <a:solidFill>
                <a:schemeClr val="bg1"/>
              </a:solidFill>
              <a:latin typeface="Kaiti SC Bold" panose="02010600040101010101" charset="-122"/>
              <a:ea typeface="Kaiti SC Bold" panose="02010600040101010101" charset="-122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{{text:introduction_case}}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{{text:guiding_problem1}}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{{text:guiding_problem2}}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{{text:guiding_problem3}}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{{text:task_description}}</a:t>
            </a:r>
            <a:endParaRPr lang="zh-CN" sz="2000" dirty="0">
              <a:latin typeface="+mn-ea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{{text:task_requirements1}}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{{text:task_requirements2}}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{{text:task_requirements3}}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{{text:task_requirements4}}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{{text:task_requirements5}}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{{text:task_target2}}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{{text:task_target1}}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{{text:task_target3}}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{{text:task_target4}}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n-ea"/>
                <a:cs typeface="Times New Roman" panose="02020603050405020304" charset="0"/>
                <a:sym typeface="+mn-ea"/>
              </a:rPr>
              <a:t>重点：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{{text:task_focus}}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n-ea"/>
                <a:cs typeface="Times New Roman" panose="02020603050405020304" charset="0"/>
                <a:sym typeface="+mn-ea"/>
              </a:rPr>
              <a:t>难点：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{{text:task_difficulty}}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/>
              <a:t>{{text:task_summary}}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{{text:key_summary1}}</a:t>
            </a:r>
            <a:endParaRPr lang="zh-CN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{{text:difficulties_summary1}}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{{text:key_summary2}}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{{text:key_summary3}}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{{text:difficulties_summary2}}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{{text:difficulties_summary3}}</a:t>
            </a:r>
            <a:endParaRPr lang="zh-CN" altLang="en-US" sz="2000" dirty="0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{{text:skill_practice}}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{{text:solving_ideas}}</a:t>
            </a:r>
            <a:endParaRPr lang="zh-CN" altLang="en-US" sz="2000" dirty="0"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1452</Words>
  <Application>WPS 演示</Application>
  <PresentationFormat>宽屏</PresentationFormat>
  <Paragraphs>276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Arial Unicode MS</vt:lpstr>
      <vt:lpstr>Calibri</vt:lpstr>
      <vt:lpstr>1_自定义设计方案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1175</cp:revision>
  <dcterms:created xsi:type="dcterms:W3CDTF">2019-06-19T02:08:00Z</dcterms:created>
  <dcterms:modified xsi:type="dcterms:W3CDTF">2026-05-23T05:03:29Z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