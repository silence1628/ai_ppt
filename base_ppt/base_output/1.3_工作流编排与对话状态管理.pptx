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24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29" r:id="rId15"/>
    <p:sldId id="2830" r:id="rId16"/>
    <p:sldId id="2831" r:id="rId17"/>
    <p:sldId id="2832" r:id="rId18"/>
    <p:sldId id="2833" r:id="rId19"/>
    <p:sldId id="2835" r:id="rId20"/>
    <p:sldId id="2836" r:id="rId21"/>
    <p:sldId id="2837" r:id="rId22"/>
    <p:sldId id="1698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29"/>
            <p14:sldId id="2830"/>
            <p14:sldId id="2831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296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6" Type="http://schemas.openxmlformats.org/officeDocument/2006/relationships/notesSlide" Target="../notesSlides/notesSlide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6" Type="http://schemas.openxmlformats.org/officeDocument/2006/relationships/notesSlide" Target="../notesSlides/notesSlide11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84.xml"/><Relationship Id="rId23" Type="http://schemas.openxmlformats.org/officeDocument/2006/relationships/tags" Target="../tags/tag283.xml"/><Relationship Id="rId22" Type="http://schemas.openxmlformats.org/officeDocument/2006/relationships/tags" Target="../tags/tag282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tags" Target="../tags/tag290.xml"/><Relationship Id="rId6" Type="http://schemas.openxmlformats.org/officeDocument/2006/relationships/tags" Target="../tags/tag289.xml"/><Relationship Id="rId5" Type="http://schemas.openxmlformats.org/officeDocument/2006/relationships/image" Target="../media/image12.jpeg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293.xml"/><Relationship Id="rId10" Type="http://schemas.openxmlformats.org/officeDocument/2006/relationships/image" Target="../media/image13.png"/><Relationship Id="rId1" Type="http://schemas.openxmlformats.org/officeDocument/2006/relationships/tags" Target="../tags/tag285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第三章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工作流编排与对话状态管理</a:t>
            </a:r>
            <a:endParaRPr lang="zh-CN" altLang="en-US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智能体应用初探专项实战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715770"/>
            <a:ext cx="6534785" cy="3629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某物流分拣中心每天处理上万件包裹，现有系统按固定流程操作。经理想引入新系统，让系统自己判断处理条码污损、易碎品等异常情况，并能根据实时车流调整分拣优先级。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同样是自动化，工作流和智能体有什么区别？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新系统需要具备什么功能才能在企业中稳定工作？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如何用自己的话对系统下指令来实现经理的想法？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本章旨在帮助学员从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会写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Prompt”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过渡到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会搭工作流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，理解工作流（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Workflow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对话流（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Chatflow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）的核心差异，掌握节点组件的功能定位、变量传递方式、逻辑控制流以及多轮对话中的记忆与路由机制。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能够说清工作流中常见节点的作用、适用场景与配置要点；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理解变量传递机制，正确引用数据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区分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Workflow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Chatflow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，理解会话记忆机制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设计含意图识别、记忆与条件路由的对话工作流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能够搭建基础的提示词实验环境，并具备提示词版本管理意识。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能评估工作流设计的节点、变量和控制逻辑合理性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能从系统视角理解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Agent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，不将大模型视为唯一能力中心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能在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Chatflow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中配置记忆机制，实现意图路由与多轮澄清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重点：掌握节点编排、变量传递、控制流设计与对话状态管理的基本方法；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难点：从提示词调优过渡到系统编排思维，理解变量与记忆联动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98720" y="3074670"/>
            <a:ext cx="2194560" cy="708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{{</a:t>
            </a:r>
            <a:r>
              <a:rPr lang="zh-CN" altLang="en-US" sz="3600"/>
              <a:t>定位页</a:t>
            </a:r>
            <a:r>
              <a:rPr lang="en-US" altLang="zh-CN" sz="3600"/>
              <a:t>}}</a:t>
            </a:r>
            <a:endParaRPr lang="en-US" altLang="zh-CN"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本任务的核心是帮助学员建立工作流思维：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Agent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的稳定性，不只来自模型，也来自节点职责是否清晰、变量传递是否准确、控制流是否合理、记忆管理是否克制。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节点职责清晰；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从提示词思维转向系统编排思维；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变量契约明确；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控制逻辑稳定；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理解变量、上下文、分支和记忆联动关系；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区分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与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Chatflow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及会话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任务三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工作流编排与对话状态管理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这个项目只靠一个大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Prompt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能不能完成？尝试一下构建。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在这个案例中，哪些问题必须交给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LLM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，哪些问题其实更适合交给规则和模板？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这个案例还有哪些部分可以进一步优化？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通过明确节点职责、变量契约和控制逻辑来设计工作流，利用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处理语义理解，用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IF/ELSE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等控制节点处理规则逻辑，并通过会话变量和记忆机制管理多轮对话状态。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2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3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4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60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6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287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29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294.xml><?xml version="1.0" encoding="utf-8"?>
<p:tagLst xmlns:p="http://schemas.openxmlformats.org/presentationml/2006/main">
  <p:tag name="KSO_WM_FULL_TEXT_BEAUTIFY_COPY_ID" val="35"/>
</p:tagLst>
</file>

<file path=ppt/tags/tag295.xml><?xml version="1.0" encoding="utf-8"?>
<p:tagLst xmlns:p="http://schemas.openxmlformats.org/presentationml/2006/main">
  <p:tag name="KSO_WM_FULL_TEXT_BEAUTIFY_COPY_ID" val="150995359"/>
</p:tagLst>
</file>

<file path=ppt/tags/tag296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1468</Words>
  <Application>WPS 演示</Application>
  <PresentationFormat>宽屏</PresentationFormat>
  <Paragraphs>271</Paragraphs>
  <Slides>18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Wingdings</vt:lpstr>
      <vt:lpstr>Kaiti SC Bold</vt:lpstr>
      <vt:lpstr>Times New Roman</vt:lpstr>
      <vt:lpstr>Segoe UI</vt:lpstr>
      <vt:lpstr>Arial</vt:lpstr>
      <vt:lpstr>思源宋体</vt:lpstr>
      <vt:lpstr>Helvetica</vt:lpstr>
      <vt:lpstr>Kaiti SC Bold</vt:lpstr>
      <vt:lpstr>JetBrainsMono NF</vt:lpstr>
      <vt:lpstr>1_自定义设计方案</vt:lpstr>
      <vt:lpstr>自定义设计方案</vt:lpstr>
      <vt:lpstr>1_Office 主题​​</vt:lpstr>
      <vt:lpstr>cover</vt:lpstr>
      <vt:lpstr>introduction</vt:lpstr>
      <vt:lpstr>thinking</vt:lpstr>
      <vt:lpstr>start</vt:lpstr>
      <vt:lpstr>catalog_one</vt:lpstr>
      <vt:lpstr>description</vt:lpstr>
      <vt:lpstr>catalog_two</vt:lpstr>
      <vt:lpstr>target</vt:lpstr>
      <vt:lpstr>catalog_three</vt:lpstr>
      <vt:lpstr>knowledge_reserve</vt:lpstr>
      <vt:lpstr>catalog_four</vt:lpstr>
      <vt:lpstr>task_implementation</vt:lpstr>
      <vt:lpstr>catalog_five</vt:lpstr>
      <vt:lpstr>summary</vt:lpstr>
      <vt:lpstr>key_difficulties_summary</vt:lpstr>
      <vt:lpstr>catalog_six</vt:lpstr>
      <vt:lpstr>expansion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1176</cp:revision>
  <dcterms:created xsi:type="dcterms:W3CDTF">2019-06-19T02:08:00Z</dcterms:created>
  <dcterms:modified xsi:type="dcterms:W3CDTF">2026-05-23T11:51:18Z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C3CFA7B26CC3479CAD59A085290650B6_13</vt:lpwstr>
  </property>
</Properties>
</file>