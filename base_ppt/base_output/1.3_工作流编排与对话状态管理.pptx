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第三章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工作流编排与对话状态管理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某物流分拣中心引入新系统，要求从固定流程操作转变为智能决策：系统需自动判断条码污损包裹的清洁处理、易碎品的缓降滑道分流，并根据实时车流调整分拣优先级，实现从传统自动化向智能化自动化的升级。</a:t>
            </a:r>
            <a:endParaRPr lang="zh-CN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传统自动化与智能化自动化的核心区别是什么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新系统要稳定运行需要具备哪些关键功能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用自然语言给系统下指令需要包含哪些要素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会写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过渡到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会搭工作流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，理解工作流（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Workflow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）与对话流（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Chatflow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）的核心差异，掌握节点组件的功能定位、变量传递方式、逻辑控制流以及多轮对话中的记忆与路由机制。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能够说清工作流中常见节点的作用、适用场景与配置要点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能够理解变量在节点间的传递机制，并正确使用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{{variable}}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引用数据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能够区分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Workflow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Chatflow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，理解多轮对话为什么必须引入会话状态与记忆机制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能够设计一个具备意图识别、澄清补槽、上下文记忆和条件路由能力的对话型工作流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能够搭建基础的提示词实验环境，并具备提示词版本管理意识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能围绕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“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节点职责清晰、变量契约明确、控制逻辑稳定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”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三个维度评估一个工作流设计是否合理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能从系统编排视角理解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Agent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，不再把大模型当作唯一能力中心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Chatflow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中配置基础记忆机制，并实现简单的意图路由与多轮澄清闭环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能说清工作流中常见节点的作用、适用场景与配置要点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重点：掌握节点编排、变量传递、控制流设计与对话状态管理的基本方法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难点：从提示词调优思维过渡到系统编排思维，真正理解变量、上下文、分支和记忆在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Agent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中的联动关系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本任务的核心是帮助学员建立工作流思维：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的稳定性，不只来自模型，也来自节点职责是否清晰、变量传递是否准确、控制流是否合理、记忆管理是否克制。本任务解决的问题是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如何在系统里按流程做。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Prompt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决定单点行为，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决定系统执行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从提示词调优思维过渡到系统编排思维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变量是工作流的数据血管，不是随手写的占位符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Chatflow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的关键价值在于把会话状态纳入系统设计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真正理解变量、上下文、分支和记忆的联动关系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掌握节点编排与变量传递的基本方法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这个项目只靠一个大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Prompt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能不能完成？尝试一下构建。在这个案例中，哪些问题必须交给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LLM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，哪些问题其实更适合交给规则和模板？这个案例还有哪些部分可以进一步优化？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首先尝试用单一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Prompt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实现相同功能，对比工作流方案的效果差异。需要明确区分：语义理解、意图识别等模糊任务适合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LLM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；规则明确的数据验证、条件判断、数值计算适合规则和模板；多轮对话的状态管理需要系统设计而非单纯依赖模型能力。优化方向可考虑槽位填充效率、历史记忆压缩、异常处理机制等方面。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1737</Words>
  <Application>WPS 演示</Application>
  <PresentationFormat>宽屏</PresentationFormat>
  <Paragraphs>273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2026-05-23T05:01:17Z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E33B6A53FF804B03B0E192D851CEB998_13</vt:lpwstr>
  </property>
</Properties>
</file>