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第三章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工作流编排与对话状态管理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智能体应用初探专项实战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715770"/>
            <a:ext cx="6534785" cy="36290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某物流分拣中心每天处理上万件包裹，从卸货到装车需经过扫码、称重、分拣、复核等固定步骤，操作员只需照屏幕提示执行，这套流程已稳定运行三年。然而，经理希望引入新系统：让系统自主判断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遇到条码污损包裹，先清洁再扫码；发现疑似易碎品，自动改走缓降滑道；还能根据实时车流调整分拣优先级。这引发了与传统自动化流程的本质差异思考：新系统需要具备哪些功能才能在企业场景中稳定工作？如何用指令让系统理解并执行经理的设想？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新系统与传统工作流的核心区别是什么？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新系统需要具备哪些功能才能稳定工作？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如何用你的话对系统下指令来实现经理的想法？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本章旨在帮助学员从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会写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Prompt”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过渡到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会搭工作流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，理解工作流（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Workflow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对话流（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Chatflow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）的核心差异，掌握节点组件的功能定位、变量传递方式、逻辑控制流以及多轮对话中的记忆与路由机制。通过本章学习，学员将认识到：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Agent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并不是一个大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Prompt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，而是由输入、推理、检索、控制、记忆、输出等多个组件协同构成的执行系统。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能够说清工作流中常见节点的作用、适用场景与配置要点；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理解变量传递机制，正确使用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{{variable}}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引用数据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区分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Workflow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Chatflow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，理解多轮对话机制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设计含意图识别、澄清补槽、记忆与条件路由的对话工作流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能够搭建基础的提示词实验环境，并具备提示词版本管理意识。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从节点职责、变量契约、控制逻辑三维度评估工作流设计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从系统编排视角理解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Agent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，不视大模型为唯一能力中心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在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Chatflow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中配置记忆机制，实现意图路由与多轮澄清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重点：掌握节点编排、变量传递、控制流设计与对话状态管理的基本方法；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难点：从提示词调优过渡到系统编排思维，理解要素联动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本任务的核心是帮助学员建立工作流思维：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Agent 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的稳定性，不只来自模型，也来自节点职责是否清晰、变量传递是否准确、控制流是否合理、记忆管理是否克制。本任务解决的问题是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“Agent 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如何在系统里按流程做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节点职责清晰是工作流稳定的基础；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从提示词调优思维过渡到系统编排思维；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变量契约明确确保数据传递正确；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控制逻辑稳定和记忆管理克制是关键；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理解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Agent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各要素的联动关系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区分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Workflow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与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Chatflow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工作流编排与对话状态管理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这个项目只靠一个大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Prompt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能不能完成？尝试一下构建。在这个案例中，哪些问题必须交给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LLM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，哪些问题其实更适合交给规则和模板？这个案例还有哪些部分可以进一步优化？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0195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首先分析任务环节，将意图识别、槽位提取、路由判断等交给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LLM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，将规则明确的逻辑分支、变量赋值、聚合等交给控制节点和代码节点，实现职责分离。优化可从记忆管理、异常处理、多轮补槽效率等角度切入。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1739</Words>
  <Application>WPS 演示</Application>
  <PresentationFormat>宽屏</PresentationFormat>
  <Paragraphs>271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Kaiti SC Bold</vt:lpstr>
      <vt:lpstr>JetBrainsMono NF</vt:lpstr>
      <vt:lpstr>1_自定义设计方案</vt:lpstr>
      <vt:lpstr>自定义设计方案</vt:lpstr>
      <vt:lpstr>1_Office 主题​​</vt:lpstr>
      <vt:lpstr>cover</vt:lpstr>
      <vt:lpstr>introduction</vt:lpstr>
      <vt:lpstr>thinking</vt:lpstr>
      <vt:lpstr>start</vt:lpstr>
      <vt:lpstr>catalog_one</vt:lpstr>
      <vt:lpstr>description</vt:lpstr>
      <vt:lpstr>catalog_two</vt:lpstr>
      <vt:lpstr>target</vt:lpstr>
      <vt:lpstr>catalog_three</vt:lpstr>
      <vt:lpstr>knowledge_reserve</vt:lpstr>
      <vt:lpstr>catalog_four</vt:lpstr>
      <vt:lpstr>task_implementation</vt:lpstr>
      <vt:lpstr>catalog_five</vt:lpstr>
      <vt:lpstr>summary</vt:lpstr>
      <vt:lpstr>key_difficulties_summary</vt:lpstr>
      <vt:lpstr>catalog_six</vt:lpstr>
      <vt:lpstr>expansion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1177</cp:revision>
  <dcterms:created xsi:type="dcterms:W3CDTF">2019-06-19T02:08:00Z</dcterms:created>
  <dcterms:modified xsi:type="dcterms:W3CDTF">2026-05-23T12:30:00Z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A63E3D839EE84F9E828CB593BCEDA9AA_13</vt:lpwstr>
  </property>
</Properties>
</file>