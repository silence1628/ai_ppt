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  <p:sldMasterId id="2147483671" r:id="rId4"/>
  </p:sldMasterIdLst>
  <p:notesMasterIdLst>
    <p:notesMasterId r:id="rId6"/>
  </p:notesMasterIdLst>
  <p:handoutMasterIdLst>
    <p:handoutMasterId r:id="rId24"/>
  </p:handoutMasterIdLst>
  <p:sldIdLst>
    <p:sldId id="415" r:id="rId5"/>
    <p:sldId id="2437" r:id="rId7"/>
    <p:sldId id="2439" r:id="rId8"/>
    <p:sldId id="1383" r:id="rId9"/>
    <p:sldId id="2824" r:id="rId10"/>
    <p:sldId id="2825" r:id="rId11"/>
    <p:sldId id="2826" r:id="rId12"/>
    <p:sldId id="2827" r:id="rId13"/>
    <p:sldId id="2828" r:id="rId14"/>
    <p:sldId id="2829" r:id="rId15"/>
    <p:sldId id="2830" r:id="rId16"/>
    <p:sldId id="2831" r:id="rId17"/>
    <p:sldId id="2832" r:id="rId18"/>
    <p:sldId id="2833" r:id="rId19"/>
    <p:sldId id="2835" r:id="rId20"/>
    <p:sldId id="2836" r:id="rId21"/>
    <p:sldId id="2837" r:id="rId22"/>
    <p:sldId id="1698" r:id="rId23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202e774-de37-4b27-8700-364557680ee2}">
          <p14:sldIdLst>
            <p14:sldId id="415"/>
            <p14:sldId id="2437"/>
            <p14:sldId id="2439"/>
            <p14:sldId id="1383"/>
            <p14:sldId id="2824"/>
            <p14:sldId id="2825"/>
            <p14:sldId id="2826"/>
            <p14:sldId id="2827"/>
            <p14:sldId id="2828"/>
            <p14:sldId id="2829"/>
            <p14:sldId id="2830"/>
            <p14:sldId id="2831"/>
            <p14:sldId id="2832"/>
            <p14:sldId id="2833"/>
            <p14:sldId id="2835"/>
            <p14:sldId id="2836"/>
            <p14:sldId id="2837"/>
            <p14:sldId id="169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728" userDrawn="1">
          <p15:clr>
            <a:srgbClr val="A4A3A4"/>
          </p15:clr>
        </p15:guide>
        <p15:guide id="2" pos="371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728"/>
        <p:guide pos="371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9" Type="http://schemas.openxmlformats.org/officeDocument/2006/relationships/tags" Target="tags/tag296.xml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06CDB3-D59E-4E14-99D6-5B04FA3139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7" Type="http://schemas.openxmlformats.org/officeDocument/2006/relationships/tags" Target="../tags/tag90.xml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7" Type="http://schemas.openxmlformats.org/officeDocument/2006/relationships/tags" Target="../tags/tag111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6" Type="http://schemas.openxmlformats.org/officeDocument/2006/relationships/tags" Target="../tags/tag116.xml"/><Relationship Id="rId5" Type="http://schemas.openxmlformats.org/officeDocument/2006/relationships/tags" Target="../tags/tag115.xml"/><Relationship Id="rId4" Type="http://schemas.openxmlformats.org/officeDocument/2006/relationships/tags" Target="../tags/tag114.xml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.xml"/><Relationship Id="rId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9" Type="http://schemas.openxmlformats.org/officeDocument/2006/relationships/theme" Target="../theme/theme3.xml"/><Relationship Id="rId18" Type="http://schemas.openxmlformats.org/officeDocument/2006/relationships/image" Target="../media/image2.png"/><Relationship Id="rId17" Type="http://schemas.openxmlformats.org/officeDocument/2006/relationships/tags" Target="../tags/tag131.xml"/><Relationship Id="rId16" Type="http://schemas.openxmlformats.org/officeDocument/2006/relationships/tags" Target="../tags/tag130.xml"/><Relationship Id="rId15" Type="http://schemas.openxmlformats.org/officeDocument/2006/relationships/tags" Target="../tags/tag129.xml"/><Relationship Id="rId14" Type="http://schemas.openxmlformats.org/officeDocument/2006/relationships/tags" Target="../tags/tag128.xml"/><Relationship Id="rId13" Type="http://schemas.openxmlformats.org/officeDocument/2006/relationships/tags" Target="../tags/tag127.xml"/><Relationship Id="rId12" Type="http://schemas.openxmlformats.org/officeDocument/2006/relationships/tags" Target="../tags/tag126.xml"/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27.xml"/><Relationship Id="rId5" Type="http://schemas.openxmlformats.org/officeDocument/2006/relationships/tags" Target="../tags/tag135.xml"/><Relationship Id="rId4" Type="http://schemas.openxmlformats.org/officeDocument/2006/relationships/tags" Target="../tags/tag134.xml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4.xml"/><Relationship Id="rId2" Type="http://schemas.openxmlformats.org/officeDocument/2006/relationships/tags" Target="../tags/tag136.xml"/><Relationship Id="rId1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4.xml"/><Relationship Id="rId4" Type="http://schemas.openxmlformats.org/officeDocument/2006/relationships/tags" Target="../tags/tag137.xml"/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6.xml"/><Relationship Id="rId2" Type="http://schemas.openxmlformats.org/officeDocument/2006/relationships/tags" Target="../tags/tag138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47.xml"/><Relationship Id="rId8" Type="http://schemas.openxmlformats.org/officeDocument/2006/relationships/tags" Target="../tags/tag146.xml"/><Relationship Id="rId7" Type="http://schemas.openxmlformats.org/officeDocument/2006/relationships/tags" Target="../tags/tag145.xml"/><Relationship Id="rId6" Type="http://schemas.openxmlformats.org/officeDocument/2006/relationships/tags" Target="../tags/tag144.xml"/><Relationship Id="rId5" Type="http://schemas.openxmlformats.org/officeDocument/2006/relationships/tags" Target="../tags/tag143.xml"/><Relationship Id="rId4" Type="http://schemas.openxmlformats.org/officeDocument/2006/relationships/tags" Target="../tags/tag142.xml"/><Relationship Id="rId3" Type="http://schemas.openxmlformats.org/officeDocument/2006/relationships/tags" Target="../tags/tag141.xml"/><Relationship Id="rId26" Type="http://schemas.openxmlformats.org/officeDocument/2006/relationships/notesSlide" Target="../notesSlides/notesSlide4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162.xml"/><Relationship Id="rId23" Type="http://schemas.openxmlformats.org/officeDocument/2006/relationships/tags" Target="../tags/tag161.xml"/><Relationship Id="rId22" Type="http://schemas.openxmlformats.org/officeDocument/2006/relationships/tags" Target="../tags/tag160.xml"/><Relationship Id="rId21" Type="http://schemas.openxmlformats.org/officeDocument/2006/relationships/tags" Target="../tags/tag159.xml"/><Relationship Id="rId20" Type="http://schemas.openxmlformats.org/officeDocument/2006/relationships/tags" Target="../tags/tag158.xml"/><Relationship Id="rId2" Type="http://schemas.openxmlformats.org/officeDocument/2006/relationships/tags" Target="../tags/tag140.xml"/><Relationship Id="rId19" Type="http://schemas.openxmlformats.org/officeDocument/2006/relationships/tags" Target="../tags/tag157.xml"/><Relationship Id="rId18" Type="http://schemas.openxmlformats.org/officeDocument/2006/relationships/tags" Target="../tags/tag156.xml"/><Relationship Id="rId17" Type="http://schemas.openxmlformats.org/officeDocument/2006/relationships/tags" Target="../tags/tag155.xml"/><Relationship Id="rId16" Type="http://schemas.openxmlformats.org/officeDocument/2006/relationships/tags" Target="../tags/tag154.xml"/><Relationship Id="rId15" Type="http://schemas.openxmlformats.org/officeDocument/2006/relationships/tags" Target="../tags/tag153.xml"/><Relationship Id="rId14" Type="http://schemas.openxmlformats.org/officeDocument/2006/relationships/tags" Target="../tags/tag152.xml"/><Relationship Id="rId13" Type="http://schemas.openxmlformats.org/officeDocument/2006/relationships/tags" Target="../tags/tag151.xml"/><Relationship Id="rId12" Type="http://schemas.openxmlformats.org/officeDocument/2006/relationships/tags" Target="../tags/tag150.xml"/><Relationship Id="rId11" Type="http://schemas.openxmlformats.org/officeDocument/2006/relationships/tags" Target="../tags/tag149.xml"/><Relationship Id="rId10" Type="http://schemas.openxmlformats.org/officeDocument/2006/relationships/tags" Target="../tags/tag148.xml"/><Relationship Id="rId1" Type="http://schemas.openxmlformats.org/officeDocument/2006/relationships/tags" Target="../tags/tag13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71.xml"/><Relationship Id="rId8" Type="http://schemas.openxmlformats.org/officeDocument/2006/relationships/tags" Target="../tags/tag170.xml"/><Relationship Id="rId7" Type="http://schemas.openxmlformats.org/officeDocument/2006/relationships/tags" Target="../tags/tag169.xml"/><Relationship Id="rId6" Type="http://schemas.openxmlformats.org/officeDocument/2006/relationships/tags" Target="../tags/tag168.xml"/><Relationship Id="rId5" Type="http://schemas.openxmlformats.org/officeDocument/2006/relationships/tags" Target="../tags/tag167.xml"/><Relationship Id="rId4" Type="http://schemas.openxmlformats.org/officeDocument/2006/relationships/tags" Target="../tags/tag166.xml"/><Relationship Id="rId3" Type="http://schemas.openxmlformats.org/officeDocument/2006/relationships/tags" Target="../tags/tag165.xml"/><Relationship Id="rId26" Type="http://schemas.openxmlformats.org/officeDocument/2006/relationships/notesSlide" Target="../notesSlides/notesSlide5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186.xml"/><Relationship Id="rId23" Type="http://schemas.openxmlformats.org/officeDocument/2006/relationships/tags" Target="../tags/tag185.xml"/><Relationship Id="rId22" Type="http://schemas.openxmlformats.org/officeDocument/2006/relationships/tags" Target="../tags/tag184.xml"/><Relationship Id="rId21" Type="http://schemas.openxmlformats.org/officeDocument/2006/relationships/tags" Target="../tags/tag183.xml"/><Relationship Id="rId20" Type="http://schemas.openxmlformats.org/officeDocument/2006/relationships/tags" Target="../tags/tag182.xml"/><Relationship Id="rId2" Type="http://schemas.openxmlformats.org/officeDocument/2006/relationships/tags" Target="../tags/tag164.xml"/><Relationship Id="rId19" Type="http://schemas.openxmlformats.org/officeDocument/2006/relationships/tags" Target="../tags/tag181.xml"/><Relationship Id="rId18" Type="http://schemas.openxmlformats.org/officeDocument/2006/relationships/tags" Target="../tags/tag180.xml"/><Relationship Id="rId17" Type="http://schemas.openxmlformats.org/officeDocument/2006/relationships/tags" Target="../tags/tag179.xml"/><Relationship Id="rId16" Type="http://schemas.openxmlformats.org/officeDocument/2006/relationships/tags" Target="../tags/tag178.xml"/><Relationship Id="rId15" Type="http://schemas.openxmlformats.org/officeDocument/2006/relationships/tags" Target="../tags/tag177.xml"/><Relationship Id="rId14" Type="http://schemas.openxmlformats.org/officeDocument/2006/relationships/tags" Target="../tags/tag176.xml"/><Relationship Id="rId13" Type="http://schemas.openxmlformats.org/officeDocument/2006/relationships/tags" Target="../tags/tag175.xml"/><Relationship Id="rId12" Type="http://schemas.openxmlformats.org/officeDocument/2006/relationships/tags" Target="../tags/tag174.xml"/><Relationship Id="rId11" Type="http://schemas.openxmlformats.org/officeDocument/2006/relationships/tags" Target="../tags/tag173.xml"/><Relationship Id="rId10" Type="http://schemas.openxmlformats.org/officeDocument/2006/relationships/tags" Target="../tags/tag172.xml"/><Relationship Id="rId1" Type="http://schemas.openxmlformats.org/officeDocument/2006/relationships/tags" Target="../tags/tag16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95.xml"/><Relationship Id="rId8" Type="http://schemas.openxmlformats.org/officeDocument/2006/relationships/tags" Target="../tags/tag194.xml"/><Relationship Id="rId7" Type="http://schemas.openxmlformats.org/officeDocument/2006/relationships/tags" Target="../tags/tag193.xml"/><Relationship Id="rId6" Type="http://schemas.openxmlformats.org/officeDocument/2006/relationships/tags" Target="../tags/tag192.xml"/><Relationship Id="rId5" Type="http://schemas.openxmlformats.org/officeDocument/2006/relationships/tags" Target="../tags/tag191.xml"/><Relationship Id="rId4" Type="http://schemas.openxmlformats.org/officeDocument/2006/relationships/tags" Target="../tags/tag190.xml"/><Relationship Id="rId3" Type="http://schemas.openxmlformats.org/officeDocument/2006/relationships/tags" Target="../tags/tag189.xml"/><Relationship Id="rId26" Type="http://schemas.openxmlformats.org/officeDocument/2006/relationships/notesSlide" Target="../notesSlides/notesSlide7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210.xml"/><Relationship Id="rId23" Type="http://schemas.openxmlformats.org/officeDocument/2006/relationships/tags" Target="../tags/tag209.xml"/><Relationship Id="rId22" Type="http://schemas.openxmlformats.org/officeDocument/2006/relationships/tags" Target="../tags/tag208.xml"/><Relationship Id="rId21" Type="http://schemas.openxmlformats.org/officeDocument/2006/relationships/tags" Target="../tags/tag207.xml"/><Relationship Id="rId20" Type="http://schemas.openxmlformats.org/officeDocument/2006/relationships/tags" Target="../tags/tag206.xml"/><Relationship Id="rId2" Type="http://schemas.openxmlformats.org/officeDocument/2006/relationships/tags" Target="../tags/tag188.xml"/><Relationship Id="rId19" Type="http://schemas.openxmlformats.org/officeDocument/2006/relationships/tags" Target="../tags/tag205.xml"/><Relationship Id="rId18" Type="http://schemas.openxmlformats.org/officeDocument/2006/relationships/tags" Target="../tags/tag204.xml"/><Relationship Id="rId17" Type="http://schemas.openxmlformats.org/officeDocument/2006/relationships/tags" Target="../tags/tag203.xml"/><Relationship Id="rId16" Type="http://schemas.openxmlformats.org/officeDocument/2006/relationships/tags" Target="../tags/tag202.xml"/><Relationship Id="rId15" Type="http://schemas.openxmlformats.org/officeDocument/2006/relationships/tags" Target="../tags/tag201.xml"/><Relationship Id="rId14" Type="http://schemas.openxmlformats.org/officeDocument/2006/relationships/tags" Target="../tags/tag200.xml"/><Relationship Id="rId13" Type="http://schemas.openxmlformats.org/officeDocument/2006/relationships/tags" Target="../tags/tag199.xml"/><Relationship Id="rId12" Type="http://schemas.openxmlformats.org/officeDocument/2006/relationships/tags" Target="../tags/tag198.xml"/><Relationship Id="rId11" Type="http://schemas.openxmlformats.org/officeDocument/2006/relationships/tags" Target="../tags/tag197.xml"/><Relationship Id="rId10" Type="http://schemas.openxmlformats.org/officeDocument/2006/relationships/tags" Target="../tags/tag196.xml"/><Relationship Id="rId1" Type="http://schemas.openxmlformats.org/officeDocument/2006/relationships/tags" Target="../tags/tag18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19.xml"/><Relationship Id="rId8" Type="http://schemas.openxmlformats.org/officeDocument/2006/relationships/tags" Target="../tags/tag218.xml"/><Relationship Id="rId7" Type="http://schemas.openxmlformats.org/officeDocument/2006/relationships/tags" Target="../tags/tag217.xml"/><Relationship Id="rId6" Type="http://schemas.openxmlformats.org/officeDocument/2006/relationships/tags" Target="../tags/tag216.xml"/><Relationship Id="rId5" Type="http://schemas.openxmlformats.org/officeDocument/2006/relationships/tags" Target="../tags/tag215.xml"/><Relationship Id="rId4" Type="http://schemas.openxmlformats.org/officeDocument/2006/relationships/tags" Target="../tags/tag214.xml"/><Relationship Id="rId3" Type="http://schemas.openxmlformats.org/officeDocument/2006/relationships/tags" Target="../tags/tag213.xml"/><Relationship Id="rId26" Type="http://schemas.openxmlformats.org/officeDocument/2006/relationships/notesSlide" Target="../notesSlides/notesSlide8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234.xml"/><Relationship Id="rId23" Type="http://schemas.openxmlformats.org/officeDocument/2006/relationships/tags" Target="../tags/tag233.xml"/><Relationship Id="rId22" Type="http://schemas.openxmlformats.org/officeDocument/2006/relationships/tags" Target="../tags/tag232.xml"/><Relationship Id="rId21" Type="http://schemas.openxmlformats.org/officeDocument/2006/relationships/tags" Target="../tags/tag231.xml"/><Relationship Id="rId20" Type="http://schemas.openxmlformats.org/officeDocument/2006/relationships/tags" Target="../tags/tag230.xml"/><Relationship Id="rId2" Type="http://schemas.openxmlformats.org/officeDocument/2006/relationships/tags" Target="../tags/tag212.xml"/><Relationship Id="rId19" Type="http://schemas.openxmlformats.org/officeDocument/2006/relationships/tags" Target="../tags/tag229.xml"/><Relationship Id="rId18" Type="http://schemas.openxmlformats.org/officeDocument/2006/relationships/tags" Target="../tags/tag228.xml"/><Relationship Id="rId17" Type="http://schemas.openxmlformats.org/officeDocument/2006/relationships/tags" Target="../tags/tag227.xml"/><Relationship Id="rId16" Type="http://schemas.openxmlformats.org/officeDocument/2006/relationships/tags" Target="../tags/tag226.xml"/><Relationship Id="rId15" Type="http://schemas.openxmlformats.org/officeDocument/2006/relationships/tags" Target="../tags/tag225.xml"/><Relationship Id="rId14" Type="http://schemas.openxmlformats.org/officeDocument/2006/relationships/tags" Target="../tags/tag224.xml"/><Relationship Id="rId13" Type="http://schemas.openxmlformats.org/officeDocument/2006/relationships/tags" Target="../tags/tag223.xml"/><Relationship Id="rId12" Type="http://schemas.openxmlformats.org/officeDocument/2006/relationships/tags" Target="../tags/tag222.xml"/><Relationship Id="rId11" Type="http://schemas.openxmlformats.org/officeDocument/2006/relationships/tags" Target="../tags/tag221.xml"/><Relationship Id="rId10" Type="http://schemas.openxmlformats.org/officeDocument/2006/relationships/tags" Target="../tags/tag220.xml"/><Relationship Id="rId1" Type="http://schemas.openxmlformats.org/officeDocument/2006/relationships/tags" Target="../tags/tag2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43.xml"/><Relationship Id="rId8" Type="http://schemas.openxmlformats.org/officeDocument/2006/relationships/tags" Target="../tags/tag242.xml"/><Relationship Id="rId7" Type="http://schemas.openxmlformats.org/officeDocument/2006/relationships/tags" Target="../tags/tag241.xml"/><Relationship Id="rId6" Type="http://schemas.openxmlformats.org/officeDocument/2006/relationships/tags" Target="../tags/tag240.xml"/><Relationship Id="rId5" Type="http://schemas.openxmlformats.org/officeDocument/2006/relationships/tags" Target="../tags/tag239.xml"/><Relationship Id="rId4" Type="http://schemas.openxmlformats.org/officeDocument/2006/relationships/tags" Target="../tags/tag238.xml"/><Relationship Id="rId3" Type="http://schemas.openxmlformats.org/officeDocument/2006/relationships/tags" Target="../tags/tag237.xml"/><Relationship Id="rId26" Type="http://schemas.openxmlformats.org/officeDocument/2006/relationships/notesSlide" Target="../notesSlides/notesSlide9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258.xml"/><Relationship Id="rId23" Type="http://schemas.openxmlformats.org/officeDocument/2006/relationships/tags" Target="../tags/tag257.xml"/><Relationship Id="rId22" Type="http://schemas.openxmlformats.org/officeDocument/2006/relationships/tags" Target="../tags/tag256.xml"/><Relationship Id="rId21" Type="http://schemas.openxmlformats.org/officeDocument/2006/relationships/tags" Target="../tags/tag255.xml"/><Relationship Id="rId20" Type="http://schemas.openxmlformats.org/officeDocument/2006/relationships/tags" Target="../tags/tag254.xml"/><Relationship Id="rId2" Type="http://schemas.openxmlformats.org/officeDocument/2006/relationships/tags" Target="../tags/tag236.xml"/><Relationship Id="rId19" Type="http://schemas.openxmlformats.org/officeDocument/2006/relationships/tags" Target="../tags/tag253.xml"/><Relationship Id="rId18" Type="http://schemas.openxmlformats.org/officeDocument/2006/relationships/tags" Target="../tags/tag252.xml"/><Relationship Id="rId17" Type="http://schemas.openxmlformats.org/officeDocument/2006/relationships/tags" Target="../tags/tag251.xml"/><Relationship Id="rId16" Type="http://schemas.openxmlformats.org/officeDocument/2006/relationships/tags" Target="../tags/tag250.xml"/><Relationship Id="rId15" Type="http://schemas.openxmlformats.org/officeDocument/2006/relationships/tags" Target="../tags/tag249.xml"/><Relationship Id="rId14" Type="http://schemas.openxmlformats.org/officeDocument/2006/relationships/tags" Target="../tags/tag248.xml"/><Relationship Id="rId13" Type="http://schemas.openxmlformats.org/officeDocument/2006/relationships/tags" Target="../tags/tag247.xml"/><Relationship Id="rId12" Type="http://schemas.openxmlformats.org/officeDocument/2006/relationships/tags" Target="../tags/tag246.xml"/><Relationship Id="rId11" Type="http://schemas.openxmlformats.org/officeDocument/2006/relationships/tags" Target="../tags/tag245.xml"/><Relationship Id="rId10" Type="http://schemas.openxmlformats.org/officeDocument/2006/relationships/tags" Target="../tags/tag244.xml"/><Relationship Id="rId1" Type="http://schemas.openxmlformats.org/officeDocument/2006/relationships/tags" Target="../tags/tag23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5.xml"/><Relationship Id="rId2" Type="http://schemas.openxmlformats.org/officeDocument/2006/relationships/tags" Target="../tags/tag260.xml"/><Relationship Id="rId1" Type="http://schemas.openxmlformats.org/officeDocument/2006/relationships/tags" Target="../tags/tag259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269.xml"/><Relationship Id="rId8" Type="http://schemas.openxmlformats.org/officeDocument/2006/relationships/tags" Target="../tags/tag268.xml"/><Relationship Id="rId7" Type="http://schemas.openxmlformats.org/officeDocument/2006/relationships/tags" Target="../tags/tag267.xml"/><Relationship Id="rId6" Type="http://schemas.openxmlformats.org/officeDocument/2006/relationships/tags" Target="../tags/tag266.xml"/><Relationship Id="rId5" Type="http://schemas.openxmlformats.org/officeDocument/2006/relationships/tags" Target="../tags/tag265.xml"/><Relationship Id="rId4" Type="http://schemas.openxmlformats.org/officeDocument/2006/relationships/tags" Target="../tags/tag264.xml"/><Relationship Id="rId3" Type="http://schemas.openxmlformats.org/officeDocument/2006/relationships/tags" Target="../tags/tag263.xml"/><Relationship Id="rId26" Type="http://schemas.openxmlformats.org/officeDocument/2006/relationships/notesSlide" Target="../notesSlides/notesSlide11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284.xml"/><Relationship Id="rId23" Type="http://schemas.openxmlformats.org/officeDocument/2006/relationships/tags" Target="../tags/tag283.xml"/><Relationship Id="rId22" Type="http://schemas.openxmlformats.org/officeDocument/2006/relationships/tags" Target="../tags/tag282.xml"/><Relationship Id="rId21" Type="http://schemas.openxmlformats.org/officeDocument/2006/relationships/tags" Target="../tags/tag281.xml"/><Relationship Id="rId20" Type="http://schemas.openxmlformats.org/officeDocument/2006/relationships/tags" Target="../tags/tag280.xml"/><Relationship Id="rId2" Type="http://schemas.openxmlformats.org/officeDocument/2006/relationships/tags" Target="../tags/tag262.xml"/><Relationship Id="rId19" Type="http://schemas.openxmlformats.org/officeDocument/2006/relationships/tags" Target="../tags/tag279.xml"/><Relationship Id="rId18" Type="http://schemas.openxmlformats.org/officeDocument/2006/relationships/tags" Target="../tags/tag278.xml"/><Relationship Id="rId17" Type="http://schemas.openxmlformats.org/officeDocument/2006/relationships/tags" Target="../tags/tag277.xml"/><Relationship Id="rId16" Type="http://schemas.openxmlformats.org/officeDocument/2006/relationships/tags" Target="../tags/tag276.xml"/><Relationship Id="rId15" Type="http://schemas.openxmlformats.org/officeDocument/2006/relationships/tags" Target="../tags/tag275.xml"/><Relationship Id="rId14" Type="http://schemas.openxmlformats.org/officeDocument/2006/relationships/tags" Target="../tags/tag274.xml"/><Relationship Id="rId13" Type="http://schemas.openxmlformats.org/officeDocument/2006/relationships/tags" Target="../tags/tag273.xml"/><Relationship Id="rId12" Type="http://schemas.openxmlformats.org/officeDocument/2006/relationships/tags" Target="../tags/tag272.xml"/><Relationship Id="rId11" Type="http://schemas.openxmlformats.org/officeDocument/2006/relationships/tags" Target="../tags/tag271.xml"/><Relationship Id="rId10" Type="http://schemas.openxmlformats.org/officeDocument/2006/relationships/tags" Target="../tags/tag270.xml"/><Relationship Id="rId1" Type="http://schemas.openxmlformats.org/officeDocument/2006/relationships/tags" Target="../tags/tag261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292.xml"/><Relationship Id="rId8" Type="http://schemas.openxmlformats.org/officeDocument/2006/relationships/tags" Target="../tags/tag291.xml"/><Relationship Id="rId7" Type="http://schemas.openxmlformats.org/officeDocument/2006/relationships/tags" Target="../tags/tag290.xml"/><Relationship Id="rId6" Type="http://schemas.openxmlformats.org/officeDocument/2006/relationships/tags" Target="../tags/tag289.xml"/><Relationship Id="rId5" Type="http://schemas.openxmlformats.org/officeDocument/2006/relationships/image" Target="../media/image12.jpeg"/><Relationship Id="rId4" Type="http://schemas.openxmlformats.org/officeDocument/2006/relationships/tags" Target="../tags/tag288.xml"/><Relationship Id="rId3" Type="http://schemas.openxmlformats.org/officeDocument/2006/relationships/tags" Target="../tags/tag287.xml"/><Relationship Id="rId2" Type="http://schemas.openxmlformats.org/officeDocument/2006/relationships/tags" Target="../tags/tag286.xml"/><Relationship Id="rId13" Type="http://schemas.openxmlformats.org/officeDocument/2006/relationships/notesSlide" Target="../notesSlides/notesSlide12.xml"/><Relationship Id="rId12" Type="http://schemas.openxmlformats.org/officeDocument/2006/relationships/slideLayout" Target="../slideLayouts/slideLayout15.xml"/><Relationship Id="rId11" Type="http://schemas.openxmlformats.org/officeDocument/2006/relationships/tags" Target="../tags/tag293.xml"/><Relationship Id="rId10" Type="http://schemas.openxmlformats.org/officeDocument/2006/relationships/image" Target="../media/image13.png"/><Relationship Id="rId1" Type="http://schemas.openxmlformats.org/officeDocument/2006/relationships/tags" Target="../tags/tag285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7.xml"/><Relationship Id="rId3" Type="http://schemas.openxmlformats.org/officeDocument/2006/relationships/tags" Target="../tags/tag295.xml"/><Relationship Id="rId2" Type="http://schemas.openxmlformats.org/officeDocument/2006/relationships/tags" Target="../tags/tag294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>
            <p:custDataLst>
              <p:tags r:id="rId2"/>
            </p:custDataLst>
          </p:nvPr>
        </p:nvSpPr>
        <p:spPr>
          <a:xfrm>
            <a:off x="1384935" y="2401888"/>
            <a:ext cx="9902825" cy="574040"/>
          </a:xfrm>
          <a:prstGeom prst="rect">
            <a:avLst/>
          </a:prstGeom>
          <a:noFill/>
        </p:spPr>
        <p:txBody>
          <a:bodyPr wrap="square" lIns="144145" bIns="36195" rtlCol="0" anchor="ctr" anchorCtr="1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buClrTx/>
              <a:buSzTx/>
              <a:buFontTx/>
            </a:pPr>
            <a:r>
              <a:rPr lang="zh-CN" altLang="en-US" sz="3200" b="1" dirty="0" smtClean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第一章</a:t>
            </a:r>
            <a:r>
              <a:rPr lang="en-US" altLang="zh-CN" sz="3200" b="1" dirty="0" smtClean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 </a:t>
            </a:r>
            <a:r>
              <a:rPr lang="zh-CN" altLang="en-US" sz="3200" b="1" dirty="0" smtClean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任务一</a:t>
            </a:r>
            <a:r>
              <a:rPr lang="en-US" altLang="zh-CN" sz="3200" b="1" dirty="0" smtClean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   </a:t>
            </a:r>
            <a:r>
              <a:rPr lang="zh-CN" altLang="en-US" sz="3200" b="1" dirty="0" smtClean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设计并实现智能体工作流</a:t>
            </a:r>
            <a:endParaRPr lang="zh-CN" altLang="en-US" sz="3200" b="1" dirty="0" smtClean="0">
              <a:latin typeface="Arial" panose="020B0604020202020204" pitchFamily="34" charset="0"/>
              <a:ea typeface="+mj-ea"/>
              <a:cs typeface="Arial" panose="020B0604020202020204" pitchFamily="34" charset="0"/>
              <a:sym typeface="+mn-ea"/>
            </a:endParaRPr>
          </a:p>
        </p:txBody>
      </p:sp>
      <p:sp>
        <p:nvSpPr>
          <p:cNvPr id="5" name="圆角矩形 4"/>
          <p:cNvSpPr/>
          <p:nvPr>
            <p:custDataLst>
              <p:tags r:id="rId3"/>
            </p:custDataLst>
          </p:nvPr>
        </p:nvSpPr>
        <p:spPr>
          <a:xfrm>
            <a:off x="4784725" y="4558665"/>
            <a:ext cx="3103245" cy="4984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8A2F6"/>
              </a:gs>
              <a:gs pos="100000">
                <a:srgbClr val="266FE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4980305" y="4623435"/>
            <a:ext cx="2743200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zh-CN" b="1" dirty="0">
                <a:solidFill>
                  <a:schemeClr val="bg1"/>
                </a:solidFill>
                <a:latin typeface="Kaiti SC Bold" charset="0"/>
                <a:ea typeface="Kaiti SC Bold" charset="0"/>
                <a:cs typeface="+mn-ea"/>
                <a:sym typeface="+mn-lt"/>
              </a:rPr>
              <a:t>智能体应用初探专项实战</a:t>
            </a:r>
            <a:endParaRPr lang="zh-CN" altLang="zh-CN" b="1" dirty="0">
              <a:solidFill>
                <a:schemeClr val="bg1"/>
              </a:solidFill>
              <a:latin typeface="Kaiti SC Bold" charset="0"/>
              <a:ea typeface="Kaiti SC Bold" charset="0"/>
              <a:cs typeface="+mn-ea"/>
              <a:sym typeface="+mn-lt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425" y="1602105"/>
            <a:ext cx="6863715" cy="4776470"/>
          </a:xfrm>
          <a:prstGeom prst="rect">
            <a:avLst/>
          </a:prstGeom>
          <a:noFill/>
        </p:spPr>
      </p:pic>
      <p:sp>
        <p:nvSpPr>
          <p:cNvPr id="2" name="文本框 1"/>
          <p:cNvSpPr txBox="1"/>
          <p:nvPr/>
        </p:nvSpPr>
        <p:spPr>
          <a:xfrm>
            <a:off x="1362075" y="624840"/>
            <a:ext cx="35794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accent1">
                    <a:lumMod val="75000"/>
                  </a:schemeClr>
                </a:solidFill>
              </a:rPr>
              <a:t>情境导入</a:t>
            </a:r>
            <a:endParaRPr lang="zh-CN" alt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509510" y="3428960"/>
            <a:ext cx="4239259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{{image: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introduction_image}}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311390" y="1715729"/>
            <a:ext cx="4635500" cy="37255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9890" y="1715770"/>
            <a:ext cx="6534785" cy="36290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algn="l" fontAlgn="auto">
              <a:lnSpc>
                <a:spcPct val="150000"/>
              </a:lnSpc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某物流分拣中心每天处理上万件包裹，现有系统按固定流程操作。经理想引入新系统，让系统自己判断处理条码污损、易碎品等异常情况，并能根据实时车流调整分拣优先级。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3535045" y="1271270"/>
            <a:ext cx="803402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同样是自动化，工作流和智能体有什么区别？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新系统需要具备什么功能才能在企业中稳定工作？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如何用自己的话对系统下指令来实现经理的想法？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362075" y="624840"/>
            <a:ext cx="2098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accent1">
                    <a:lumMod val="75000"/>
                  </a:schemeClr>
                </a:solidFill>
              </a:rPr>
              <a:t>思考一下</a:t>
            </a:r>
            <a:endParaRPr lang="zh-CN" alt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140" y="2500630"/>
            <a:ext cx="1237615" cy="2721610"/>
          </a:xfrm>
          <a:prstGeom prst="rect">
            <a:avLst/>
          </a:prstGeom>
        </p:spPr>
      </p:pic>
      <p:pic>
        <p:nvPicPr>
          <p:cNvPr id="7" name="图片 6" descr="31393935333436303b31393936353336343bcecabac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81045" y="562242"/>
            <a:ext cx="771525" cy="77152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5457190" y="2889947"/>
            <a:ext cx="4635500" cy="37255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{{image:thinking_image}}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39"/>
          <p:cNvSpPr txBox="1"/>
          <p:nvPr/>
        </p:nvSpPr>
        <p:spPr>
          <a:xfrm>
            <a:off x="642620" y="3124800"/>
            <a:ext cx="538289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任务一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设计并实现智能体工作流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107" name="椭圆 106"/>
          <p:cNvSpPr/>
          <p:nvPr/>
        </p:nvSpPr>
        <p:spPr>
          <a:xfrm>
            <a:off x="1812870" y="1985229"/>
            <a:ext cx="398145" cy="39814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4000" dirty="0">
              <a:latin typeface="Segoe UI" panose="020B0502040204020203" pitchFamily="34" charset="0"/>
              <a:ea typeface="微软雅黑" panose="020B0503020204020204" pitchFamily="34" charset="-122"/>
              <a:cs typeface="+mn-ea"/>
              <a:sym typeface="Segoe UI" panose="020B0502040204020203" pitchFamily="34" charset="0"/>
            </a:endParaRPr>
          </a:p>
        </p:txBody>
      </p:sp>
      <p:sp>
        <p:nvSpPr>
          <p:cNvPr id="99" name="椭圆 98"/>
          <p:cNvSpPr/>
          <p:nvPr/>
        </p:nvSpPr>
        <p:spPr>
          <a:xfrm>
            <a:off x="6315642" y="3786753"/>
            <a:ext cx="617635" cy="61763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4000" dirty="0">
              <a:latin typeface="Segoe UI" panose="020B0502040204020203" pitchFamily="34" charset="0"/>
              <a:ea typeface="微软雅黑" panose="020B0503020204020204" pitchFamily="34" charset="-122"/>
              <a:cs typeface="+mn-ea"/>
              <a:sym typeface="Segoe UI" panose="020B0502040204020203" pitchFamily="34" charset="0"/>
            </a:endParaRPr>
          </a:p>
        </p:txBody>
      </p:sp>
      <p:pic>
        <p:nvPicPr>
          <p:cNvPr id="90" name="图片 8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261" y="5867261"/>
            <a:ext cx="1714739" cy="990738"/>
          </a:xfrm>
          <a:prstGeom prst="rect">
            <a:avLst/>
          </a:prstGeom>
        </p:spPr>
      </p:pic>
      <p:sp>
        <p:nvSpPr>
          <p:cNvPr id="62" name="文本框 61"/>
          <p:cNvSpPr txBox="1"/>
          <p:nvPr/>
        </p:nvSpPr>
        <p:spPr>
          <a:xfrm>
            <a:off x="642406" y="657124"/>
            <a:ext cx="55899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任务一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131685" y="3532465"/>
            <a:ext cx="4239259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{{image:st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art_image}}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933565" y="1819234"/>
            <a:ext cx="4635500" cy="37255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64D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4D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30997"/>
            <a:chOff x="1019810" y="3241423"/>
            <a:chExt cx="5267818" cy="830997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30997"/>
            <a:chOff x="1019810" y="5599430"/>
            <a:chExt cx="4068621" cy="830997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</a:t>
              </a:r>
              <a:r>
                <a:rPr kumimoji="0" lang="zh-CN" altLang="en-US" sz="2800" b="0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储备</a:t>
              </a:r>
              <a:endPara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组合 46"/>
          <p:cNvGrpSpPr/>
          <p:nvPr>
            <p:custDataLst>
              <p:tags r:id="rId13"/>
            </p:custDataLst>
          </p:nvPr>
        </p:nvGrpSpPr>
        <p:grpSpPr>
          <a:xfrm>
            <a:off x="6645792" y="2466861"/>
            <a:ext cx="4068621" cy="830997"/>
            <a:chOff x="1019810" y="3241423"/>
            <a:chExt cx="4068621" cy="830997"/>
          </a:xfrm>
        </p:grpSpPr>
        <p:sp>
          <p:nvSpPr>
            <p:cNvPr id="48" name="文本框 47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3424938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任务实施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9" name="文本框 48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3241423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0" name="直接连接符 49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7"/>
            </p:custDataLst>
          </p:nvPr>
        </p:nvGrpSpPr>
        <p:grpSpPr>
          <a:xfrm>
            <a:off x="6645792" y="3379128"/>
            <a:ext cx="4068621" cy="830997"/>
            <a:chOff x="1019810" y="5599430"/>
            <a:chExt cx="4068621" cy="830997"/>
          </a:xfrm>
        </p:grpSpPr>
        <p:sp>
          <p:nvSpPr>
            <p:cNvPr id="56" name="文本框 55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任务小结</a:t>
              </a:r>
              <a:endPara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21"/>
            </p:custDataLst>
          </p:nvPr>
        </p:nvGrpSpPr>
        <p:grpSpPr>
          <a:xfrm>
            <a:off x="6645792" y="4262185"/>
            <a:ext cx="4068621" cy="830997"/>
            <a:chOff x="1019810" y="5599430"/>
            <a:chExt cx="4068621" cy="830997"/>
          </a:xfrm>
        </p:grpSpPr>
        <p:sp>
          <p:nvSpPr>
            <p:cNvPr id="60" name="文本框 59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 smtClean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文本框 6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任务一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任务一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设计并实现智能体工作流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9700895" y="621030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3006090" y="1358265"/>
            <a:ext cx="8279765" cy="17430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457200" algn="l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本任务旨在指导学员完成基于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RAGFlow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平台的智能问答助手搭建任务，并在项目中辨析智能体与工作流的概念，掌握二者的核心能力框架以及实际应用开发流程。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3" name="图片 12" descr="tasks_2029px_1205684_easyicon.ne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025" y="2726055"/>
            <a:ext cx="2023110" cy="202311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278000" y="792000"/>
            <a:ext cx="595312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描述</a:t>
            </a:r>
            <a:endParaRPr 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0" y="792000"/>
            <a:ext cx="90741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01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86150" y="3106738"/>
            <a:ext cx="261302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FFC000"/>
                </a:solidFill>
                <a:latin typeface="+mn-ea"/>
                <a:cs typeface="+mn-ea"/>
                <a:sym typeface="+mn-lt"/>
              </a:rPr>
              <a:t>任务</a:t>
            </a:r>
            <a:r>
              <a:rPr lang="zh-CN" altLang="en-US" sz="2400" b="1" dirty="0" smtClean="0">
                <a:solidFill>
                  <a:srgbClr val="FFC000"/>
                </a:solidFill>
                <a:latin typeface="+mn-ea"/>
                <a:cs typeface="+mn-ea"/>
                <a:sym typeface="+mn-lt"/>
              </a:rPr>
              <a:t>要求：</a:t>
            </a:r>
            <a:endParaRPr lang="zh-CN" altLang="en-US" sz="2400" b="1" dirty="0" smtClean="0">
              <a:solidFill>
                <a:srgbClr val="FFC000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06090" y="3567430"/>
            <a:ext cx="827976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能准确区分智能体与工作流的适用场景；</a:t>
            </a:r>
            <a:endParaRPr 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006000" y="4036060"/>
            <a:ext cx="827976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能根据任务特征做出合理的技术选型和搭配；</a:t>
            </a:r>
            <a:endParaRPr 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006000" y="4503600"/>
            <a:ext cx="827976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能根据实际场景编写有效的系统提示词；</a:t>
            </a:r>
            <a:endParaRPr 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006090" y="4971600"/>
            <a:ext cx="827976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能调整提示词和参数优化智能体；</a:t>
            </a:r>
            <a:endParaRPr 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006000" y="5439600"/>
            <a:ext cx="827976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能准确区分智能体与工作流的适用场景；</a:t>
            </a:r>
            <a:endParaRPr 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b="1" dirty="0">
                  <a:solidFill>
                    <a:srgbClr val="0064D2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b="1" dirty="0">
                <a:solidFill>
                  <a:srgbClr val="0064D2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储备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实施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小结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任务一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任务一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设计并实现智能体工作流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0780" y="1422400"/>
            <a:ext cx="265113" cy="265113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9" name="组合 2"/>
          <p:cNvGrpSpPr/>
          <p:nvPr/>
        </p:nvGrpSpPr>
        <p:grpSpPr>
          <a:xfrm>
            <a:off x="901700" y="1970405"/>
            <a:ext cx="3784600" cy="3206750"/>
            <a:chOff x="4542865" y="2599283"/>
            <a:chExt cx="3785291" cy="3205882"/>
          </a:xfrm>
        </p:grpSpPr>
        <p:sp>
          <p:nvSpPr>
            <p:cNvPr id="10" name="任意多边形: 形状 9"/>
            <p:cNvSpPr>
              <a:spLocks noChangeAspect="1"/>
            </p:cNvSpPr>
            <p:nvPr/>
          </p:nvSpPr>
          <p:spPr bwMode="auto">
            <a:xfrm>
              <a:off x="4542865" y="2599283"/>
              <a:ext cx="3105717" cy="3205882"/>
            </a:xfrm>
            <a:custGeom>
              <a:avLst/>
              <a:gdLst>
                <a:gd name="connsiteX0" fmla="*/ 1670165 w 3340338"/>
                <a:gd name="connsiteY0" fmla="*/ 895968 h 3448053"/>
                <a:gd name="connsiteX1" fmla="*/ 842107 w 3340338"/>
                <a:gd name="connsiteY1" fmla="*/ 1724026 h 3448053"/>
                <a:gd name="connsiteX2" fmla="*/ 1670165 w 3340338"/>
                <a:gd name="connsiteY2" fmla="*/ 2552084 h 3448053"/>
                <a:gd name="connsiteX3" fmla="*/ 2498223 w 3340338"/>
                <a:gd name="connsiteY3" fmla="*/ 1724026 h 3448053"/>
                <a:gd name="connsiteX4" fmla="*/ 1670165 w 3340338"/>
                <a:gd name="connsiteY4" fmla="*/ 895968 h 3448053"/>
                <a:gd name="connsiteX5" fmla="*/ 1670347 w 3340338"/>
                <a:gd name="connsiteY5" fmla="*/ 830419 h 3448053"/>
                <a:gd name="connsiteX6" fmla="*/ 2564891 w 3340338"/>
                <a:gd name="connsiteY6" fmla="*/ 1724288 h 3448053"/>
                <a:gd name="connsiteX7" fmla="*/ 1670347 w 3340338"/>
                <a:gd name="connsiteY7" fmla="*/ 2617629 h 3448053"/>
                <a:gd name="connsiteX8" fmla="*/ 775280 w 3340338"/>
                <a:gd name="connsiteY8" fmla="*/ 1724288 h 3448053"/>
                <a:gd name="connsiteX9" fmla="*/ 1670347 w 3340338"/>
                <a:gd name="connsiteY9" fmla="*/ 830419 h 3448053"/>
                <a:gd name="connsiteX10" fmla="*/ 1670347 w 3340338"/>
                <a:gd name="connsiteY10" fmla="*/ 598661 h 3448053"/>
                <a:gd name="connsiteX11" fmla="*/ 543023 w 3340338"/>
                <a:gd name="connsiteY11" fmla="*/ 1724288 h 3448053"/>
                <a:gd name="connsiteX12" fmla="*/ 1670347 w 3340338"/>
                <a:gd name="connsiteY12" fmla="*/ 2849392 h 3448053"/>
                <a:gd name="connsiteX13" fmla="*/ 2797148 w 3340338"/>
                <a:gd name="connsiteY13" fmla="*/ 1724288 h 3448053"/>
                <a:gd name="connsiteX14" fmla="*/ 1670347 w 3340338"/>
                <a:gd name="connsiteY14" fmla="*/ 598661 h 3448053"/>
                <a:gd name="connsiteX15" fmla="*/ 1383667 w 3340338"/>
                <a:gd name="connsiteY15" fmla="*/ 0 h 3448053"/>
                <a:gd name="connsiteX16" fmla="*/ 1956505 w 3340338"/>
                <a:gd name="connsiteY16" fmla="*/ 0 h 3448053"/>
                <a:gd name="connsiteX17" fmla="*/ 2192343 w 3340338"/>
                <a:gd name="connsiteY17" fmla="*/ 235487 h 3448053"/>
                <a:gd name="connsiteX18" fmla="*/ 2192343 w 3340338"/>
                <a:gd name="connsiteY18" fmla="*/ 478302 h 3448053"/>
                <a:gd name="connsiteX19" fmla="*/ 2484789 w 3340338"/>
                <a:gd name="connsiteY19" fmla="*/ 652038 h 3448053"/>
                <a:gd name="connsiteX20" fmla="*/ 2699667 w 3340338"/>
                <a:gd name="connsiteY20" fmla="*/ 528013 h 3448053"/>
                <a:gd name="connsiteX21" fmla="*/ 2817586 w 3340338"/>
                <a:gd name="connsiteY21" fmla="*/ 496620 h 3448053"/>
                <a:gd name="connsiteX22" fmla="*/ 3022504 w 3340338"/>
                <a:gd name="connsiteY22" fmla="*/ 614363 h 3448053"/>
                <a:gd name="connsiteX23" fmla="*/ 3308662 w 3340338"/>
                <a:gd name="connsiteY23" fmla="*/ 1109408 h 3448053"/>
                <a:gd name="connsiteX24" fmla="*/ 3332243 w 3340338"/>
                <a:gd name="connsiteY24" fmla="*/ 1288374 h 3448053"/>
                <a:gd name="connsiteX25" fmla="*/ 3222186 w 3340338"/>
                <a:gd name="connsiteY25" fmla="*/ 1431240 h 3448053"/>
                <a:gd name="connsiteX26" fmla="*/ 3005733 w 3340338"/>
                <a:gd name="connsiteY26" fmla="*/ 1556306 h 3448053"/>
                <a:gd name="connsiteX27" fmla="*/ 3023027 w 3340338"/>
                <a:gd name="connsiteY27" fmla="*/ 1724288 h 3448053"/>
                <a:gd name="connsiteX28" fmla="*/ 3005733 w 3340338"/>
                <a:gd name="connsiteY28" fmla="*/ 1891748 h 3448053"/>
                <a:gd name="connsiteX29" fmla="*/ 3222186 w 3340338"/>
                <a:gd name="connsiteY29" fmla="*/ 2016814 h 3448053"/>
                <a:gd name="connsiteX30" fmla="*/ 3308662 w 3340338"/>
                <a:gd name="connsiteY30" fmla="*/ 2338651 h 3448053"/>
                <a:gd name="connsiteX31" fmla="*/ 3022504 w 3340338"/>
                <a:gd name="connsiteY31" fmla="*/ 2833696 h 3448053"/>
                <a:gd name="connsiteX32" fmla="*/ 2878905 w 3340338"/>
                <a:gd name="connsiteY32" fmla="*/ 2943588 h 3448053"/>
                <a:gd name="connsiteX33" fmla="*/ 2818109 w 3340338"/>
                <a:gd name="connsiteY33" fmla="*/ 2951439 h 3448053"/>
                <a:gd name="connsiteX34" fmla="*/ 2699667 w 3340338"/>
                <a:gd name="connsiteY34" fmla="*/ 2920041 h 3448053"/>
                <a:gd name="connsiteX35" fmla="*/ 2484789 w 3340338"/>
                <a:gd name="connsiteY35" fmla="*/ 2796015 h 3448053"/>
                <a:gd name="connsiteX36" fmla="*/ 2192343 w 3340338"/>
                <a:gd name="connsiteY36" fmla="*/ 2970280 h 3448053"/>
                <a:gd name="connsiteX37" fmla="*/ 2192343 w 3340338"/>
                <a:gd name="connsiteY37" fmla="*/ 3212566 h 3448053"/>
                <a:gd name="connsiteX38" fmla="*/ 1956505 w 3340338"/>
                <a:gd name="connsiteY38" fmla="*/ 3448053 h 3448053"/>
                <a:gd name="connsiteX39" fmla="*/ 1383667 w 3340338"/>
                <a:gd name="connsiteY39" fmla="*/ 3448053 h 3448053"/>
                <a:gd name="connsiteX40" fmla="*/ 1147828 w 3340338"/>
                <a:gd name="connsiteY40" fmla="*/ 3212566 h 3448053"/>
                <a:gd name="connsiteX41" fmla="*/ 1147828 w 3340338"/>
                <a:gd name="connsiteY41" fmla="*/ 2970280 h 3448053"/>
                <a:gd name="connsiteX42" fmla="*/ 854860 w 3340338"/>
                <a:gd name="connsiteY42" fmla="*/ 2796015 h 3448053"/>
                <a:gd name="connsiteX43" fmla="*/ 639981 w 3340338"/>
                <a:gd name="connsiteY43" fmla="*/ 2920041 h 3448053"/>
                <a:gd name="connsiteX44" fmla="*/ 522062 w 3340338"/>
                <a:gd name="connsiteY44" fmla="*/ 2951439 h 3448053"/>
                <a:gd name="connsiteX45" fmla="*/ 460743 w 3340338"/>
                <a:gd name="connsiteY45" fmla="*/ 2943588 h 3448053"/>
                <a:gd name="connsiteX46" fmla="*/ 318190 w 3340338"/>
                <a:gd name="connsiteY46" fmla="*/ 2833696 h 3448053"/>
                <a:gd name="connsiteX47" fmla="*/ 31509 w 3340338"/>
                <a:gd name="connsiteY47" fmla="*/ 2338122 h 3448053"/>
                <a:gd name="connsiteX48" fmla="*/ 117985 w 3340338"/>
                <a:gd name="connsiteY48" fmla="*/ 2016291 h 3448053"/>
                <a:gd name="connsiteX49" fmla="*/ 334438 w 3340338"/>
                <a:gd name="connsiteY49" fmla="*/ 1891748 h 3448053"/>
                <a:gd name="connsiteX50" fmla="*/ 317144 w 3340338"/>
                <a:gd name="connsiteY50" fmla="*/ 1724288 h 3448053"/>
                <a:gd name="connsiteX51" fmla="*/ 334438 w 3340338"/>
                <a:gd name="connsiteY51" fmla="*/ 1556306 h 3448053"/>
                <a:gd name="connsiteX52" fmla="*/ 117985 w 3340338"/>
                <a:gd name="connsiteY52" fmla="*/ 1431240 h 3448053"/>
                <a:gd name="connsiteX53" fmla="*/ 31509 w 3340338"/>
                <a:gd name="connsiteY53" fmla="*/ 1109408 h 3448053"/>
                <a:gd name="connsiteX54" fmla="*/ 318190 w 3340338"/>
                <a:gd name="connsiteY54" fmla="*/ 614363 h 3448053"/>
                <a:gd name="connsiteX55" fmla="*/ 460743 w 3340338"/>
                <a:gd name="connsiteY55" fmla="*/ 504465 h 3448053"/>
                <a:gd name="connsiteX56" fmla="*/ 522062 w 3340338"/>
                <a:gd name="connsiteY56" fmla="*/ 496620 h 3448053"/>
                <a:gd name="connsiteX57" fmla="*/ 639981 w 3340338"/>
                <a:gd name="connsiteY57" fmla="*/ 528013 h 3448053"/>
                <a:gd name="connsiteX58" fmla="*/ 854860 w 3340338"/>
                <a:gd name="connsiteY58" fmla="*/ 652038 h 3448053"/>
                <a:gd name="connsiteX59" fmla="*/ 1147828 w 3340338"/>
                <a:gd name="connsiteY59" fmla="*/ 478302 h 3448053"/>
                <a:gd name="connsiteX60" fmla="*/ 1147828 w 3340338"/>
                <a:gd name="connsiteY60" fmla="*/ 235487 h 3448053"/>
                <a:gd name="connsiteX61" fmla="*/ 1383667 w 3340338"/>
                <a:gd name="connsiteY61" fmla="*/ 0 h 3448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40338" h="3448053">
                  <a:moveTo>
                    <a:pt x="1670165" y="895968"/>
                  </a:moveTo>
                  <a:cubicBezTo>
                    <a:pt x="1212841" y="895968"/>
                    <a:pt x="842107" y="1266702"/>
                    <a:pt x="842107" y="1724026"/>
                  </a:cubicBezTo>
                  <a:cubicBezTo>
                    <a:pt x="842107" y="2181350"/>
                    <a:pt x="1212841" y="2552084"/>
                    <a:pt x="1670165" y="2552084"/>
                  </a:cubicBezTo>
                  <a:cubicBezTo>
                    <a:pt x="2127489" y="2552084"/>
                    <a:pt x="2498223" y="2181350"/>
                    <a:pt x="2498223" y="1724026"/>
                  </a:cubicBezTo>
                  <a:cubicBezTo>
                    <a:pt x="2498223" y="1266702"/>
                    <a:pt x="2127489" y="895968"/>
                    <a:pt x="1670165" y="895968"/>
                  </a:cubicBezTo>
                  <a:close/>
                  <a:moveTo>
                    <a:pt x="1670347" y="830419"/>
                  </a:moveTo>
                  <a:cubicBezTo>
                    <a:pt x="2163475" y="830419"/>
                    <a:pt x="2564891" y="1231301"/>
                    <a:pt x="2564891" y="1724288"/>
                  </a:cubicBezTo>
                  <a:cubicBezTo>
                    <a:pt x="2564891" y="2216752"/>
                    <a:pt x="2163475" y="2617629"/>
                    <a:pt x="1670347" y="2617629"/>
                  </a:cubicBezTo>
                  <a:cubicBezTo>
                    <a:pt x="1176696" y="2617629"/>
                    <a:pt x="775280" y="2216752"/>
                    <a:pt x="775280" y="1724288"/>
                  </a:cubicBezTo>
                  <a:cubicBezTo>
                    <a:pt x="775280" y="1231301"/>
                    <a:pt x="1176696" y="830419"/>
                    <a:pt x="1670347" y="830419"/>
                  </a:cubicBezTo>
                  <a:close/>
                  <a:moveTo>
                    <a:pt x="1670347" y="598661"/>
                  </a:moveTo>
                  <a:cubicBezTo>
                    <a:pt x="1048777" y="598661"/>
                    <a:pt x="543023" y="1103649"/>
                    <a:pt x="543023" y="1724288"/>
                  </a:cubicBezTo>
                  <a:cubicBezTo>
                    <a:pt x="543023" y="2344927"/>
                    <a:pt x="1048777" y="2849392"/>
                    <a:pt x="1670347" y="2849392"/>
                  </a:cubicBezTo>
                  <a:cubicBezTo>
                    <a:pt x="2291394" y="2849392"/>
                    <a:pt x="2797148" y="2344927"/>
                    <a:pt x="2797148" y="1724288"/>
                  </a:cubicBezTo>
                  <a:cubicBezTo>
                    <a:pt x="2797148" y="1103649"/>
                    <a:pt x="2291394" y="598661"/>
                    <a:pt x="1670347" y="598661"/>
                  </a:cubicBezTo>
                  <a:close/>
                  <a:moveTo>
                    <a:pt x="1383667" y="0"/>
                  </a:moveTo>
                  <a:lnTo>
                    <a:pt x="1956505" y="0"/>
                  </a:lnTo>
                  <a:cubicBezTo>
                    <a:pt x="2086476" y="0"/>
                    <a:pt x="2192343" y="105185"/>
                    <a:pt x="2192343" y="235487"/>
                  </a:cubicBezTo>
                  <a:lnTo>
                    <a:pt x="2192343" y="478302"/>
                  </a:lnTo>
                  <a:cubicBezTo>
                    <a:pt x="2298211" y="522782"/>
                    <a:pt x="2394641" y="583488"/>
                    <a:pt x="2484789" y="652038"/>
                  </a:cubicBezTo>
                  <a:lnTo>
                    <a:pt x="2699667" y="528013"/>
                  </a:lnTo>
                  <a:cubicBezTo>
                    <a:pt x="2736875" y="506557"/>
                    <a:pt x="2777757" y="496620"/>
                    <a:pt x="2817586" y="496620"/>
                  </a:cubicBezTo>
                  <a:cubicBezTo>
                    <a:pt x="2899343" y="496620"/>
                    <a:pt x="2978479" y="539002"/>
                    <a:pt x="3022504" y="614363"/>
                  </a:cubicBezTo>
                  <a:lnTo>
                    <a:pt x="3308662" y="1109408"/>
                  </a:lnTo>
                  <a:cubicBezTo>
                    <a:pt x="3340106" y="1163831"/>
                    <a:pt x="3348491" y="1228197"/>
                    <a:pt x="3332243" y="1288374"/>
                  </a:cubicBezTo>
                  <a:cubicBezTo>
                    <a:pt x="3315995" y="1348556"/>
                    <a:pt x="3276166" y="1399841"/>
                    <a:pt x="3222186" y="1431240"/>
                  </a:cubicBezTo>
                  <a:lnTo>
                    <a:pt x="3005733" y="1556306"/>
                  </a:lnTo>
                  <a:cubicBezTo>
                    <a:pt x="3013073" y="1611781"/>
                    <a:pt x="3023027" y="1666727"/>
                    <a:pt x="3023027" y="1724288"/>
                  </a:cubicBezTo>
                  <a:cubicBezTo>
                    <a:pt x="3023027" y="1781855"/>
                    <a:pt x="3013073" y="1836278"/>
                    <a:pt x="3005733" y="1891748"/>
                  </a:cubicBezTo>
                  <a:lnTo>
                    <a:pt x="3222186" y="2016814"/>
                  </a:lnTo>
                  <a:cubicBezTo>
                    <a:pt x="3334864" y="2081709"/>
                    <a:pt x="3373648" y="2225615"/>
                    <a:pt x="3308662" y="2338651"/>
                  </a:cubicBezTo>
                  <a:lnTo>
                    <a:pt x="3022504" y="2833696"/>
                  </a:lnTo>
                  <a:cubicBezTo>
                    <a:pt x="2991060" y="2888119"/>
                    <a:pt x="2939173" y="2927369"/>
                    <a:pt x="2878905" y="2943588"/>
                  </a:cubicBezTo>
                  <a:cubicBezTo>
                    <a:pt x="2858991" y="2948824"/>
                    <a:pt x="2838547" y="2951439"/>
                    <a:pt x="2818109" y="2951439"/>
                  </a:cubicBezTo>
                  <a:cubicBezTo>
                    <a:pt x="2776705" y="2951439"/>
                    <a:pt x="2735829" y="2940973"/>
                    <a:pt x="2699667" y="2920041"/>
                  </a:cubicBezTo>
                  <a:lnTo>
                    <a:pt x="2484789" y="2796015"/>
                  </a:lnTo>
                  <a:cubicBezTo>
                    <a:pt x="2394641" y="2864571"/>
                    <a:pt x="2298211" y="2925794"/>
                    <a:pt x="2192343" y="2970280"/>
                  </a:cubicBezTo>
                  <a:lnTo>
                    <a:pt x="2192343" y="3212566"/>
                  </a:lnTo>
                  <a:cubicBezTo>
                    <a:pt x="2192343" y="3342868"/>
                    <a:pt x="2086476" y="3448053"/>
                    <a:pt x="1956505" y="3448053"/>
                  </a:cubicBezTo>
                  <a:lnTo>
                    <a:pt x="1383667" y="3448053"/>
                  </a:lnTo>
                  <a:cubicBezTo>
                    <a:pt x="1253172" y="3448053"/>
                    <a:pt x="1147828" y="3342868"/>
                    <a:pt x="1147828" y="3212566"/>
                  </a:cubicBezTo>
                  <a:lnTo>
                    <a:pt x="1147828" y="2970280"/>
                  </a:lnTo>
                  <a:cubicBezTo>
                    <a:pt x="1041437" y="2925794"/>
                    <a:pt x="946054" y="2864571"/>
                    <a:pt x="854860" y="2796015"/>
                  </a:cubicBezTo>
                  <a:lnTo>
                    <a:pt x="639981" y="2920041"/>
                  </a:lnTo>
                  <a:cubicBezTo>
                    <a:pt x="603819" y="2940973"/>
                    <a:pt x="563466" y="2951439"/>
                    <a:pt x="522062" y="2951439"/>
                  </a:cubicBezTo>
                  <a:cubicBezTo>
                    <a:pt x="501624" y="2951439"/>
                    <a:pt x="481181" y="2948824"/>
                    <a:pt x="460743" y="2943588"/>
                  </a:cubicBezTo>
                  <a:cubicBezTo>
                    <a:pt x="400999" y="2927369"/>
                    <a:pt x="349111" y="2888119"/>
                    <a:pt x="318190" y="2833696"/>
                  </a:cubicBezTo>
                  <a:lnTo>
                    <a:pt x="31509" y="2338122"/>
                  </a:lnTo>
                  <a:cubicBezTo>
                    <a:pt x="-33477" y="2225615"/>
                    <a:pt x="5307" y="2081709"/>
                    <a:pt x="117985" y="2016291"/>
                  </a:cubicBezTo>
                  <a:lnTo>
                    <a:pt x="334438" y="1891748"/>
                  </a:lnTo>
                  <a:cubicBezTo>
                    <a:pt x="327098" y="1836278"/>
                    <a:pt x="317144" y="1781855"/>
                    <a:pt x="317144" y="1724288"/>
                  </a:cubicBezTo>
                  <a:cubicBezTo>
                    <a:pt x="317144" y="1666727"/>
                    <a:pt x="327098" y="1611781"/>
                    <a:pt x="334438" y="1556306"/>
                  </a:cubicBezTo>
                  <a:lnTo>
                    <a:pt x="117985" y="1431240"/>
                  </a:lnTo>
                  <a:cubicBezTo>
                    <a:pt x="5307" y="1366350"/>
                    <a:pt x="-33477" y="1222438"/>
                    <a:pt x="31509" y="1109408"/>
                  </a:cubicBezTo>
                  <a:lnTo>
                    <a:pt x="318190" y="614363"/>
                  </a:lnTo>
                  <a:cubicBezTo>
                    <a:pt x="349111" y="559934"/>
                    <a:pt x="400999" y="520690"/>
                    <a:pt x="460743" y="504465"/>
                  </a:cubicBezTo>
                  <a:cubicBezTo>
                    <a:pt x="481181" y="499235"/>
                    <a:pt x="501624" y="496620"/>
                    <a:pt x="522062" y="496620"/>
                  </a:cubicBezTo>
                  <a:cubicBezTo>
                    <a:pt x="562943" y="496620"/>
                    <a:pt x="603819" y="507080"/>
                    <a:pt x="639981" y="528013"/>
                  </a:cubicBezTo>
                  <a:lnTo>
                    <a:pt x="854860" y="652038"/>
                  </a:lnTo>
                  <a:cubicBezTo>
                    <a:pt x="946054" y="583488"/>
                    <a:pt x="1041961" y="522782"/>
                    <a:pt x="1147828" y="478302"/>
                  </a:cubicBezTo>
                  <a:lnTo>
                    <a:pt x="1147828" y="235487"/>
                  </a:lnTo>
                  <a:cubicBezTo>
                    <a:pt x="1147828" y="105185"/>
                    <a:pt x="1253172" y="0"/>
                    <a:pt x="1383667" y="0"/>
                  </a:cubicBezTo>
                  <a:close/>
                </a:path>
              </a:pathLst>
            </a:custGeom>
            <a:gradFill>
              <a:gsLst>
                <a:gs pos="0">
                  <a:srgbClr val="174EA3"/>
                </a:gs>
                <a:gs pos="100000">
                  <a:srgbClr val="0070C0"/>
                </a:gs>
              </a:gsLst>
              <a:lin ang="5400000" scaled="1"/>
            </a:gra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1" name="组合 30"/>
            <p:cNvGrpSpPr/>
            <p:nvPr/>
          </p:nvGrpSpPr>
          <p:grpSpPr>
            <a:xfrm>
              <a:off x="7320086" y="3212985"/>
              <a:ext cx="1008070" cy="1993158"/>
              <a:chOff x="7275253" y="2863258"/>
              <a:chExt cx="1341688" cy="2281148"/>
            </a:xfrm>
          </p:grpSpPr>
          <p:sp>
            <p:nvSpPr>
              <p:cNvPr id="12" name="Shape 6928"/>
              <p:cNvSpPr/>
              <p:nvPr/>
            </p:nvSpPr>
            <p:spPr>
              <a:xfrm flipH="1">
                <a:off x="7444080" y="2863824"/>
                <a:ext cx="1172861" cy="0"/>
              </a:xfrm>
              <a:prstGeom prst="line">
                <a:avLst/>
              </a:prstGeom>
              <a:ln w="6350">
                <a:solidFill>
                  <a:srgbClr val="FFFFFF">
                    <a:lumMod val="65000"/>
                  </a:srgbClr>
                </a:solidFill>
                <a:prstDash val="dash"/>
                <a:miter lim="400000"/>
                <a:headEnd type="triangle"/>
              </a:ln>
            </p:spPr>
            <p:txBody>
              <a:bodyPr lIns="0" tIns="0" rIns="0" bIns="0"/>
              <a:lstStyle/>
              <a:p>
                <a:pPr marL="0" marR="0" lvl="0" indent="0" algn="l" defTabSz="57594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kumimoji="0" sz="16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Helvetica"/>
                  <a:sym typeface="Helvetica"/>
                </a:endParaRPr>
              </a:p>
            </p:txBody>
          </p:sp>
          <p:sp>
            <p:nvSpPr>
              <p:cNvPr id="13" name="Shape 6929"/>
              <p:cNvSpPr/>
              <p:nvPr/>
            </p:nvSpPr>
            <p:spPr>
              <a:xfrm flipH="1">
                <a:off x="7275019" y="5145203"/>
                <a:ext cx="1341922" cy="0"/>
              </a:xfrm>
              <a:prstGeom prst="line">
                <a:avLst/>
              </a:prstGeom>
              <a:ln w="6350">
                <a:solidFill>
                  <a:srgbClr val="FFFFFF">
                    <a:lumMod val="65000"/>
                  </a:srgbClr>
                </a:solidFill>
                <a:prstDash val="dash"/>
                <a:miter lim="400000"/>
                <a:headEnd type="triangle"/>
              </a:ln>
            </p:spPr>
            <p:txBody>
              <a:bodyPr lIns="0" tIns="0" rIns="0" bIns="0"/>
              <a:lstStyle/>
              <a:p>
                <a:pPr marL="0" marR="0" lvl="0" indent="0" algn="l" defTabSz="57594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kumimoji="0" sz="16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Helvetica"/>
                  <a:sym typeface="Helvetica"/>
                </a:endParaRPr>
              </a:p>
            </p:txBody>
          </p:sp>
        </p:grpSp>
      </p:grpSp>
      <p:sp>
        <p:nvSpPr>
          <p:cNvPr id="16" name="Freeform 870"/>
          <p:cNvSpPr>
            <a:spLocks noEditPoints="1"/>
          </p:cNvSpPr>
          <p:nvPr/>
        </p:nvSpPr>
        <p:spPr bwMode="auto">
          <a:xfrm>
            <a:off x="1967230" y="3126740"/>
            <a:ext cx="974090" cy="894080"/>
          </a:xfrm>
          <a:custGeom>
            <a:avLst/>
            <a:gdLst>
              <a:gd name="T0" fmla="*/ 196 w 290"/>
              <a:gd name="T1" fmla="*/ 9 h 266"/>
              <a:gd name="T2" fmla="*/ 251 w 290"/>
              <a:gd name="T3" fmla="*/ 22 h 266"/>
              <a:gd name="T4" fmla="*/ 266 w 290"/>
              <a:gd name="T5" fmla="*/ 6 h 266"/>
              <a:gd name="T6" fmla="*/ 273 w 290"/>
              <a:gd name="T7" fmla="*/ 86 h 266"/>
              <a:gd name="T8" fmla="*/ 214 w 290"/>
              <a:gd name="T9" fmla="*/ 130 h 266"/>
              <a:gd name="T10" fmla="*/ 214 w 290"/>
              <a:gd name="T11" fmla="*/ 142 h 266"/>
              <a:gd name="T12" fmla="*/ 169 w 290"/>
              <a:gd name="T13" fmla="*/ 170 h 266"/>
              <a:gd name="T14" fmla="*/ 98 w 290"/>
              <a:gd name="T15" fmla="*/ 249 h 266"/>
              <a:gd name="T16" fmla="*/ 62 w 290"/>
              <a:gd name="T17" fmla="*/ 261 h 266"/>
              <a:gd name="T18" fmla="*/ 14 w 290"/>
              <a:gd name="T19" fmla="*/ 166 h 266"/>
              <a:gd name="T20" fmla="*/ 61 w 290"/>
              <a:gd name="T21" fmla="*/ 130 h 266"/>
              <a:gd name="T22" fmla="*/ 106 w 290"/>
              <a:gd name="T23" fmla="*/ 93 h 266"/>
              <a:gd name="T24" fmla="*/ 151 w 290"/>
              <a:gd name="T25" fmla="*/ 61 h 266"/>
              <a:gd name="T26" fmla="*/ 196 w 290"/>
              <a:gd name="T27" fmla="*/ 9 h 266"/>
              <a:gd name="T28" fmla="*/ 204 w 290"/>
              <a:gd name="T29" fmla="*/ 17 h 266"/>
              <a:gd name="T30" fmla="*/ 165 w 290"/>
              <a:gd name="T31" fmla="*/ 65 h 266"/>
              <a:gd name="T32" fmla="*/ 196 w 290"/>
              <a:gd name="T33" fmla="*/ 83 h 266"/>
              <a:gd name="T34" fmla="*/ 242 w 290"/>
              <a:gd name="T35" fmla="*/ 31 h 266"/>
              <a:gd name="T36" fmla="*/ 204 w 290"/>
              <a:gd name="T37" fmla="*/ 17 h 266"/>
              <a:gd name="T38" fmla="*/ 202 w 290"/>
              <a:gd name="T39" fmla="*/ 92 h 266"/>
              <a:gd name="T40" fmla="*/ 212 w 290"/>
              <a:gd name="T41" fmla="*/ 116 h 266"/>
              <a:gd name="T42" fmla="*/ 265 w 290"/>
              <a:gd name="T43" fmla="*/ 77 h 266"/>
              <a:gd name="T44" fmla="*/ 265 w 290"/>
              <a:gd name="T45" fmla="*/ 25 h 266"/>
              <a:gd name="T46" fmla="*/ 202 w 290"/>
              <a:gd name="T47" fmla="*/ 92 h 266"/>
              <a:gd name="T48" fmla="*/ 124 w 290"/>
              <a:gd name="T49" fmla="*/ 102 h 266"/>
              <a:gd name="T50" fmla="*/ 54 w 290"/>
              <a:gd name="T51" fmla="*/ 148 h 266"/>
              <a:gd name="T52" fmla="*/ 81 w 290"/>
              <a:gd name="T53" fmla="*/ 194 h 266"/>
              <a:gd name="T54" fmla="*/ 94 w 290"/>
              <a:gd name="T55" fmla="*/ 190 h 266"/>
              <a:gd name="T56" fmla="*/ 83 w 290"/>
              <a:gd name="T57" fmla="*/ 162 h 266"/>
              <a:gd name="T58" fmla="*/ 159 w 290"/>
              <a:gd name="T59" fmla="*/ 110 h 266"/>
              <a:gd name="T60" fmla="*/ 124 w 290"/>
              <a:gd name="T61" fmla="*/ 102 h 266"/>
              <a:gd name="T62" fmla="*/ 98 w 290"/>
              <a:gd name="T63" fmla="*/ 166 h 266"/>
              <a:gd name="T64" fmla="*/ 108 w 290"/>
              <a:gd name="T65" fmla="*/ 218 h 266"/>
              <a:gd name="T66" fmla="*/ 178 w 290"/>
              <a:gd name="T67" fmla="*/ 145 h 266"/>
              <a:gd name="T68" fmla="*/ 168 w 290"/>
              <a:gd name="T69" fmla="*/ 121 h 266"/>
              <a:gd name="T70" fmla="*/ 98 w 290"/>
              <a:gd name="T71" fmla="*/ 166 h 266"/>
              <a:gd name="T72" fmla="*/ 25 w 290"/>
              <a:gd name="T73" fmla="*/ 171 h 266"/>
              <a:gd name="T74" fmla="*/ 61 w 290"/>
              <a:gd name="T75" fmla="*/ 249 h 266"/>
              <a:gd name="T76" fmla="*/ 87 w 290"/>
              <a:gd name="T77" fmla="*/ 244 h 266"/>
              <a:gd name="T78" fmla="*/ 96 w 290"/>
              <a:gd name="T79" fmla="*/ 199 h 266"/>
              <a:gd name="T80" fmla="*/ 67 w 290"/>
              <a:gd name="T81" fmla="*/ 225 h 266"/>
              <a:gd name="T82" fmla="*/ 34 w 290"/>
              <a:gd name="T83" fmla="*/ 197 h 266"/>
              <a:gd name="T84" fmla="*/ 64 w 290"/>
              <a:gd name="T85" fmla="*/ 175 h 266"/>
              <a:gd name="T86" fmla="*/ 39 w 290"/>
              <a:gd name="T87" fmla="*/ 156 h 266"/>
              <a:gd name="T88" fmla="*/ 25 w 290"/>
              <a:gd name="T89" fmla="*/ 171 h 266"/>
              <a:gd name="T90" fmla="*/ 46 w 290"/>
              <a:gd name="T91" fmla="*/ 202 h 266"/>
              <a:gd name="T92" fmla="*/ 64 w 290"/>
              <a:gd name="T93" fmla="*/ 218 h 266"/>
              <a:gd name="T94" fmla="*/ 68 w 290"/>
              <a:gd name="T95" fmla="*/ 187 h 266"/>
              <a:gd name="T96" fmla="*/ 46 w 290"/>
              <a:gd name="T97" fmla="*/ 202 h 266"/>
              <a:gd name="T98" fmla="*/ 188 w 290"/>
              <a:gd name="T99" fmla="*/ 175 h 266"/>
              <a:gd name="T100" fmla="*/ 208 w 290"/>
              <a:gd name="T101" fmla="*/ 263 h 266"/>
              <a:gd name="T102" fmla="*/ 213 w 290"/>
              <a:gd name="T103" fmla="*/ 241 h 266"/>
              <a:gd name="T104" fmla="*/ 232 w 290"/>
              <a:gd name="T105" fmla="*/ 246 h 266"/>
              <a:gd name="T106" fmla="*/ 206 w 290"/>
              <a:gd name="T107" fmla="*/ 180 h 266"/>
              <a:gd name="T108" fmla="*/ 218 w 290"/>
              <a:gd name="T109" fmla="*/ 148 h 266"/>
              <a:gd name="T110" fmla="*/ 188 w 290"/>
              <a:gd name="T111" fmla="*/ 175 h 266"/>
              <a:gd name="T112" fmla="*/ 210 w 290"/>
              <a:gd name="T113" fmla="*/ 184 h 266"/>
              <a:gd name="T114" fmla="*/ 270 w 290"/>
              <a:gd name="T115" fmla="*/ 228 h 266"/>
              <a:gd name="T116" fmla="*/ 260 w 290"/>
              <a:gd name="T117" fmla="*/ 206 h 266"/>
              <a:gd name="T118" fmla="*/ 280 w 290"/>
              <a:gd name="T119" fmla="*/ 200 h 266"/>
              <a:gd name="T120" fmla="*/ 224 w 290"/>
              <a:gd name="T121" fmla="*/ 167 h 266"/>
              <a:gd name="T122" fmla="*/ 210 w 290"/>
              <a:gd name="T123" fmla="*/ 184 h 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290" h="266">
                <a:moveTo>
                  <a:pt x="196" y="9"/>
                </a:moveTo>
                <a:cubicBezTo>
                  <a:pt x="215" y="0"/>
                  <a:pt x="236" y="10"/>
                  <a:pt x="251" y="22"/>
                </a:cubicBezTo>
                <a:cubicBezTo>
                  <a:pt x="256" y="17"/>
                  <a:pt x="261" y="12"/>
                  <a:pt x="266" y="6"/>
                </a:cubicBezTo>
                <a:cubicBezTo>
                  <a:pt x="283" y="28"/>
                  <a:pt x="290" y="63"/>
                  <a:pt x="273" y="86"/>
                </a:cubicBezTo>
                <a:cubicBezTo>
                  <a:pt x="254" y="102"/>
                  <a:pt x="233" y="115"/>
                  <a:pt x="214" y="130"/>
                </a:cubicBezTo>
                <a:cubicBezTo>
                  <a:pt x="214" y="133"/>
                  <a:pt x="214" y="139"/>
                  <a:pt x="214" y="142"/>
                </a:cubicBezTo>
                <a:cubicBezTo>
                  <a:pt x="200" y="153"/>
                  <a:pt x="189" y="172"/>
                  <a:pt x="169" y="170"/>
                </a:cubicBezTo>
                <a:cubicBezTo>
                  <a:pt x="143" y="194"/>
                  <a:pt x="120" y="222"/>
                  <a:pt x="98" y="249"/>
                </a:cubicBezTo>
                <a:cubicBezTo>
                  <a:pt x="90" y="260"/>
                  <a:pt x="75" y="266"/>
                  <a:pt x="62" y="261"/>
                </a:cubicBezTo>
                <a:cubicBezTo>
                  <a:pt x="23" y="250"/>
                  <a:pt x="0" y="204"/>
                  <a:pt x="14" y="166"/>
                </a:cubicBezTo>
                <a:cubicBezTo>
                  <a:pt x="22" y="146"/>
                  <a:pt x="45" y="142"/>
                  <a:pt x="61" y="130"/>
                </a:cubicBezTo>
                <a:cubicBezTo>
                  <a:pt x="77" y="119"/>
                  <a:pt x="98" y="112"/>
                  <a:pt x="106" y="93"/>
                </a:cubicBezTo>
                <a:cubicBezTo>
                  <a:pt x="118" y="78"/>
                  <a:pt x="133" y="65"/>
                  <a:pt x="151" y="61"/>
                </a:cubicBezTo>
                <a:cubicBezTo>
                  <a:pt x="169" y="46"/>
                  <a:pt x="181" y="26"/>
                  <a:pt x="196" y="9"/>
                </a:cubicBezTo>
                <a:close/>
                <a:moveTo>
                  <a:pt x="204" y="17"/>
                </a:moveTo>
                <a:cubicBezTo>
                  <a:pt x="192" y="33"/>
                  <a:pt x="179" y="50"/>
                  <a:pt x="165" y="65"/>
                </a:cubicBezTo>
                <a:cubicBezTo>
                  <a:pt x="176" y="70"/>
                  <a:pt x="186" y="76"/>
                  <a:pt x="196" y="83"/>
                </a:cubicBezTo>
                <a:cubicBezTo>
                  <a:pt x="211" y="66"/>
                  <a:pt x="231" y="51"/>
                  <a:pt x="242" y="31"/>
                </a:cubicBezTo>
                <a:cubicBezTo>
                  <a:pt x="232" y="20"/>
                  <a:pt x="218" y="17"/>
                  <a:pt x="204" y="17"/>
                </a:cubicBezTo>
                <a:close/>
                <a:moveTo>
                  <a:pt x="202" y="92"/>
                </a:moveTo>
                <a:cubicBezTo>
                  <a:pt x="205" y="100"/>
                  <a:pt x="209" y="108"/>
                  <a:pt x="212" y="116"/>
                </a:cubicBezTo>
                <a:cubicBezTo>
                  <a:pt x="229" y="103"/>
                  <a:pt x="249" y="92"/>
                  <a:pt x="265" y="77"/>
                </a:cubicBezTo>
                <a:cubicBezTo>
                  <a:pt x="275" y="62"/>
                  <a:pt x="270" y="41"/>
                  <a:pt x="265" y="25"/>
                </a:cubicBezTo>
                <a:cubicBezTo>
                  <a:pt x="245" y="48"/>
                  <a:pt x="224" y="71"/>
                  <a:pt x="202" y="92"/>
                </a:cubicBezTo>
                <a:close/>
                <a:moveTo>
                  <a:pt x="124" y="102"/>
                </a:moveTo>
                <a:cubicBezTo>
                  <a:pt x="102" y="118"/>
                  <a:pt x="78" y="134"/>
                  <a:pt x="54" y="148"/>
                </a:cubicBezTo>
                <a:cubicBezTo>
                  <a:pt x="68" y="159"/>
                  <a:pt x="77" y="176"/>
                  <a:pt x="81" y="194"/>
                </a:cubicBezTo>
                <a:cubicBezTo>
                  <a:pt x="85" y="192"/>
                  <a:pt x="90" y="191"/>
                  <a:pt x="94" y="190"/>
                </a:cubicBezTo>
                <a:cubicBezTo>
                  <a:pt x="90" y="181"/>
                  <a:pt x="86" y="172"/>
                  <a:pt x="83" y="162"/>
                </a:cubicBezTo>
                <a:cubicBezTo>
                  <a:pt x="108" y="145"/>
                  <a:pt x="138" y="133"/>
                  <a:pt x="159" y="110"/>
                </a:cubicBezTo>
                <a:cubicBezTo>
                  <a:pt x="149" y="105"/>
                  <a:pt x="135" y="92"/>
                  <a:pt x="124" y="102"/>
                </a:cubicBezTo>
                <a:close/>
                <a:moveTo>
                  <a:pt x="98" y="166"/>
                </a:moveTo>
                <a:cubicBezTo>
                  <a:pt x="105" y="183"/>
                  <a:pt x="109" y="200"/>
                  <a:pt x="108" y="218"/>
                </a:cubicBezTo>
                <a:cubicBezTo>
                  <a:pt x="129" y="192"/>
                  <a:pt x="154" y="168"/>
                  <a:pt x="178" y="145"/>
                </a:cubicBezTo>
                <a:cubicBezTo>
                  <a:pt x="174" y="137"/>
                  <a:pt x="171" y="129"/>
                  <a:pt x="168" y="121"/>
                </a:cubicBezTo>
                <a:cubicBezTo>
                  <a:pt x="145" y="137"/>
                  <a:pt x="123" y="154"/>
                  <a:pt x="98" y="166"/>
                </a:cubicBezTo>
                <a:close/>
                <a:moveTo>
                  <a:pt x="25" y="171"/>
                </a:moveTo>
                <a:cubicBezTo>
                  <a:pt x="15" y="201"/>
                  <a:pt x="31" y="238"/>
                  <a:pt x="61" y="249"/>
                </a:cubicBezTo>
                <a:cubicBezTo>
                  <a:pt x="70" y="252"/>
                  <a:pt x="81" y="252"/>
                  <a:pt x="87" y="244"/>
                </a:cubicBezTo>
                <a:cubicBezTo>
                  <a:pt x="97" y="231"/>
                  <a:pt x="97" y="214"/>
                  <a:pt x="96" y="199"/>
                </a:cubicBezTo>
                <a:cubicBezTo>
                  <a:pt x="86" y="208"/>
                  <a:pt x="77" y="217"/>
                  <a:pt x="67" y="225"/>
                </a:cubicBezTo>
                <a:cubicBezTo>
                  <a:pt x="49" y="231"/>
                  <a:pt x="37" y="212"/>
                  <a:pt x="34" y="197"/>
                </a:cubicBezTo>
                <a:cubicBezTo>
                  <a:pt x="44" y="190"/>
                  <a:pt x="54" y="183"/>
                  <a:pt x="64" y="175"/>
                </a:cubicBezTo>
                <a:cubicBezTo>
                  <a:pt x="57" y="168"/>
                  <a:pt x="50" y="158"/>
                  <a:pt x="39" y="156"/>
                </a:cubicBezTo>
                <a:cubicBezTo>
                  <a:pt x="32" y="159"/>
                  <a:pt x="26" y="164"/>
                  <a:pt x="25" y="171"/>
                </a:cubicBezTo>
                <a:close/>
                <a:moveTo>
                  <a:pt x="46" y="202"/>
                </a:moveTo>
                <a:cubicBezTo>
                  <a:pt x="51" y="208"/>
                  <a:pt x="57" y="213"/>
                  <a:pt x="64" y="218"/>
                </a:cubicBezTo>
                <a:cubicBezTo>
                  <a:pt x="68" y="208"/>
                  <a:pt x="70" y="198"/>
                  <a:pt x="68" y="187"/>
                </a:cubicBezTo>
                <a:cubicBezTo>
                  <a:pt x="61" y="192"/>
                  <a:pt x="53" y="197"/>
                  <a:pt x="46" y="202"/>
                </a:cubicBezTo>
                <a:close/>
                <a:moveTo>
                  <a:pt x="188" y="175"/>
                </a:moveTo>
                <a:cubicBezTo>
                  <a:pt x="183" y="206"/>
                  <a:pt x="191" y="237"/>
                  <a:pt x="208" y="263"/>
                </a:cubicBezTo>
                <a:cubicBezTo>
                  <a:pt x="209" y="256"/>
                  <a:pt x="211" y="248"/>
                  <a:pt x="213" y="241"/>
                </a:cubicBezTo>
                <a:cubicBezTo>
                  <a:pt x="219" y="243"/>
                  <a:pt x="225" y="245"/>
                  <a:pt x="232" y="246"/>
                </a:cubicBezTo>
                <a:cubicBezTo>
                  <a:pt x="218" y="227"/>
                  <a:pt x="207" y="205"/>
                  <a:pt x="206" y="180"/>
                </a:cubicBezTo>
                <a:cubicBezTo>
                  <a:pt x="215" y="171"/>
                  <a:pt x="219" y="160"/>
                  <a:pt x="218" y="148"/>
                </a:cubicBezTo>
                <a:cubicBezTo>
                  <a:pt x="207" y="156"/>
                  <a:pt x="197" y="164"/>
                  <a:pt x="188" y="175"/>
                </a:cubicBezTo>
                <a:close/>
                <a:moveTo>
                  <a:pt x="210" y="184"/>
                </a:moveTo>
                <a:cubicBezTo>
                  <a:pt x="226" y="204"/>
                  <a:pt x="247" y="218"/>
                  <a:pt x="270" y="228"/>
                </a:cubicBezTo>
                <a:cubicBezTo>
                  <a:pt x="267" y="221"/>
                  <a:pt x="264" y="214"/>
                  <a:pt x="260" y="206"/>
                </a:cubicBezTo>
                <a:cubicBezTo>
                  <a:pt x="267" y="204"/>
                  <a:pt x="274" y="202"/>
                  <a:pt x="280" y="200"/>
                </a:cubicBezTo>
                <a:cubicBezTo>
                  <a:pt x="259" y="193"/>
                  <a:pt x="239" y="183"/>
                  <a:pt x="224" y="167"/>
                </a:cubicBezTo>
                <a:cubicBezTo>
                  <a:pt x="220" y="173"/>
                  <a:pt x="215" y="179"/>
                  <a:pt x="210" y="184"/>
                </a:cubicBezTo>
                <a:close/>
              </a:path>
            </a:pathLst>
          </a:cu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0" y="792000"/>
            <a:ext cx="5611240" cy="659766"/>
            <a:chOff x="-9" y="1110"/>
            <a:chExt cx="8837" cy="1039"/>
          </a:xfrm>
        </p:grpSpPr>
        <p:grpSp>
          <p:nvGrpSpPr>
            <p:cNvPr id="22" name="组合 21"/>
            <p:cNvGrpSpPr/>
            <p:nvPr/>
          </p:nvGrpSpPr>
          <p:grpSpPr>
            <a:xfrm>
              <a:off x="2004" y="1110"/>
              <a:ext cx="6824" cy="1039"/>
              <a:chOff x="574557" y="613893"/>
              <a:chExt cx="4332551" cy="659964"/>
            </a:xfrm>
          </p:grpSpPr>
          <p:sp>
            <p:nvSpPr>
              <p:cNvPr id="24" name="文本框 23"/>
              <p:cNvSpPr txBox="1"/>
              <p:nvPr/>
            </p:nvSpPr>
            <p:spPr>
              <a:xfrm>
                <a:off x="574557" y="613893"/>
                <a:ext cx="4332551" cy="5837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>
                <a:defPPr>
                  <a:defRPr lang="en-US"/>
                </a:defPPr>
                <a:lvl1pPr algn="ctr">
                  <a:defRPr sz="3200">
                    <a:gradFill>
                      <a:gsLst>
                        <a:gs pos="0">
                          <a:schemeClr val="tx1">
                            <a:lumMod val="50000"/>
                            <a:lumOff val="50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5400000" scaled="1"/>
                    </a:gradFill>
                  </a:defRPr>
                </a:lvl1pPr>
              </a:lstStyle>
              <a:p>
                <a:pPr algn="l"/>
                <a:r>
                  <a:rPr lang="zh-CN" altLang="en-US" b="1" dirty="0" smtClean="0">
                    <a:solidFill>
                      <a:srgbClr val="0064D2"/>
                    </a:solidFill>
                    <a:latin typeface="+mn-ea"/>
                    <a:cs typeface="+mn-ea"/>
                    <a:sym typeface="+mn-lt"/>
                  </a:rPr>
                  <a:t>任务目标和</a:t>
                </a:r>
                <a:r>
                  <a:rPr lang="zh-CN" altLang="en-US" b="1" dirty="0" smtClean="0">
                    <a:solidFill>
                      <a:srgbClr val="0064D2"/>
                    </a:solidFill>
                    <a:latin typeface="+mn-ea"/>
                    <a:cs typeface="+mn-ea"/>
                    <a:sym typeface="+mn-lt"/>
                  </a:rPr>
                  <a:t>重难点</a:t>
                </a:r>
                <a:endParaRPr lang="zh-CN" altLang="en-US" b="1" dirty="0" smtClean="0">
                  <a:solidFill>
                    <a:srgbClr val="0064D2"/>
                  </a:solidFill>
                  <a:latin typeface="+mn-ea"/>
                  <a:cs typeface="+mn-ea"/>
                  <a:sym typeface="+mn-lt"/>
                </a:endParaRPr>
              </a:p>
            </p:txBody>
          </p:sp>
          <p:cxnSp>
            <p:nvCxnSpPr>
              <p:cNvPr id="25" name="直接连接符 24"/>
              <p:cNvCxnSpPr/>
              <p:nvPr/>
            </p:nvCxnSpPr>
            <p:spPr>
              <a:xfrm>
                <a:off x="873861" y="1273857"/>
                <a:ext cx="701130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文本框 22"/>
            <p:cNvSpPr txBox="1"/>
            <p:nvPr/>
          </p:nvSpPr>
          <p:spPr>
            <a:xfrm>
              <a:off x="-9" y="1110"/>
              <a:ext cx="1429" cy="919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3200" dirty="0" smtClean="0">
                  <a:solidFill>
                    <a:srgbClr val="3F396C"/>
                  </a:solidFill>
                  <a:latin typeface="思源宋体" panose="02020700000000000000" charset="-122"/>
                  <a:ea typeface="思源宋体" panose="02020700000000000000" charset="-122"/>
                </a:rPr>
                <a:t>02</a:t>
              </a:r>
              <a:endParaRPr lang="en-US" altLang="zh-CN" sz="3200" dirty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4849495" y="1638000"/>
            <a:ext cx="261302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FFC000"/>
                </a:solidFill>
                <a:latin typeface="+mn-ea"/>
                <a:cs typeface="+mn-ea"/>
                <a:sym typeface="+mn-lt"/>
              </a:rPr>
              <a:t>任务目标</a:t>
            </a:r>
            <a:endParaRPr lang="zh-CN" altLang="zh-CN" sz="2400" b="1" dirty="0">
              <a:solidFill>
                <a:srgbClr val="FFC000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848225" y="3963600"/>
            <a:ext cx="2085975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FFC000"/>
                </a:solidFill>
                <a:latin typeface="+mn-ea"/>
                <a:cs typeface="+mn-ea"/>
                <a:sym typeface="+mn-lt"/>
              </a:rPr>
              <a:t>任务重难点</a:t>
            </a:r>
            <a:endParaRPr lang="zh-CN" altLang="zh-CN" sz="2400" b="1" dirty="0">
              <a:solidFill>
                <a:srgbClr val="FFC000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50400" y="2502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 smtClean="0">
                <a:latin typeface="Arial" panose="020B0604020202020204" pitchFamily="34" charset="0"/>
                <a:cs typeface="Times New Roman" panose="02020603050405020304" charset="0"/>
                <a:sym typeface="+mn-ea"/>
              </a:rPr>
              <a:t>能根据任务特征做出合理的技术选型和搭配；</a:t>
            </a:r>
            <a:endParaRPr lang="zh-CN" dirty="0" smtClean="0">
              <a:latin typeface="Arial" panose="020B0604020202020204" pitchFamily="3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850400" y="2034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 smtClean="0">
                <a:latin typeface="Arial" panose="020B0604020202020204" pitchFamily="34" charset="0"/>
                <a:cs typeface="Times New Roman" panose="02020603050405020304" charset="0"/>
                <a:sym typeface="+mn-ea"/>
              </a:rPr>
              <a:t>能准确区分智能体与工作流的适用场景；</a:t>
            </a:r>
            <a:endParaRPr lang="zh-CN" dirty="0" smtClean="0">
              <a:latin typeface="Arial" panose="020B0604020202020204" pitchFamily="3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50400" y="2970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 smtClean="0">
                <a:latin typeface="Arial" panose="020B0604020202020204" pitchFamily="34" charset="0"/>
                <a:cs typeface="Times New Roman" panose="02020603050405020304" charset="0"/>
                <a:sym typeface="+mn-ea"/>
              </a:rPr>
              <a:t>能根据实际场景编写有效的系统提示词；</a:t>
            </a:r>
            <a:endParaRPr lang="zh-CN" dirty="0" smtClean="0">
              <a:latin typeface="Arial" panose="020B0604020202020204" pitchFamily="3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850400" y="3438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 smtClean="0">
                <a:latin typeface="Arial" panose="020B0604020202020204" pitchFamily="34" charset="0"/>
                <a:cs typeface="Times New Roman" panose="02020603050405020304" charset="0"/>
                <a:sym typeface="+mn-ea"/>
              </a:rPr>
              <a:t>能调整提示词和参数优化智能体；</a:t>
            </a:r>
            <a:endParaRPr lang="zh-CN" dirty="0" smtClean="0">
              <a:latin typeface="Arial" panose="020B0604020202020204" pitchFamily="3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848495" y="4374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 smtClean="0">
                <a:latin typeface="Arial" panose="020B0604020202020204" pitchFamily="34" charset="0"/>
                <a:cs typeface="Times New Roman" panose="02020603050405020304" charset="0"/>
                <a:sym typeface="+mn-ea"/>
              </a:rPr>
              <a:t>重点：掌握有效的系统提示词编写方法；</a:t>
            </a:r>
            <a:endParaRPr lang="zh-CN" altLang="en-US" dirty="0" smtClean="0">
              <a:latin typeface="Arial" panose="020B0604020202020204" pitchFamily="3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850400" y="4842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 smtClean="0">
                <a:latin typeface="Arial" panose="020B0604020202020204" pitchFamily="34" charset="0"/>
                <a:cs typeface="Times New Roman" panose="02020603050405020304" charset="0"/>
                <a:sym typeface="+mn-ea"/>
              </a:rPr>
              <a:t>难点：理解改变提示词和参数对模型输出的影响；</a:t>
            </a:r>
            <a:endParaRPr lang="zh-CN" altLang="en-US" dirty="0" smtClean="0">
              <a:latin typeface="Arial" panose="020B0604020202020204" pitchFamily="3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D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知识储备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4D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实施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小结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任务一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任务一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设计并实现智能体工作流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998720" y="3074670"/>
            <a:ext cx="2194560" cy="708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600"/>
              <a:t>{{</a:t>
            </a:r>
            <a:r>
              <a:rPr lang="zh-CN" altLang="en-US" sz="3600"/>
              <a:t>定位页</a:t>
            </a:r>
            <a:r>
              <a:rPr lang="en-US" altLang="zh-CN" sz="3600"/>
              <a:t>}}</a:t>
            </a:r>
            <a:endParaRPr lang="en-US" altLang="zh-CN" sz="3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知识储备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D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任务实施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4D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小结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任务一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任务一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设计并实现智能体工作流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998720" y="3074670"/>
            <a:ext cx="2194560" cy="708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600"/>
              <a:t>{{</a:t>
            </a:r>
            <a:r>
              <a:rPr lang="zh-CN" altLang="en-US" sz="3600"/>
              <a:t>定位页</a:t>
            </a:r>
            <a:r>
              <a:rPr lang="en-US" altLang="zh-CN" sz="3600"/>
              <a:t>}}</a:t>
            </a:r>
            <a:endParaRPr lang="en-US" altLang="zh-CN" sz="3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知识储备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任务实施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b="1" dirty="0">
                  <a:solidFill>
                    <a:srgbClr val="0064D2"/>
                  </a:solidFill>
                  <a:cs typeface="+mn-ea"/>
                  <a:sym typeface="+mn-lt"/>
                </a:rPr>
                <a:t>任务小结</a:t>
              </a:r>
              <a:endParaRPr lang="zh-CN" altLang="en-US" sz="2800" b="1" dirty="0">
                <a:solidFill>
                  <a:srgbClr val="0064D2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任务一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任务一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设计并实现智能体工作流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851025" y="1375410"/>
            <a:ext cx="8822055" cy="1753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algn="l" fontAlgn="auto">
              <a:lnSpc>
                <a:spcPct val="150000"/>
              </a:lnSpc>
            </a:pPr>
            <a:r>
              <a:rPr lang="zh-CN" dirty="0">
                <a:latin typeface="Arial" panose="020B0604020202020204" pitchFamily="34" charset="0"/>
              </a:rPr>
              <a:t>通过本任务，学员能够完成基础智能问答助手的搭建，理解智能体开发是围绕业务目标进行场景设定、工作流搭建、提示词配置、测试验证和持续改进的过程。</a:t>
            </a:r>
            <a:endParaRPr lang="zh-CN" dirty="0">
              <a:latin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223770" y="3274695"/>
            <a:ext cx="7743825" cy="32677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200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05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78000" y="792000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任务</a:t>
            </a:r>
            <a:r>
              <a:rPr 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小结</a:t>
            </a:r>
            <a:endParaRPr 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76370" y="4642485"/>
            <a:ext cx="4239260" cy="5321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fontAlgn="auto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{{image:summary_image}}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78000" y="792000"/>
            <a:ext cx="4998745" cy="5835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重</a:t>
            </a:r>
            <a:r>
              <a:rPr lang="zh-CN" altLang="en-US" b="1" dirty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难点</a:t>
            </a:r>
            <a:r>
              <a:rPr lang="zh-CN" altLang="en-US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总结</a:t>
            </a:r>
            <a:endParaRPr lang="zh-CN" b="1" dirty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0" y="792000"/>
            <a:ext cx="90741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05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8" name="www.koppt.cn"/>
          <p:cNvSpPr/>
          <p:nvPr/>
        </p:nvSpPr>
        <p:spPr>
          <a:xfrm>
            <a:off x="1321200" y="2391777"/>
            <a:ext cx="1693017" cy="426365"/>
          </a:xfrm>
          <a:prstGeom prst="roundRect">
            <a:avLst>
              <a:gd name="adj" fmla="val 50000"/>
            </a:avLst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+mj-ea"/>
                <a:ea typeface="+mj-ea"/>
              </a:rPr>
              <a:t>重点内容总结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9" name="www.koppt.cn"/>
          <p:cNvSpPr/>
          <p:nvPr/>
        </p:nvSpPr>
        <p:spPr>
          <a:xfrm>
            <a:off x="6665277" y="2391776"/>
            <a:ext cx="1806257" cy="42636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+mj-ea"/>
                <a:ea typeface="+mj-ea"/>
              </a:rPr>
              <a:t>难点内容总结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69670" y="3154045"/>
            <a:ext cx="5040000" cy="5384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 fontAlgn="auto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000" dirty="0">
                <a:latin typeface="Arial" panose="020B0604020202020204" pitchFamily="34" charset="0"/>
              </a:rPr>
              <a:t>系统提示词编写方法；</a:t>
            </a:r>
            <a:endParaRPr lang="zh-CN" sz="2000" dirty="0"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511925" y="3155315"/>
            <a:ext cx="5040000" cy="5397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000" dirty="0">
                <a:latin typeface="Arial" panose="020B0604020202020204" pitchFamily="34" charset="0"/>
                <a:sym typeface="+mn-ea"/>
              </a:rPr>
              <a:t>提示词和参数对模型输出的影响；</a:t>
            </a:r>
            <a:endParaRPr lang="zh-CN" sz="2000" dirty="0">
              <a:latin typeface="Arial" panose="020B0604020202020204" pitchFamily="34" charset="0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69670" y="3693600"/>
            <a:ext cx="5040000" cy="5384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 fontAlgn="auto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000" dirty="0">
                <a:latin typeface="Arial" panose="020B0604020202020204" pitchFamily="34" charset="0"/>
              </a:rPr>
              <a:t>智能体与工作流概念辨析；</a:t>
            </a:r>
            <a:endParaRPr lang="zh-CN" sz="2000" dirty="0">
              <a:latin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69670" y="4234870"/>
            <a:ext cx="5040000" cy="5384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 fontAlgn="auto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RAGFlow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平台可视化编排；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511925" y="3693600"/>
            <a:ext cx="5040000" cy="54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000" dirty="0">
                <a:latin typeface="Arial" panose="020B0604020202020204" pitchFamily="34" charset="0"/>
                <a:sym typeface="+mn-ea"/>
              </a:rPr>
              <a:t>评估指标建立与优化迭代；</a:t>
            </a:r>
            <a:endParaRPr lang="zh-CN" sz="2000" dirty="0">
              <a:latin typeface="Arial" panose="020B0604020202020204" pitchFamily="34" charset="0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511925" y="4233600"/>
            <a:ext cx="5040000" cy="54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000" dirty="0">
                <a:latin typeface="Arial" panose="020B0604020202020204" pitchFamily="34" charset="0"/>
                <a:sym typeface="+mn-ea"/>
              </a:rPr>
              <a:t>智能体动态决策逻辑理解；</a:t>
            </a:r>
            <a:endParaRPr lang="zh-CN" sz="2000" dirty="0">
              <a:latin typeface="Arial" panose="020B0604020202020204" pitchFamily="34" charset="0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知识储备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任务实施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任务小结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b="1" dirty="0">
                  <a:solidFill>
                    <a:srgbClr val="0064D2"/>
                  </a:solidFill>
                  <a:cs typeface="+mn-ea"/>
                  <a:sym typeface="+mn-lt"/>
                </a:rPr>
                <a:t>任务拓展</a:t>
              </a:r>
              <a:endParaRPr lang="zh-CN" altLang="en-US" sz="2800" b="1" dirty="0">
                <a:solidFill>
                  <a:srgbClr val="0064D2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任务一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任务一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设计并实现智能体工作流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78000" y="792000"/>
            <a:ext cx="4998745" cy="5835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</a:t>
            </a:r>
            <a:r>
              <a:rPr lang="zh-CN" altLang="en-US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拓展</a:t>
            </a:r>
            <a:endParaRPr lang="zh-CN" b="1" dirty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0" y="792000"/>
            <a:ext cx="90741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06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652270" y="1375410"/>
            <a:ext cx="7481570" cy="23094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457200" algn="l" fontAlgn="auto">
              <a:lnSpc>
                <a:spcPct val="150000"/>
              </a:lnSpc>
              <a:buSzPct val="25000"/>
            </a:pPr>
            <a:r>
              <a:rPr 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针对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企业设备报修工单助手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构建智能体，思考这个场景下需要的功能，以及配合设定的系统提示词和参数，并仿照实操过程建立版本迭代流程。设定其他参数，调节智能体的回答风格，总结并评价输出结果。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0" name="矩形: 圆角 4"/>
          <p:cNvSpPr/>
          <p:nvPr>
            <p:custDataLst>
              <p:tags r:id="rId2"/>
            </p:custDataLst>
          </p:nvPr>
        </p:nvSpPr>
        <p:spPr>
          <a:xfrm rot="20700000">
            <a:off x="2093869" y="4066512"/>
            <a:ext cx="480695" cy="25527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rgbClr val="00A5CC">
              <a:shade val="50000"/>
            </a:srgbClr>
          </a:lnRef>
          <a:fillRef idx="1">
            <a:srgbClr val="00A5CC"/>
          </a:fillRef>
          <a:effectRef idx="0">
            <a:srgbClr val="00A5CC"/>
          </a:effectRef>
          <a:fontRef idx="minor">
            <a:srgbClr val="FFFFFF"/>
          </a:fontRef>
        </p:style>
        <p:txBody>
          <a:bodyPr lIns="91440" tIns="45720" rIns="91440" bIns="45720"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3348000" y="3924935"/>
            <a:ext cx="5789295" cy="2376170"/>
          </a:xfrm>
          <a:prstGeom prst="rect">
            <a:avLst/>
          </a:prstGeom>
          <a:noFill/>
        </p:spPr>
        <p:txBody>
          <a:bodyPr wrap="square" lIns="91440" tIns="45720" rIns="91440" bIns="45720" rtlCol="0"/>
          <a:lstStyle/>
          <a:p>
            <a:pPr indent="457200" algn="l" fontAlgn="auto">
              <a:lnSpc>
                <a:spcPct val="150000"/>
              </a:lnSpc>
              <a:buSzPct val="25000"/>
            </a:pPr>
            <a:r>
              <a:rPr 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分析场景需求，设计提示词和参数，建立版本迭代流程，通过测试评估优化输出质量。</a:t>
            </a:r>
            <a:endParaRPr 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69290" y="4500880"/>
            <a:ext cx="2085975" cy="1280160"/>
            <a:chOff x="1467" y="5006"/>
            <a:chExt cx="3285" cy="2016"/>
          </a:xfrm>
        </p:grpSpPr>
        <p:sp>
          <p:nvSpPr>
            <p:cNvPr id="8" name="任意多边形 216"/>
            <p:cNvSpPr/>
            <p:nvPr>
              <p:custDataLst>
                <p:tags r:id="rId4"/>
              </p:custDataLst>
            </p:nvPr>
          </p:nvSpPr>
          <p:spPr>
            <a:xfrm>
              <a:off x="1467" y="5006"/>
              <a:ext cx="2487" cy="2017"/>
            </a:xfrm>
            <a:custGeom>
              <a:avLst/>
              <a:gdLst>
                <a:gd name="connsiteX0" fmla="*/ 2197509 w 3598606"/>
                <a:gd name="connsiteY0" fmla="*/ 0 h 2772696"/>
                <a:gd name="connsiteX1" fmla="*/ 3598606 w 3598606"/>
                <a:gd name="connsiteY1" fmla="*/ 1386348 h 2772696"/>
                <a:gd name="connsiteX2" fmla="*/ 2197509 w 3598606"/>
                <a:gd name="connsiteY2" fmla="*/ 2772696 h 2772696"/>
                <a:gd name="connsiteX3" fmla="*/ 1206784 w 3598606"/>
                <a:gd name="connsiteY3" fmla="*/ 2366644 h 2772696"/>
                <a:gd name="connsiteX4" fmla="*/ 1182168 w 3598606"/>
                <a:gd name="connsiteY4" fmla="*/ 2339845 h 2772696"/>
                <a:gd name="connsiteX5" fmla="*/ 1179866 w 3598606"/>
                <a:gd name="connsiteY5" fmla="*/ 2340077 h 2772696"/>
                <a:gd name="connsiteX6" fmla="*/ 235979 w 3598606"/>
                <a:gd name="connsiteY6" fmla="*/ 2340077 h 2772696"/>
                <a:gd name="connsiteX7" fmla="*/ 0 w 3598606"/>
                <a:gd name="connsiteY7" fmla="*/ 2104098 h 2772696"/>
                <a:gd name="connsiteX8" fmla="*/ 0 w 3598606"/>
                <a:gd name="connsiteY8" fmla="*/ 934069 h 2772696"/>
                <a:gd name="connsiteX9" fmla="*/ 235979 w 3598606"/>
                <a:gd name="connsiteY9" fmla="*/ 698090 h 2772696"/>
                <a:gd name="connsiteX10" fmla="*/ 982366 w 3598606"/>
                <a:gd name="connsiteY10" fmla="*/ 698090 h 2772696"/>
                <a:gd name="connsiteX11" fmla="*/ 1035697 w 3598606"/>
                <a:gd name="connsiteY11" fmla="*/ 611228 h 2772696"/>
                <a:gd name="connsiteX12" fmla="*/ 2197509 w 3598606"/>
                <a:gd name="connsiteY12" fmla="*/ 0 h 277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8606" h="2772696">
                  <a:moveTo>
                    <a:pt x="2197509" y="0"/>
                  </a:moveTo>
                  <a:cubicBezTo>
                    <a:pt x="2971314" y="0"/>
                    <a:pt x="3598606" y="620689"/>
                    <a:pt x="3598606" y="1386348"/>
                  </a:cubicBezTo>
                  <a:cubicBezTo>
                    <a:pt x="3598606" y="2152007"/>
                    <a:pt x="2971314" y="2772696"/>
                    <a:pt x="2197509" y="2772696"/>
                  </a:cubicBezTo>
                  <a:cubicBezTo>
                    <a:pt x="1810607" y="2772696"/>
                    <a:pt x="1460332" y="2617524"/>
                    <a:pt x="1206784" y="2366644"/>
                  </a:cubicBezTo>
                  <a:lnTo>
                    <a:pt x="1182168" y="2339845"/>
                  </a:lnTo>
                  <a:lnTo>
                    <a:pt x="1179866" y="2340077"/>
                  </a:lnTo>
                  <a:lnTo>
                    <a:pt x="235979" y="2340077"/>
                  </a:lnTo>
                  <a:cubicBezTo>
                    <a:pt x="105651" y="2340077"/>
                    <a:pt x="0" y="2234426"/>
                    <a:pt x="0" y="2104098"/>
                  </a:cubicBezTo>
                  <a:lnTo>
                    <a:pt x="0" y="934069"/>
                  </a:lnTo>
                  <a:cubicBezTo>
                    <a:pt x="0" y="803741"/>
                    <a:pt x="105651" y="698090"/>
                    <a:pt x="235979" y="698090"/>
                  </a:cubicBezTo>
                  <a:lnTo>
                    <a:pt x="982366" y="698090"/>
                  </a:lnTo>
                  <a:lnTo>
                    <a:pt x="1035697" y="611228"/>
                  </a:lnTo>
                  <a:cubicBezTo>
                    <a:pt x="1287485" y="242457"/>
                    <a:pt x="1713881" y="0"/>
                    <a:pt x="2197509" y="0"/>
                  </a:cubicBezTo>
                  <a:close/>
                </a:path>
              </a:pathLst>
            </a:custGeom>
            <a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rgbClr val="00A5CC">
                <a:shade val="50000"/>
              </a:srgbClr>
            </a:lnRef>
            <a:fillRef idx="1">
              <a:srgbClr val="00A5CC"/>
            </a:fillRef>
            <a:effectRef idx="0">
              <a:srgbClr val="00A5CC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" name="任意多边形 30"/>
            <p:cNvSpPr/>
            <p:nvPr>
              <p:custDataLst>
                <p:tags r:id="rId6"/>
              </p:custDataLst>
            </p:nvPr>
          </p:nvSpPr>
          <p:spPr>
            <a:xfrm>
              <a:off x="1615" y="5125"/>
              <a:ext cx="2193" cy="1779"/>
            </a:xfrm>
            <a:custGeom>
              <a:avLst/>
              <a:gdLst>
                <a:gd name="connsiteX0" fmla="*/ 2197509 w 3598606"/>
                <a:gd name="connsiteY0" fmla="*/ 0 h 2772696"/>
                <a:gd name="connsiteX1" fmla="*/ 3598606 w 3598606"/>
                <a:gd name="connsiteY1" fmla="*/ 1386348 h 2772696"/>
                <a:gd name="connsiteX2" fmla="*/ 2197509 w 3598606"/>
                <a:gd name="connsiteY2" fmla="*/ 2772696 h 2772696"/>
                <a:gd name="connsiteX3" fmla="*/ 1206784 w 3598606"/>
                <a:gd name="connsiteY3" fmla="*/ 2366644 h 2772696"/>
                <a:gd name="connsiteX4" fmla="*/ 1182168 w 3598606"/>
                <a:gd name="connsiteY4" fmla="*/ 2339845 h 2772696"/>
                <a:gd name="connsiteX5" fmla="*/ 1179866 w 3598606"/>
                <a:gd name="connsiteY5" fmla="*/ 2340077 h 2772696"/>
                <a:gd name="connsiteX6" fmla="*/ 235979 w 3598606"/>
                <a:gd name="connsiteY6" fmla="*/ 2340077 h 2772696"/>
                <a:gd name="connsiteX7" fmla="*/ 0 w 3598606"/>
                <a:gd name="connsiteY7" fmla="*/ 2104098 h 2772696"/>
                <a:gd name="connsiteX8" fmla="*/ 0 w 3598606"/>
                <a:gd name="connsiteY8" fmla="*/ 934069 h 2772696"/>
                <a:gd name="connsiteX9" fmla="*/ 235979 w 3598606"/>
                <a:gd name="connsiteY9" fmla="*/ 698090 h 2772696"/>
                <a:gd name="connsiteX10" fmla="*/ 982366 w 3598606"/>
                <a:gd name="connsiteY10" fmla="*/ 698090 h 2772696"/>
                <a:gd name="connsiteX11" fmla="*/ 1035697 w 3598606"/>
                <a:gd name="connsiteY11" fmla="*/ 611228 h 2772696"/>
                <a:gd name="connsiteX12" fmla="*/ 2197509 w 3598606"/>
                <a:gd name="connsiteY12" fmla="*/ 0 h 277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8606" h="2772696">
                  <a:moveTo>
                    <a:pt x="2197509" y="0"/>
                  </a:moveTo>
                  <a:cubicBezTo>
                    <a:pt x="2971314" y="0"/>
                    <a:pt x="3598606" y="620689"/>
                    <a:pt x="3598606" y="1386348"/>
                  </a:cubicBezTo>
                  <a:cubicBezTo>
                    <a:pt x="3598606" y="2152007"/>
                    <a:pt x="2971314" y="2772696"/>
                    <a:pt x="2197509" y="2772696"/>
                  </a:cubicBezTo>
                  <a:cubicBezTo>
                    <a:pt x="1810607" y="2772696"/>
                    <a:pt x="1460332" y="2617524"/>
                    <a:pt x="1206784" y="2366644"/>
                  </a:cubicBezTo>
                  <a:lnTo>
                    <a:pt x="1182168" y="2339845"/>
                  </a:lnTo>
                  <a:lnTo>
                    <a:pt x="1179866" y="2340077"/>
                  </a:lnTo>
                  <a:lnTo>
                    <a:pt x="235979" y="2340077"/>
                  </a:lnTo>
                  <a:cubicBezTo>
                    <a:pt x="105651" y="2340077"/>
                    <a:pt x="0" y="2234426"/>
                    <a:pt x="0" y="2104098"/>
                  </a:cubicBezTo>
                  <a:lnTo>
                    <a:pt x="0" y="934069"/>
                  </a:lnTo>
                  <a:cubicBezTo>
                    <a:pt x="0" y="803741"/>
                    <a:pt x="105651" y="698090"/>
                    <a:pt x="235979" y="698090"/>
                  </a:cubicBezTo>
                  <a:lnTo>
                    <a:pt x="982366" y="698090"/>
                  </a:lnTo>
                  <a:lnTo>
                    <a:pt x="1035697" y="611228"/>
                  </a:lnTo>
                  <a:cubicBezTo>
                    <a:pt x="1287485" y="242457"/>
                    <a:pt x="1713881" y="0"/>
                    <a:pt x="2197509" y="0"/>
                  </a:cubicBezTo>
                  <a:close/>
                </a:path>
              </a:pathLst>
            </a:custGeom>
            <a:solidFill>
              <a:srgbClr val="FFFFFF">
                <a:alpha val="90000"/>
              </a:srgbClr>
            </a:solidFill>
            <a:ln>
              <a:noFill/>
            </a:ln>
          </p:spPr>
          <p:style>
            <a:lnRef idx="2">
              <a:srgbClr val="00A5CC">
                <a:shade val="50000"/>
              </a:srgbClr>
            </a:lnRef>
            <a:fillRef idx="1">
              <a:srgbClr val="00A5CC"/>
            </a:fillRef>
            <a:effectRef idx="0">
              <a:srgbClr val="00A5CC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" name="矩形: 圆角 27"/>
            <p:cNvSpPr/>
            <p:nvPr>
              <p:custDataLst>
                <p:tags r:id="rId7"/>
              </p:custDataLst>
            </p:nvPr>
          </p:nvSpPr>
          <p:spPr>
            <a:xfrm rot="20817892">
              <a:off x="3767" y="5140"/>
              <a:ext cx="793" cy="371"/>
            </a:xfrm>
            <a:prstGeom prst="roundRect">
              <a:avLst>
                <a:gd name="adj" fmla="val 50000"/>
              </a:avLst>
            </a:prstGeom>
            <a:solidFill>
              <a:srgbClr val="1E74AD"/>
            </a:solidFill>
            <a:ln>
              <a:noFill/>
            </a:ln>
          </p:spPr>
          <p:style>
            <a:lnRef idx="2">
              <a:srgbClr val="00A5CC">
                <a:shade val="50000"/>
              </a:srgbClr>
            </a:lnRef>
            <a:fillRef idx="1">
              <a:srgbClr val="00A5CC"/>
            </a:fillRef>
            <a:effectRef idx="0">
              <a:srgbClr val="00A5CC"/>
            </a:effectRef>
            <a:fontRef idx="minor">
              <a:srgbClr val="FFFFFF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2" name="矩形: 圆角 28"/>
            <p:cNvSpPr/>
            <p:nvPr>
              <p:custDataLst>
                <p:tags r:id="rId8"/>
              </p:custDataLst>
            </p:nvPr>
          </p:nvSpPr>
          <p:spPr>
            <a:xfrm>
              <a:off x="3954" y="6217"/>
              <a:ext cx="799" cy="432"/>
            </a:xfrm>
            <a:prstGeom prst="roundRect">
              <a:avLst>
                <a:gd name="adj" fmla="val 50000"/>
              </a:avLst>
            </a:prstGeom>
            <a:solidFill>
              <a:srgbClr val="0DBBAF"/>
            </a:solidFill>
            <a:ln>
              <a:noFill/>
            </a:ln>
          </p:spPr>
          <p:style>
            <a:lnRef idx="2">
              <a:srgbClr val="00A5CC">
                <a:shade val="50000"/>
              </a:srgbClr>
            </a:lnRef>
            <a:fillRef idx="1">
              <a:srgbClr val="00A5CC"/>
            </a:fillRef>
            <a:effectRef idx="0">
              <a:srgbClr val="00A5CC"/>
            </a:effectRef>
            <a:fontRef idx="minor">
              <a:srgbClr val="FFFFFF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>
              <p:custDataLst>
                <p:tags r:id="rId9"/>
              </p:custDataLst>
            </p:nvPr>
          </p:nvSpPr>
          <p:spPr>
            <a:xfrm>
              <a:off x="2242" y="5531"/>
              <a:ext cx="1244" cy="96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1600" b="1" spc="3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解题</a:t>
              </a:r>
              <a:br>
                <a:rPr lang="zh-CN" altLang="en-US" sz="1600" b="1" spc="3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</a:br>
              <a:r>
                <a:rPr lang="zh-CN" altLang="en-US" sz="1600" b="1" spc="3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思路</a:t>
              </a:r>
              <a:endParaRPr lang="zh-CN" altLang="en-US" sz="1600" b="1" spc="3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9264015" y="3105150"/>
            <a:ext cx="2187575" cy="3347085"/>
            <a:chOff x="17395952" y="4962815"/>
            <a:chExt cx="1235881" cy="2128737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95952" y="4962815"/>
              <a:ext cx="1235881" cy="2128737"/>
            </a:xfrm>
            <a:prstGeom prst="rect">
              <a:avLst/>
            </a:prstGeom>
          </p:spPr>
        </p:pic>
        <p:sp>
          <p:nvSpPr>
            <p:cNvPr id="17" name="文本框 16"/>
            <p:cNvSpPr txBox="1"/>
            <p:nvPr/>
          </p:nvSpPr>
          <p:spPr>
            <a:xfrm>
              <a:off x="17713801" y="5281459"/>
              <a:ext cx="600541" cy="3711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/>
                <a:t>提示</a:t>
              </a:r>
              <a:endParaRPr lang="zh-CN" altLang="en-US" sz="3200" dirty="0"/>
            </a:p>
          </p:txBody>
        </p:sp>
      </p:grpSp>
    </p:spTree>
    <p:custDataLst>
      <p:tags r:id="rId1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>
            <p:custDataLst>
              <p:tags r:id="rId2"/>
            </p:custDataLst>
          </p:nvPr>
        </p:nvSpPr>
        <p:spPr>
          <a:xfrm>
            <a:off x="2802890" y="2288540"/>
            <a:ext cx="7174865" cy="7683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buClrTx/>
              <a:buSzTx/>
              <a:buFontTx/>
            </a:pPr>
            <a:r>
              <a:rPr lang="zh-CN" altLang="zh-CN" sz="4400" b="1" dirty="0">
                <a:latin typeface="+mj-ea"/>
                <a:ea typeface="+mj-ea"/>
                <a:cs typeface="+mj-ea"/>
                <a:sym typeface="+mn-ea"/>
              </a:rPr>
              <a:t>谢谢大家学习</a:t>
            </a:r>
            <a:endParaRPr lang="zh-CN" altLang="zh-CN" sz="4400" b="1" dirty="0">
              <a:latin typeface="+mj-ea"/>
              <a:ea typeface="+mj-ea"/>
              <a:cs typeface="+mj-ea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676" y="4489933"/>
            <a:ext cx="6096000" cy="1135054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6700" algn="ctr" latinLnBrk="1">
              <a:lnSpc>
                <a:spcPct val="150000"/>
              </a:lnSpc>
              <a:spcAft>
                <a:spcPts val="0"/>
              </a:spcAft>
            </a:pPr>
            <a:r>
              <a:rPr lang="en-US" altLang="zh-CN" sz="2400" b="1" kern="100" dirty="0">
                <a:solidFill>
                  <a:srgbClr val="2F5496"/>
                </a:solidFill>
                <a:latin typeface="+mn-ea"/>
              </a:rPr>
              <a:t>The wise lead The willing follow</a:t>
            </a:r>
            <a:endParaRPr lang="zh-CN" altLang="zh-CN" sz="2400" b="1" kern="100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zh-CN" sz="2400" b="1" kern="100" dirty="0">
                <a:solidFill>
                  <a:srgbClr val="2F5496"/>
                </a:solidFill>
                <a:latin typeface="+mn-ea"/>
                <a:cs typeface="Times New Roman" panose="02020603050405020304" charset="0"/>
              </a:rPr>
              <a:t>让学习者与优秀者同行</a:t>
            </a:r>
            <a:endParaRPr lang="zh-CN" altLang="en-US" sz="2400" b="1" dirty="0">
              <a:latin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32.xml><?xml version="1.0" encoding="utf-8"?>
<p:tagLst xmlns:p="http://schemas.openxmlformats.org/presentationml/2006/main">
  <p:tag name="KSO_WM_FULL_TEXT_BEAUTIFY_COPY_ID" val="35"/>
</p:tagLst>
</file>

<file path=ppt/tags/tag133.xml><?xml version="1.0" encoding="utf-8"?>
<p:tagLst xmlns:p="http://schemas.openxmlformats.org/presentationml/2006/main">
  <p:tag name="KSO_WM_FULL_TEXT_BEAUTIFY_COPY_ID" val="5"/>
</p:tagLst>
</file>

<file path=ppt/tags/tag134.xml><?xml version="1.0" encoding="utf-8"?>
<p:tagLst xmlns:p="http://schemas.openxmlformats.org/presentationml/2006/main">
  <p:tag name="KSO_WM_FULL_TEXT_BEAUTIFY_COPY_ID" val="10"/>
</p:tagLst>
</file>

<file path=ppt/tags/tag135.xml><?xml version="1.0" encoding="utf-8"?>
<p:tagLst xmlns:p="http://schemas.openxmlformats.org/presentationml/2006/main">
  <p:tag name="KSO_WM_FULL_TEXT_BEAUTIFY_COPY_ID" val="150995359"/>
</p:tagLst>
</file>

<file path=ppt/tags/tag13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8.xml><?xml version="1.0" encoding="utf-8"?>
<p:tagLst xmlns:p="http://schemas.openxmlformats.org/presentationml/2006/main">
  <p:tag name="ISLIDE.PICTURE" val="#237962;"/>
  <p:tag name="ISLIDE.VECTOR" val="#431601;"/>
</p:tagLst>
</file>

<file path=ppt/tags/tag139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0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1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2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3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4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5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6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7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8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9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0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1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2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3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4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5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6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7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8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9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60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61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62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6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2505_1*a*1"/>
  <p:tag name="KSO_WM_TEMPLATE_CATEGORY" val="diagram"/>
  <p:tag name="KSO_WM_TEMPLATE_INDEX" val="20212505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dfb909eadf484dc3876a0256f2cb5a48"/>
  <p:tag name="KSO_WM_UNIT_DECORATE_INFO" val=""/>
  <p:tag name="KSO_WM_UNIT_SM_LIMIT_TYPE" val=""/>
  <p:tag name="KSO_WM_CHIP_FILLAREA_FILL_RULE" val="{&quot;fill_align&quot;:&quot;lb&quot;,&quot;fill_mode&quot;:&quot;full&quot;,&quot;sacle_strategy&quot;:&quot;smart&quot;}"/>
  <p:tag name="KSO_WM_ASSEMBLE_CHIP_INDEX" val="ec7b93d0206d4dd484ef81e61a7129e0"/>
  <p:tag name="KSO_WM_UNIT_TEXT_FILL_FORE_SCHEMECOLOR_INDEX_BRIGHTNESS" val="0"/>
  <p:tag name="KSO_WM_UNIT_TEXT_FILL_FORE_SCHEMECOLOR_INDEX" val="13"/>
  <p:tag name="KSO_WM_UNIT_TEXT_FILL_TYPE" val="1"/>
  <p:tag name="KSO_WM_TEMPLATE_ASSEMBLE_XID" val="5f9fcf8958547e52881a49e8"/>
  <p:tag name="KSO_WM_TEMPLATE_ASSEMBLE_GROUPID" val="5f9fcf8958547e52881a49e8"/>
</p:tagLst>
</file>

<file path=ppt/tags/tag260.xml><?xml version="1.0" encoding="utf-8"?>
<p:tagLst xmlns:p="http://schemas.openxmlformats.org/presentationml/2006/main">
  <p:tag name="KSO_WM_SLIDE_ID" val="diagram2021250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12505"/>
  <p:tag name="KSO_WM_SLIDE_TYPE" val="text"/>
  <p:tag name="KSO_WM_SLIDE_SUBTYPE" val="picTxt"/>
  <p:tag name="KSO_WM_SLIDE_SIZE" val="959*539"/>
  <p:tag name="KSO_WM_SLIDE_POSITION" val="0*0"/>
  <p:tag name="KSO_WM_DIAGRAM_GROUP_CODE" val="m1-1"/>
  <p:tag name="KSO_WM_SLIDE_DIAGTYPE" val="m"/>
  <p:tag name="KSO_WM_SLIDE_LAYOUT" val="a_d_f"/>
  <p:tag name="KSO_WM_SLIDE_LAYOUT_CNT" val="1_1_1"/>
  <p:tag name="KSO_WM_SLIDE_COLORSCHEME_VERSION" val="3.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0-11-02T17:21:13&quot;,&quot;maxSize&quot;:{&quot;size1&quot;:49.99961833602962},&quot;minSize&quot;:{&quot;size1&quot;:37.49961833602962},&quot;normalSize&quot;:{&quot;size1&quot;:48.599618336029621},&quot;subLayout&quot;:[{&quot;id&quot;:&quot;2020-11-02T17:21:13&quot;,&quot;maxSize&quot;:{&quot;size1&quot;:51.100000000000001},&quot;minSize&quot;:{&quot;size1&quot;:31.100000000000001},&quot;normalSize&quot;:{&quot;size1&quot;:40.100000000000001},&quot;subLayout&quot;:[{&quot;id&quot;:&quot;2020-11-02T17:21:13&quot;,&quot;margin&quot;:{&quot;bottom&quot;:0.026000002399086952,&quot;left&quot;:2.5399999618530273,&quot;right&quot;:0.026000002399086952,&quot;top&quot;:3.809999942779541},&quot;type&quot;:0},{&quot;id&quot;:&quot;2020-11-02T17:21:13&quot;,&quot;margin&quot;:{&quot;bottom&quot;:4.2329998016357422,&quot;left&quot;:2.5399999618530273,&quot;right&quot;:0.026000002399086952,&quot;top&quot;:0.81999999284744263},&quot;type&quot;:0}],&quot;type&quot;:0},{&quot;id&quot;:&quot;2020-11-02T17:21:13&quot;,&quot;margin&quot;:{&quot;bottom&quot;:1.6929999589920044,&quot;left&quot;:2.1170001029968262,&quot;right&quot;:2.5399999618530273,&quot;top&quot;:1.6929999589920044},&quot;type&quot;:0}],&quot;type&quot;:0}"/>
  <p:tag name="KSO_WM_SLIDE_BACKGROUND" val="[&quot;general&quot;]"/>
  <p:tag name="KSO_WM_SLIDE_RATIO" val="1.777778"/>
  <p:tag name="KSO_WM_CHIP_INFOS" val="{&quot;layout_type&quot;:&quot;leftright&quot;,&quot;layout_feature&quot;:1,&quot;tags&quot;:{&quot;style&quot;:[&quot;商务&quot;,&quot;简约&quot;,&quot;文艺清新&quot;,&quot;中国风&quot;,&quot;卡通&quot;,&quot;欧美风&quot;,&quot;黑板风&quot;,&quot;渐变风&quot;,&quot;党政风&quot;]},&quot;slide_type&quot;:[&quot;text&quot;],&quot;aspect_ratio&quot;:&quot;16:9&quot;,&quot;diagram&quot;:{&quot;type&quot;:[],&quot;direction&quot;:0,&quot;isSupportDecBetweenItems&quot;:false}}"/>
  <p:tag name="KSO_WM_CHIP_FILLPROP" val="[[{&quot;fill_id&quot;:&quot;d72ddcd8164b47abbb844c26f9b1c22e&quot;,&quot;fill_align&quot;:&quot;lb&quot;,&quot;text_align&quot;:&quot;lb&quot;,&quot;text_direction&quot;:&quot;horizontal&quot;,&quot;chip_types&quot;:[&quot;header&quot;]},{&quot;fill_id&quot;:&quot;ac4bd4ae6b3343f1999d7f7c8f946581&quot;,&quot;fill_align&quot;:&quot;lt&quot;,&quot;text_align&quot;:&quot;lt&quot;,&quot;text_direction&quot;:&quot;horizontal&quot;,&quot;chip_types&quot;:[&quot;text&quot;,&quot;chart&quot;,&quot;table&quot;]},{&quot;fill_id&quot;:&quot;0d50cc8ab1cb48459d90f269727d3fbc&quot;,&quot;fill_align&quot;:&quot;lm&quot;,&quot;text_align&quot;:&quot;lm&quot;,&quot;text_direction&quot;:&quot;horizontal&quot;,&quot;chip_types&quot;:[&quot;pictext&quot;,&quot;picture&quot;,&quot;chart&quot;,&quot;table&quot;,&quot;video&quot;],&quot;support_features&quot;:[&quot;collage&quot;,&quot;carousel&quot;,&quot;creativecrop&quot;]}]]"/>
  <p:tag name="KSO_WM_CHIP_XID" val="5ef3191ec6295c63c1a2e033"/>
  <p:tag name="KSO_WM_CHIP_GROUPID" val="5ef3191ec6295c63c1a2e032"/>
  <p:tag name="KSO_WM_SLIDE_BK_DARK_LIGHT" val="2"/>
  <p:tag name="KSO_WM_SLIDE_BACKGROUND_TYPE" val="general"/>
  <p:tag name="KSO_WM_SLIDE_SUPPORT_FEATURE_TYPE" val="7"/>
  <p:tag name="KSO_WM_TEMPLATE_ASSEMBLE_XID" val="5f9fcf8958547e52881a49e8"/>
  <p:tag name="KSO_WM_TEMPLATE_ASSEMBLE_GROUPID" val="5f9fcf8958547e52881a49e8"/>
</p:tagLst>
</file>

<file path=ppt/tags/tag26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8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8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8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8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8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8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2505_1*a*1"/>
  <p:tag name="KSO_WM_TEMPLATE_CATEGORY" val="diagram"/>
  <p:tag name="KSO_WM_TEMPLATE_INDEX" val="20212505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dfb909eadf484dc3876a0256f2cb5a48"/>
  <p:tag name="KSO_WM_UNIT_DECORATE_INFO" val=""/>
  <p:tag name="KSO_WM_UNIT_SM_LIMIT_TYPE" val=""/>
  <p:tag name="KSO_WM_CHIP_FILLAREA_FILL_RULE" val="{&quot;fill_align&quot;:&quot;lb&quot;,&quot;fill_mode&quot;:&quot;full&quot;,&quot;sacle_strategy&quot;:&quot;smart&quot;}"/>
  <p:tag name="KSO_WM_ASSEMBLE_CHIP_INDEX" val="ec7b93d0206d4dd484ef81e61a7129e0"/>
  <p:tag name="KSO_WM_UNIT_TEXT_FILL_FORE_SCHEMECOLOR_INDEX_BRIGHTNESS" val="0"/>
  <p:tag name="KSO_WM_UNIT_TEXT_FILL_FORE_SCHEMECOLOR_INDEX" val="13"/>
  <p:tag name="KSO_WM_UNIT_TEXT_FILL_TYPE" val="1"/>
  <p:tag name="KSO_WM_TEMPLATE_ASSEMBLE_XID" val="5f9fcf8958547e52881a49e8"/>
  <p:tag name="KSO_WM_TEMPLATE_ASSEMBLE_GROUPID" val="5f9fcf8958547e52881a49e8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h_i*1_2_1_1"/>
  <p:tag name="KSO_WM_TEMPLATE_CATEGORY" val="diagram"/>
  <p:tag name="KSO_WM_TEMPLATE_INDEX" val="20169686"/>
  <p:tag name="KSO_WM_UNIT_LAYERLEVEL" val="1_1_1_1"/>
  <p:tag name="KSO_WM_TAG_VERSION" val="1.0"/>
  <p:tag name="KSO_WM_UNIT_FILL_FORE_SCHEMECOLOR_INDEX" val="5"/>
  <p:tag name="KSO_WM_UNIT_FILL_TYPE" val="1"/>
  <p:tag name="KSO_WM_UNIT_TEXT_FILL_FORE_SCHEMECOLOR_INDEX" val="2"/>
  <p:tag name="KSO_WM_UNIT_TEXT_FILL_TYPE" val="1"/>
</p:tagLst>
</file>

<file path=ppt/tags/tag287.xml><?xml version="1.0" encoding="utf-8"?>
<p:tagLst xmlns:p="http://schemas.openxmlformats.org/presentationml/2006/main">
  <p:tag name="KSO_WM_UNIT_PRESET_TEXT" val="单击此处添加文本具体内容，简明扼要地阐述你的观点"/>
  <p:tag name="KSO_WM_UNIT_NOCLEAR" val="0"/>
  <p:tag name="KSO_WM_UNIT_VALUE" val="32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h_f*1_2_1_1"/>
  <p:tag name="KSO_WM_TEMPLATE_CATEGORY" val="diagram"/>
  <p:tag name="KSO_WM_TEMPLATE_INDEX" val="20169686"/>
  <p:tag name="KSO_WM_UNIT_LAYERLEVEL" val="1_1_1_1"/>
  <p:tag name="KSO_WM_TAG_VERSION" val="1.0"/>
  <p:tag name="KSO_WM_UNIT_TEXT_FILL_FORE_SCHEMECOLOR_INDEX" val="13"/>
  <p:tag name="KSO_WM_UNIT_TEXT_FILL_TYPE" val="1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i*1_1_1"/>
  <p:tag name="KSO_WM_TEMPLATE_CATEGORY" val="diagram"/>
  <p:tag name="KSO_WM_TEMPLATE_INDEX" val="20169686"/>
  <p:tag name="KSO_WM_UNIT_LAYERLEVEL" val="1_1_1"/>
  <p:tag name="KSO_WM_TAG_VERSION" val="1.0"/>
  <p:tag name="KSO_WM_UNIT_TEXT_FILL_FORE_SCHEMECOLOR_INDEX" val="2"/>
  <p:tag name="KSO_WM_UNIT_TEXT_FILL_TYPE" val="1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i*1_1_2"/>
  <p:tag name="KSO_WM_TEMPLATE_CATEGORY" val="diagram"/>
  <p:tag name="KSO_WM_TEMPLATE_INDEX" val="20169686"/>
  <p:tag name="KSO_WM_UNIT_LAYERLEVEL" val="1_1_1"/>
  <p:tag name="KSO_WM_TAG_VERSION" val="1.0"/>
  <p:tag name="KSO_WM_UNIT_FILL_FORE_SCHEMECOLOR_INDEX" val="14"/>
  <p:tag name="KSO_WM_UNIT_FILL_TYPE" val="1"/>
  <p:tag name="KSO_WM_UNIT_TEXT_FILL_FORE_SCHEMECOLOR_INDEX" val="2"/>
  <p:tag name="KSO_WM_UNIT_TEXT_FILL_TYPE" val="1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h_i*1_2_2_1"/>
  <p:tag name="KSO_WM_TEMPLATE_CATEGORY" val="diagram"/>
  <p:tag name="KSO_WM_TEMPLATE_INDEX" val="20169686"/>
  <p:tag name="KSO_WM_UNIT_LAYERLEVEL" val="1_1_1_1"/>
  <p:tag name="KSO_WM_TAG_VERSION" val="1.0"/>
  <p:tag name="KSO_WM_UNIT_FILL_FORE_SCHEMECOLOR_INDEX" val="6"/>
  <p:tag name="KSO_WM_UNIT_FILL_TYPE" val="1"/>
  <p:tag name="KSO_WM_UNIT_TEXT_FILL_FORE_SCHEMECOLOR_INDEX" val="14"/>
  <p:tag name="KSO_WM_UNIT_TEXT_FILL_TYPE" val="1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h_i*1_2_3_1"/>
  <p:tag name="KSO_WM_TEMPLATE_CATEGORY" val="diagram"/>
  <p:tag name="KSO_WM_TEMPLATE_INDEX" val="20169686"/>
  <p:tag name="KSO_WM_UNIT_LAYERLEVEL" val="1_1_1_1"/>
  <p:tag name="KSO_WM_TAG_VERSION" val="1.0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i*1_1_3"/>
  <p:tag name="KSO_WM_TEMPLATE_CATEGORY" val="diagram"/>
  <p:tag name="KSO_WM_TEMPLATE_INDEX" val="20169686"/>
  <p:tag name="KSO_WM_UNIT_LAYERLEVEL" val="1_1_1"/>
  <p:tag name="KSO_WM_TAG_VERSION" val="1.0"/>
  <p:tag name="KSO_WM_UNIT_TEXT_FILL_FORE_SCHEMECOLOR_INDEX" val="13"/>
  <p:tag name="KSO_WM_UNIT_TEXT_FILL_TYPE" val="1"/>
</p:tagLst>
</file>

<file path=ppt/tags/tag293.xml><?xml version="1.0" encoding="utf-8"?>
<p:tagLst xmlns:p="http://schemas.openxmlformats.org/presentationml/2006/main">
  <p:tag name="KSO_WM_SLIDE_ID" val="diagram2021250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12505"/>
  <p:tag name="KSO_WM_SLIDE_TYPE" val="text"/>
  <p:tag name="KSO_WM_SLIDE_SUBTYPE" val="picTxt"/>
  <p:tag name="KSO_WM_SLIDE_SIZE" val="959*539"/>
  <p:tag name="KSO_WM_SLIDE_POSITION" val="0*0"/>
  <p:tag name="KSO_WM_DIAGRAM_GROUP_CODE" val="m1-1"/>
  <p:tag name="KSO_WM_SLIDE_DIAGTYPE" val="m"/>
  <p:tag name="KSO_WM_SLIDE_LAYOUT" val="a_d_f"/>
  <p:tag name="KSO_WM_SLIDE_LAYOUT_CNT" val="1_1_1"/>
  <p:tag name="KSO_WM_SLIDE_COLORSCHEME_VERSION" val="3.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0-11-02T17:21:13&quot;,&quot;maxSize&quot;:{&quot;size1&quot;:49.99961833602962},&quot;minSize&quot;:{&quot;size1&quot;:37.49961833602962},&quot;normalSize&quot;:{&quot;size1&quot;:48.599618336029621},&quot;subLayout&quot;:[{&quot;id&quot;:&quot;2020-11-02T17:21:13&quot;,&quot;maxSize&quot;:{&quot;size1&quot;:51.100000000000001},&quot;minSize&quot;:{&quot;size1&quot;:31.100000000000001},&quot;normalSize&quot;:{&quot;size1&quot;:40.100000000000001},&quot;subLayout&quot;:[{&quot;id&quot;:&quot;2020-11-02T17:21:13&quot;,&quot;margin&quot;:{&quot;bottom&quot;:0.026000002399086952,&quot;left&quot;:2.5399999618530273,&quot;right&quot;:0.026000002399086952,&quot;top&quot;:3.809999942779541},&quot;type&quot;:0},{&quot;id&quot;:&quot;2020-11-02T17:21:13&quot;,&quot;margin&quot;:{&quot;bottom&quot;:4.2329998016357422,&quot;left&quot;:2.5399999618530273,&quot;right&quot;:0.026000002399086952,&quot;top&quot;:0.81999999284744263},&quot;type&quot;:0}],&quot;type&quot;:0},{&quot;id&quot;:&quot;2020-11-02T17:21:13&quot;,&quot;margin&quot;:{&quot;bottom&quot;:1.6929999589920044,&quot;left&quot;:2.1170001029968262,&quot;right&quot;:2.5399999618530273,&quot;top&quot;:1.6929999589920044},&quot;type&quot;:0}],&quot;type&quot;:0}"/>
  <p:tag name="KSO_WM_SLIDE_BACKGROUND" val="[&quot;general&quot;]"/>
  <p:tag name="KSO_WM_SLIDE_RATIO" val="1.777778"/>
  <p:tag name="KSO_WM_CHIP_INFOS" val="{&quot;layout_type&quot;:&quot;leftright&quot;,&quot;layout_feature&quot;:1,&quot;tags&quot;:{&quot;style&quot;:[&quot;商务&quot;,&quot;简约&quot;,&quot;文艺清新&quot;,&quot;中国风&quot;,&quot;卡通&quot;,&quot;欧美风&quot;,&quot;黑板风&quot;,&quot;渐变风&quot;,&quot;党政风&quot;]},&quot;slide_type&quot;:[&quot;text&quot;],&quot;aspect_ratio&quot;:&quot;16:9&quot;,&quot;diagram&quot;:{&quot;type&quot;:[],&quot;direction&quot;:0,&quot;isSupportDecBetweenItems&quot;:false}}"/>
  <p:tag name="KSO_WM_CHIP_FILLPROP" val="[[{&quot;fill_id&quot;:&quot;d72ddcd8164b47abbb844c26f9b1c22e&quot;,&quot;fill_align&quot;:&quot;lb&quot;,&quot;text_align&quot;:&quot;lb&quot;,&quot;text_direction&quot;:&quot;horizontal&quot;,&quot;chip_types&quot;:[&quot;header&quot;]},{&quot;fill_id&quot;:&quot;ac4bd4ae6b3343f1999d7f7c8f946581&quot;,&quot;fill_align&quot;:&quot;lt&quot;,&quot;text_align&quot;:&quot;lt&quot;,&quot;text_direction&quot;:&quot;horizontal&quot;,&quot;chip_types&quot;:[&quot;text&quot;,&quot;chart&quot;,&quot;table&quot;]},{&quot;fill_id&quot;:&quot;0d50cc8ab1cb48459d90f269727d3fbc&quot;,&quot;fill_align&quot;:&quot;lm&quot;,&quot;text_align&quot;:&quot;lm&quot;,&quot;text_direction&quot;:&quot;horizontal&quot;,&quot;chip_types&quot;:[&quot;pictext&quot;,&quot;picture&quot;,&quot;chart&quot;,&quot;table&quot;,&quot;video&quot;],&quot;support_features&quot;:[&quot;collage&quot;,&quot;carousel&quot;,&quot;creativecrop&quot;]}]]"/>
  <p:tag name="KSO_WM_CHIP_XID" val="5ef3191ec6295c63c1a2e033"/>
  <p:tag name="KSO_WM_CHIP_GROUPID" val="5ef3191ec6295c63c1a2e032"/>
  <p:tag name="KSO_WM_SLIDE_BK_DARK_LIGHT" val="2"/>
  <p:tag name="KSO_WM_SLIDE_BACKGROUND_TYPE" val="general"/>
  <p:tag name="KSO_WM_SLIDE_SUPPORT_FEATURE_TYPE" val="7"/>
  <p:tag name="KSO_WM_TEMPLATE_ASSEMBLE_XID" val="5f9fcf8958547e52881a49e8"/>
  <p:tag name="KSO_WM_TEMPLATE_ASSEMBLE_GROUPID" val="5f9fcf8958547e52881a49e8"/>
</p:tagLst>
</file>

<file path=ppt/tags/tag294.xml><?xml version="1.0" encoding="utf-8"?>
<p:tagLst xmlns:p="http://schemas.openxmlformats.org/presentationml/2006/main">
  <p:tag name="KSO_WM_FULL_TEXT_BEAUTIFY_COPY_ID" val="35"/>
</p:tagLst>
</file>

<file path=ppt/tags/tag295.xml><?xml version="1.0" encoding="utf-8"?>
<p:tagLst xmlns:p="http://schemas.openxmlformats.org/presentationml/2006/main">
  <p:tag name="KSO_WM_FULL_TEXT_BEAUTIFY_COPY_ID" val="150995359"/>
</p:tagLst>
</file>

<file path=ppt/tags/tag296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bIns="36195" rtlCol="0" anchor="ctr" anchorCtr="1">
        <a:spAutoFit/>
        <a:scene3d>
          <a:camera prst="orthographicFront"/>
          <a:lightRig rig="threePt" dir="t"/>
        </a:scene3d>
        <a:sp3d contourW="12700"/>
      </a:bodyPr>
      <a:lstStyle>
        <a:defPPr algn="ctr">
          <a:buClrTx/>
          <a:buSzTx/>
          <a:buFontTx/>
          <a:defRPr lang="zh-CN" altLang="en-US" sz="3200" b="1" dirty="0" smtClean="0">
            <a:latin typeface="+mj-ea"/>
            <a:ea typeface="+mj-ea"/>
            <a:cs typeface="+mj-ea"/>
            <a:sym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1376</Words>
  <Application>WPS 演示</Application>
  <PresentationFormat>宽屏</PresentationFormat>
  <Paragraphs>273</Paragraphs>
  <Slides>18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18</vt:i4>
      </vt:variant>
    </vt:vector>
  </HeadingPairs>
  <TitlesOfParts>
    <vt:vector size="34" baseType="lpstr">
      <vt:lpstr>Arial</vt:lpstr>
      <vt:lpstr>宋体</vt:lpstr>
      <vt:lpstr>Wingdings</vt:lpstr>
      <vt:lpstr>微软雅黑</vt:lpstr>
      <vt:lpstr>Wingdings</vt:lpstr>
      <vt:lpstr>Kaiti SC Bold</vt:lpstr>
      <vt:lpstr>Times New Roman</vt:lpstr>
      <vt:lpstr>Segoe UI</vt:lpstr>
      <vt:lpstr>Arial</vt:lpstr>
      <vt:lpstr>思源宋体</vt:lpstr>
      <vt:lpstr>Helvetica</vt:lpstr>
      <vt:lpstr>Kaiti SC Bold</vt:lpstr>
      <vt:lpstr>JetBrainsMono NF</vt:lpstr>
      <vt:lpstr>1_自定义设计方案</vt:lpstr>
      <vt:lpstr>自定义设计方案</vt:lpstr>
      <vt:lpstr>1_Office 主题​​</vt:lpstr>
      <vt:lpstr>cover</vt:lpstr>
      <vt:lpstr>introduction</vt:lpstr>
      <vt:lpstr>thinking</vt:lpstr>
      <vt:lpstr>start</vt:lpstr>
      <vt:lpstr>catalog_one</vt:lpstr>
      <vt:lpstr>description</vt:lpstr>
      <vt:lpstr>catalog_two</vt:lpstr>
      <vt:lpstr>target</vt:lpstr>
      <vt:lpstr>catalog_three</vt:lpstr>
      <vt:lpstr>knowledge_reserve</vt:lpstr>
      <vt:lpstr>catalog_four</vt:lpstr>
      <vt:lpstr>task_implementation</vt:lpstr>
      <vt:lpstr>catalog_five</vt:lpstr>
      <vt:lpstr>summary</vt:lpstr>
      <vt:lpstr>key_difficulties_summary</vt:lpstr>
      <vt:lpstr>catalog_six</vt:lpstr>
      <vt:lpstr>expansion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1176</cp:revision>
  <dcterms:created xsi:type="dcterms:W3CDTF">2019-06-19T02:08:00Z</dcterms:created>
  <dcterms:modified xsi:type="dcterms:W3CDTF">2026-05-23T11:51:06Z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29CC994CBA7D4455B5600FA8B29735E8_13</vt:lpwstr>
  </property>
</Properties>
</file>