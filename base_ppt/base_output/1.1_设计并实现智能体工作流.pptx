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第一章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设计并实现智能体工作流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智能体应用初探专项实战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某物流分拣中心每天处理上万件包裹，从卸货到装车需经过扫码、称重、分拣、复核等固定步骤，操作员只需照屏幕提示执行，这套流程已稳定运行三年。然而，经理希望引入新系统：让系统自主判断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遇到条码污损包裹，先清洁再扫码；发现疑似易碎品，自动改走缓降滑道；还能根据实时车流调整分拣优先级。这引发了与传统自动化流程的本质差异思考：新系统需要具备哪些功能才能在企业场景中稳定工作？如何用指令让系统理解并执行经理的设想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新系统与传统工作流的核心区别是什么？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新系统需要具备哪些功能才能稳定工作？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如何用你的话对系统下指令来实现经理的想法？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本任务旨在指导学员完成基于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平台的智能问答助手搭建任务，并在项目中辨析智能体与工作流的概念，掌握二者的核心能力框架以及实际应用开发流程。学员将学习如何使用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的可视化工作流和提示词工程方法，构建一个具备基础对话能力的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搭建基于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RAGFlow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的智能问答助手；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辨析智能体与工作流的概念；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掌握核心能力框架和开发流程；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能准确区分智能体与工作流的适用场景；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能根据场景编写有效的系统提示词；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能根据场景编写有效的系统提示词；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能准确区分智能体与工作流的适用场景；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能完成可交互的智能问答应用并优化；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能认识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赋能传统产业升级的价值；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重点：掌握有效的系统提示词编写方法；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难点：理解改变提示词和参数对模型输出的影响；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通过本任务，我们不仅能够完成一个基础智能问答助手的搭建，更重要的是理解：智能体开发并不是简单地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调用一个模型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，而是围绕业务目标进行场景设定、工作流搭建、提示词配置、测试验证和持续改进的过程。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区分智能体与工作流的概念；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理解提示词对模型输出的影响；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掌握系统提示词编写方法；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</a:rPr>
              <a:t>理解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RAGFlow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工作流构建步骤；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掌握模型参数调节技巧；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建立评估体系优化智能体；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针对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企业设备报修工单助手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构建智能体，思考这个场景下需要的功能，以及配合设定的系统提示词和参数，并仿照实操过程建立版本迭代流程。设定其他参数，调节智能体的回答风格，总结并评价输出结果。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20195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首先分析企业设备报修场景需求，确定智能体角色和功能边界；然后编写系统提示词并设定初始参数，建立评估指标；最后通过迭代优化提示词和调整参数，逐步提升回答质量。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WPS 演示</Application>
  <PresentationFormat>宽屏</PresentationFormat>
  <Paragraphs>273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1177</cp:revision>
  <dcterms:created xsi:type="dcterms:W3CDTF">2019-06-19T02:08:00Z</dcterms:created>
  <dcterms:modified xsi:type="dcterms:W3CDTF">2026-05-23T12:29:53Z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A0AFCBC85E964FD496097BC995824678_13</vt:lpwstr>
  </property>
</Properties>
</file>