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第一章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设计并实现智能体工作流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智能体应用初探专项实战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某物流分拣中心引入新系统，要求从固定流程操作转变为智能决策：系统需自动判断条码污损包裹的清洁处理、易碎品的缓降滑道分流，并根据实时车流调整分拣优先级，实现从传统自动化向智能化自动化的升级。</a:t>
            </a:r>
            <a:endParaRPr lang="zh-CN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传统自动化与智能化自动化的核心区别是什么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新系统要稳定运行需要具备哪些关键功能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用自然语言给系统下指令需要包含哪些要素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本任务旨在指导学员完成基于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平台的智能问答助手搭建任务，并在项目中辨析智能体与工作流的概念，掌握二者的核心能力框架以及实际应用开发流程。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能准确区分智能体与工作流的适用场景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能根据任务特征做出合理的技术选型和搭配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能根据实际场景编写有效的系统提示词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能完成一个可交互的智能问答应用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能调整提示词和参数优化智能体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能编写有效提示词构建智能问答应用，并优化调整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能区分智能体与工作流场景，做出合理技术选型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认识到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AI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赋能传统产业升级的价值，具备开阔技术视野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主动思考如何将所学技能服务于国家智能制造与数字化转型战略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重点：掌握有效的系统提示词编写方法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难点：理解改变提示词和参数对模型输出的影响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</a:rPr>
              <a:t>本任务不仅能完成基础智能问答助手的搭建，更重要的是理解：智能体开发并非简单调用模型，而是围绕业务目标进行场景设定、工作流搭建、提示词配置、测试验证和持续改进。通过搭建最小可运行应用，以评估指标发现不足，构成完整实训学习闭环。</a:t>
            </a:r>
            <a:endParaRPr lang="zh-CN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智能体与工作流的区别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提示词参数对输出的影响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RAGFlow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可视化工作流搭建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系统提示词编写方法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模型参数调试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评估指标体系建设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任务一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设计并实现智能体工作流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针对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企业设备报修工单助手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构建智能体，思考这个场景下需要的功能，以及配合设定的系统提示词和参数，并仿照实操过程建立版本迭代流程。设定其他参数，调节智能体的回答风格，总结并评价输出结果。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技能实践题要求学员针对具体场景构建智能体，通过设定系统提示词和参数，建立版本迭代流程，并调节模型参数评价输出结果，深化对智能体工作流开发的理解。</a:t>
            </a:r>
            <a:endParaRPr 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1413</Words>
  <Application>WPS 演示</Application>
  <PresentationFormat>宽屏</PresentationFormat>
  <Paragraphs>273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2026-05-23T05:01:07Z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3A650CDC92534313A46DAF5F87F15A08_13</vt:lpwstr>
  </property>
</Properties>
</file>