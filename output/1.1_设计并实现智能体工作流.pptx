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71" r:id="rId4"/>
  </p:sldMasterIdLst>
  <p:notesMasterIdLst>
    <p:notesMasterId r:id="rId6"/>
  </p:notesMasterIdLst>
  <p:handoutMasterIdLst>
    <p:handoutMasterId r:id="rId57"/>
  </p:handoutMasterIdLst>
  <p:sldIdLst>
    <p:sldId id="415" r:id="rId5"/>
    <p:sldId id="2437" r:id="rId7"/>
    <p:sldId id="2439" r:id="rId8"/>
    <p:sldId id="1383" r:id="rId9"/>
    <p:sldId id="2824" r:id="rId10"/>
    <p:sldId id="2825" r:id="rId11"/>
    <p:sldId id="2826" r:id="rId12"/>
    <p:sldId id="2827" r:id="rId13"/>
    <p:sldId id="2828" r:id="rId14"/>
    <p:sldId id="2855" r:id="rId15"/>
    <p:sldId id="2856" r:id="rId16"/>
    <p:sldId id="2857" r:id="rId17"/>
    <p:sldId id="2858" r:id="rId18"/>
    <p:sldId id="2859" r:id="rId19"/>
    <p:sldId id="2860" r:id="rId20"/>
    <p:sldId id="2861" r:id="rId21"/>
    <p:sldId id="2862" r:id="rId22"/>
    <p:sldId id="2863" r:id="rId23"/>
    <p:sldId id="2864" r:id="rId24"/>
    <p:sldId id="2865" r:id="rId25"/>
    <p:sldId id="2866" r:id="rId26"/>
    <p:sldId id="2867" r:id="rId27"/>
    <p:sldId id="2868" r:id="rId28"/>
    <p:sldId id="2869" r:id="rId29"/>
    <p:sldId id="2870" r:id="rId30"/>
    <p:sldId id="2871" r:id="rId31"/>
    <p:sldId id="2872" r:id="rId32"/>
    <p:sldId id="2830" r:id="rId33"/>
    <p:sldId id="2838" r:id="rId34"/>
    <p:sldId id="2839" r:id="rId35"/>
    <p:sldId id="2840" r:id="rId36"/>
    <p:sldId id="2841" r:id="rId37"/>
    <p:sldId id="2842" r:id="rId38"/>
    <p:sldId id="2843" r:id="rId39"/>
    <p:sldId id="2844" r:id="rId40"/>
    <p:sldId id="2845" r:id="rId41"/>
    <p:sldId id="2846" r:id="rId42"/>
    <p:sldId id="2847" r:id="rId43"/>
    <p:sldId id="2848" r:id="rId44"/>
    <p:sldId id="2849" r:id="rId45"/>
    <p:sldId id="2850" r:id="rId46"/>
    <p:sldId id="2851" r:id="rId47"/>
    <p:sldId id="2852" r:id="rId48"/>
    <p:sldId id="2853" r:id="rId49"/>
    <p:sldId id="2854" r:id="rId50"/>
    <p:sldId id="2832" r:id="rId51"/>
    <p:sldId id="2833" r:id="rId52"/>
    <p:sldId id="2835" r:id="rId53"/>
    <p:sldId id="2836" r:id="rId54"/>
    <p:sldId id="2837" r:id="rId55"/>
    <p:sldId id="1698" r:id="rId56"/>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202e774-de37-4b27-8700-364557680ee2}">
          <p14:sldIdLst>
            <p14:sldId id="415"/>
            <p14:sldId id="2437"/>
            <p14:sldId id="2439"/>
            <p14:sldId id="1383"/>
            <p14:sldId id="2824"/>
            <p14:sldId id="2825"/>
            <p14:sldId id="2826"/>
            <p14:sldId id="2827"/>
            <p14:sldId id="2828"/>
            <p14:sldId id="2855"/>
            <p14:sldId id="2856"/>
            <p14:sldId id="2857"/>
            <p14:sldId id="2858"/>
            <p14:sldId id="2859"/>
            <p14:sldId id="2860"/>
            <p14:sldId id="2861"/>
            <p14:sldId id="2862"/>
            <p14:sldId id="2863"/>
            <p14:sldId id="2864"/>
            <p14:sldId id="2865"/>
            <p14:sldId id="2866"/>
            <p14:sldId id="2867"/>
            <p14:sldId id="2868"/>
            <p14:sldId id="2869"/>
            <p14:sldId id="2870"/>
            <p14:sldId id="2871"/>
            <p14:sldId id="2872"/>
            <p14:sldId id="2830"/>
            <p14:sldId id="2838"/>
            <p14:sldId id="2839"/>
            <p14:sldId id="2840"/>
            <p14:sldId id="2841"/>
            <p14:sldId id="2842"/>
            <p14:sldId id="2843"/>
            <p14:sldId id="2844"/>
            <p14:sldId id="2845"/>
            <p14:sldId id="2846"/>
            <p14:sldId id="2847"/>
            <p14:sldId id="2848"/>
            <p14:sldId id="2849"/>
            <p14:sldId id="2850"/>
            <p14:sldId id="2851"/>
            <p14:sldId id="2852"/>
            <p14:sldId id="2853"/>
            <p14:sldId id="2854"/>
            <p14:sldId id="2832"/>
            <p14:sldId id="2833"/>
            <p14:sldId id="2835"/>
            <p14:sldId id="2836"/>
            <p14:sldId id="2837"/>
            <p14:sldId id="1698"/>
          </p14:sldIdLst>
        </p14:section>
      </p14:sectionLst>
    </p:ext>
    <p:ext uri="{EFAFB233-063F-42B5-8137-9DF3F51BA10A}">
      <p15:sldGuideLst xmlns:p15="http://schemas.microsoft.com/office/powerpoint/2012/main">
        <p15:guide id="1" orient="horz" pos="1728" userDrawn="1">
          <p15:clr>
            <a:srgbClr val="A4A3A4"/>
          </p15:clr>
        </p15:guide>
        <p15:guide id="2" pos="37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28"/>
        <p:guide pos="37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2" Type="http://schemas.openxmlformats.org/officeDocument/2006/relationships/tags" Target="tags/tag478.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notesMaster" Target="notesMasters/notesMaster1.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F06CDB3-D59E-4E14-99D6-5B04FA31394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9" Type="http://schemas.openxmlformats.org/officeDocument/2006/relationships/theme" Target="../theme/theme3.xml"/><Relationship Id="rId18" Type="http://schemas.openxmlformats.org/officeDocument/2006/relationships/image" Target="../media/image2.png"/><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959925"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7.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4.xml"/><Relationship Id="rId2" Type="http://schemas.openxmlformats.org/officeDocument/2006/relationships/tags" Target="../tags/tag136.xml"/><Relationship Id="rId1" Type="http://schemas.openxmlformats.org/officeDocument/2006/relationships/image" Target="../media/image5.emf"/></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6.xml"/><Relationship Id="rId2" Type="http://schemas.openxmlformats.org/officeDocument/2006/relationships/tags" Target="../tags/tag138.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notesSlide" Target="../notesSlides/notesSlide4.xml"/><Relationship Id="rId25" Type="http://schemas.openxmlformats.org/officeDocument/2006/relationships/slideLayout" Target="../slideLayouts/slideLayout15.xml"/><Relationship Id="rId24" Type="http://schemas.openxmlformats.org/officeDocument/2006/relationships/tags" Target="../tags/tag162.xml"/><Relationship Id="rId23" Type="http://schemas.openxmlformats.org/officeDocument/2006/relationships/tags" Target="../tags/tag161.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tags" Target="../tags/tag158.xml"/><Relationship Id="rId2" Type="http://schemas.openxmlformats.org/officeDocument/2006/relationships/tags" Target="../tags/tag140.xml"/><Relationship Id="rId19" Type="http://schemas.openxmlformats.org/officeDocument/2006/relationships/tags" Target="../tags/tag157.xml"/><Relationship Id="rId18" Type="http://schemas.openxmlformats.org/officeDocument/2006/relationships/tags" Target="../tags/tag156.xml"/><Relationship Id="rId17" Type="http://schemas.openxmlformats.org/officeDocument/2006/relationships/tags" Target="../tags/tag155.xml"/><Relationship Id="rId16" Type="http://schemas.openxmlformats.org/officeDocument/2006/relationships/tags" Target="../tags/tag154.xml"/><Relationship Id="rId15" Type="http://schemas.openxmlformats.org/officeDocument/2006/relationships/tags" Target="../tags/tag153.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6" Type="http://schemas.openxmlformats.org/officeDocument/2006/relationships/notesSlide" Target="../notesSlides/notesSlide5.xml"/><Relationship Id="rId25" Type="http://schemas.openxmlformats.org/officeDocument/2006/relationships/slideLayout" Target="../slideLayouts/slideLayout15.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6" Type="http://schemas.openxmlformats.org/officeDocument/2006/relationships/notesSlide" Target="../notesSlides/notesSlide7.xml"/><Relationship Id="rId25" Type="http://schemas.openxmlformats.org/officeDocument/2006/relationships/slideLayout" Target="../slideLayouts/slideLayout15.xml"/><Relationship Id="rId24" Type="http://schemas.openxmlformats.org/officeDocument/2006/relationships/tags" Target="../tags/tag210.xml"/><Relationship Id="rId23" Type="http://schemas.openxmlformats.org/officeDocument/2006/relationships/tags" Target="../tags/tag20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tags" Target="../tags/tag212.xml"/><Relationship Id="rId18" Type="http://schemas.openxmlformats.org/officeDocument/2006/relationships/slideLayout" Target="../slideLayouts/slideLayout15.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1.xml"/></Relationships>
</file>

<file path=ppt/slides/_rels/slide11.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2" Type="http://schemas.openxmlformats.org/officeDocument/2006/relationships/notesSlide" Target="../notesSlides/notesSlide8.xml"/><Relationship Id="rId11" Type="http://schemas.openxmlformats.org/officeDocument/2006/relationships/slideLayout" Target="../slideLayouts/slideLayout15.xml"/><Relationship Id="rId10" Type="http://schemas.openxmlformats.org/officeDocument/2006/relationships/tags" Target="../tags/tag237.xml"/><Relationship Id="rId1" Type="http://schemas.openxmlformats.org/officeDocument/2006/relationships/tags" Target="../tags/tag2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8" Type="http://schemas.openxmlformats.org/officeDocument/2006/relationships/slideLayout" Target="../slideLayouts/slideLayout15.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5.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17.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2" Type="http://schemas.openxmlformats.org/officeDocument/2006/relationships/notesSlide" Target="../notesSlides/notesSlide13.xml"/><Relationship Id="rId11" Type="http://schemas.openxmlformats.org/officeDocument/2006/relationships/slideLayout" Target="../slideLayouts/slideLayout15.xml"/><Relationship Id="rId10" Type="http://schemas.openxmlformats.org/officeDocument/2006/relationships/tags" Target="../tags/tag271.xml"/><Relationship Id="rId1" Type="http://schemas.openxmlformats.org/officeDocument/2006/relationships/tags" Target="../tags/tag26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5.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2.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 Type="http://schemas.openxmlformats.org/officeDocument/2006/relationships/tags" Target="../tags/tag281.xml"/><Relationship Id="rId2" Type="http://schemas.openxmlformats.org/officeDocument/2006/relationships/tags" Target="../tags/tag280.xml"/><Relationship Id="rId18" Type="http://schemas.openxmlformats.org/officeDocument/2006/relationships/slideLayout" Target="../slideLayouts/slideLayout15.xml"/><Relationship Id="rId17" Type="http://schemas.openxmlformats.org/officeDocument/2006/relationships/tags" Target="../tags/tag295.xml"/><Relationship Id="rId16" Type="http://schemas.openxmlformats.org/officeDocument/2006/relationships/tags" Target="../tags/tag294.xml"/><Relationship Id="rId15" Type="http://schemas.openxmlformats.org/officeDocument/2006/relationships/tags" Target="../tags/tag293.xml"/><Relationship Id="rId14" Type="http://schemas.openxmlformats.org/officeDocument/2006/relationships/tags" Target="../tags/tag292.xml"/><Relationship Id="rId13" Type="http://schemas.openxmlformats.org/officeDocument/2006/relationships/tags" Target="../tags/tag291.xml"/><Relationship Id="rId12" Type="http://schemas.openxmlformats.org/officeDocument/2006/relationships/tags" Target="../tags/tag290.xml"/><Relationship Id="rId11" Type="http://schemas.openxmlformats.org/officeDocument/2006/relationships/tags" Target="../tags/tag289.xml"/><Relationship Id="rId10" Type="http://schemas.openxmlformats.org/officeDocument/2006/relationships/tags" Target="../tags/tag288.xml"/><Relationship Id="rId1" Type="http://schemas.openxmlformats.org/officeDocument/2006/relationships/tags" Target="../tags/tag279.xml"/></Relationships>
</file>

<file path=ppt/slides/_rels/slide23.xml.rels><?xml version="1.0" encoding="UTF-8" standalone="yes"?>
<Relationships xmlns="http://schemas.openxmlformats.org/package/2006/relationships"><Relationship Id="rId9" Type="http://schemas.openxmlformats.org/officeDocument/2006/relationships/tags" Target="../tags/tag304.xml"/><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2" Type="http://schemas.openxmlformats.org/officeDocument/2006/relationships/notesSlide" Target="../notesSlides/notesSlide18.xml"/><Relationship Id="rId11" Type="http://schemas.openxmlformats.org/officeDocument/2006/relationships/slideLayout" Target="../slideLayouts/slideLayout15.xml"/><Relationship Id="rId10" Type="http://schemas.openxmlformats.org/officeDocument/2006/relationships/tags" Target="../tags/tag305.xml"/><Relationship Id="rId1" Type="http://schemas.openxmlformats.org/officeDocument/2006/relationships/tags" Target="../tags/tag29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5.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5.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s>
</file>

<file path=ppt/slides/_rels/slide28.xml.rels><?xml version="1.0" encoding="UTF-8" standalone="yes"?>
<Relationships xmlns="http://schemas.openxmlformats.org/package/2006/relationships"><Relationship Id="rId9" Type="http://schemas.openxmlformats.org/officeDocument/2006/relationships/tags" Target="../tags/tag321.xml"/><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6" Type="http://schemas.openxmlformats.org/officeDocument/2006/relationships/notesSlide" Target="../notesSlides/notesSlide23.xml"/><Relationship Id="rId25" Type="http://schemas.openxmlformats.org/officeDocument/2006/relationships/slideLayout" Target="../slideLayouts/slideLayout15.xml"/><Relationship Id="rId24" Type="http://schemas.openxmlformats.org/officeDocument/2006/relationships/tags" Target="../tags/tag336.xml"/><Relationship Id="rId23" Type="http://schemas.openxmlformats.org/officeDocument/2006/relationships/tags" Target="../tags/tag335.xml"/><Relationship Id="rId22" Type="http://schemas.openxmlformats.org/officeDocument/2006/relationships/tags" Target="../tags/tag334.xml"/><Relationship Id="rId21" Type="http://schemas.openxmlformats.org/officeDocument/2006/relationships/tags" Target="../tags/tag333.xml"/><Relationship Id="rId20" Type="http://schemas.openxmlformats.org/officeDocument/2006/relationships/tags" Target="../tags/tag332.xml"/><Relationship Id="rId2" Type="http://schemas.openxmlformats.org/officeDocument/2006/relationships/tags" Target="../tags/tag314.xml"/><Relationship Id="rId19" Type="http://schemas.openxmlformats.org/officeDocument/2006/relationships/tags" Target="../tags/tag331.xml"/><Relationship Id="rId18" Type="http://schemas.openxmlformats.org/officeDocument/2006/relationships/tags" Target="../tags/tag330.xml"/><Relationship Id="rId17" Type="http://schemas.openxmlformats.org/officeDocument/2006/relationships/tags" Target="../tags/tag329.xml"/><Relationship Id="rId16" Type="http://schemas.openxmlformats.org/officeDocument/2006/relationships/tags" Target="../tags/tag328.xml"/><Relationship Id="rId15" Type="http://schemas.openxmlformats.org/officeDocument/2006/relationships/tags" Target="../tags/tag327.xml"/><Relationship Id="rId14" Type="http://schemas.openxmlformats.org/officeDocument/2006/relationships/tags" Target="../tags/tag326.xml"/><Relationship Id="rId13" Type="http://schemas.openxmlformats.org/officeDocument/2006/relationships/tags" Target="../tags/tag325.xml"/><Relationship Id="rId12" Type="http://schemas.openxmlformats.org/officeDocument/2006/relationships/tags" Target="../tags/tag324.xml"/><Relationship Id="rId11" Type="http://schemas.openxmlformats.org/officeDocument/2006/relationships/tags" Target="../tags/tag323.xml"/><Relationship Id="rId10" Type="http://schemas.openxmlformats.org/officeDocument/2006/relationships/tags" Target="../tags/tag322.xml"/><Relationship Id="rId1" Type="http://schemas.openxmlformats.org/officeDocument/2006/relationships/tags" Target="../tags/tag313.xml"/></Relationships>
</file>

<file path=ppt/slides/_rels/slide29.xml.rels><?xml version="1.0" encoding="UTF-8" standalone="yes"?>
<Relationships xmlns="http://schemas.openxmlformats.org/package/2006/relationships"><Relationship Id="rId9" Type="http://schemas.openxmlformats.org/officeDocument/2006/relationships/tags" Target="../tags/tag345.xml"/><Relationship Id="rId8" Type="http://schemas.openxmlformats.org/officeDocument/2006/relationships/tags" Target="../tags/tag344.xml"/><Relationship Id="rId7" Type="http://schemas.openxmlformats.org/officeDocument/2006/relationships/tags" Target="../tags/tag343.xml"/><Relationship Id="rId6" Type="http://schemas.openxmlformats.org/officeDocument/2006/relationships/tags" Target="../tags/tag342.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1" Type="http://schemas.openxmlformats.org/officeDocument/2006/relationships/slideLayout" Target="../slideLayouts/slideLayout15.xml"/><Relationship Id="rId20" Type="http://schemas.openxmlformats.org/officeDocument/2006/relationships/tags" Target="../tags/tag356.xml"/><Relationship Id="rId2" Type="http://schemas.openxmlformats.org/officeDocument/2006/relationships/tags" Target="../tags/tag338.xml"/><Relationship Id="rId19" Type="http://schemas.openxmlformats.org/officeDocument/2006/relationships/tags" Target="../tags/tag355.xml"/><Relationship Id="rId18" Type="http://schemas.openxmlformats.org/officeDocument/2006/relationships/tags" Target="../tags/tag354.xml"/><Relationship Id="rId17" Type="http://schemas.openxmlformats.org/officeDocument/2006/relationships/tags" Target="../tags/tag353.xml"/><Relationship Id="rId16" Type="http://schemas.openxmlformats.org/officeDocument/2006/relationships/tags" Target="../tags/tag352.xml"/><Relationship Id="rId15" Type="http://schemas.openxmlformats.org/officeDocument/2006/relationships/tags" Target="../tags/tag351.xml"/><Relationship Id="rId14" Type="http://schemas.openxmlformats.org/officeDocument/2006/relationships/tags" Target="../tags/tag350.xml"/><Relationship Id="rId13" Type="http://schemas.openxmlformats.org/officeDocument/2006/relationships/tags" Target="../tags/tag349.xml"/><Relationship Id="rId12" Type="http://schemas.openxmlformats.org/officeDocument/2006/relationships/tags" Target="../tags/tag348.xml"/><Relationship Id="rId11" Type="http://schemas.openxmlformats.org/officeDocument/2006/relationships/tags" Target="../tags/tag347.xml"/><Relationship Id="rId10" Type="http://schemas.openxmlformats.org/officeDocument/2006/relationships/tags" Target="../tags/tag346.xml"/><Relationship Id="rId1" Type="http://schemas.openxmlformats.org/officeDocument/2006/relationships/tags" Target="../tags/tag3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9" Type="http://schemas.openxmlformats.org/officeDocument/2006/relationships/tags" Target="../tags/tag365.xml"/><Relationship Id="rId8" Type="http://schemas.openxmlformats.org/officeDocument/2006/relationships/tags" Target="../tags/tag364.xml"/><Relationship Id="rId7" Type="http://schemas.openxmlformats.org/officeDocument/2006/relationships/tags" Target="../tags/tag363.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3" Type="http://schemas.openxmlformats.org/officeDocument/2006/relationships/tags" Target="../tags/tag359.xml"/><Relationship Id="rId21" Type="http://schemas.openxmlformats.org/officeDocument/2006/relationships/slideLayout" Target="../slideLayouts/slideLayout15.xml"/><Relationship Id="rId20" Type="http://schemas.openxmlformats.org/officeDocument/2006/relationships/tags" Target="../tags/tag376.xml"/><Relationship Id="rId2" Type="http://schemas.openxmlformats.org/officeDocument/2006/relationships/tags" Target="../tags/tag358.xml"/><Relationship Id="rId19" Type="http://schemas.openxmlformats.org/officeDocument/2006/relationships/tags" Target="../tags/tag375.xml"/><Relationship Id="rId18" Type="http://schemas.openxmlformats.org/officeDocument/2006/relationships/tags" Target="../tags/tag374.xml"/><Relationship Id="rId17" Type="http://schemas.openxmlformats.org/officeDocument/2006/relationships/tags" Target="../tags/tag373.xml"/><Relationship Id="rId16" Type="http://schemas.openxmlformats.org/officeDocument/2006/relationships/tags" Target="../tags/tag372.xml"/><Relationship Id="rId15" Type="http://schemas.openxmlformats.org/officeDocument/2006/relationships/tags" Target="../tags/tag371.xml"/><Relationship Id="rId14" Type="http://schemas.openxmlformats.org/officeDocument/2006/relationships/tags" Target="../tags/tag370.xml"/><Relationship Id="rId13" Type="http://schemas.openxmlformats.org/officeDocument/2006/relationships/tags" Target="../tags/tag369.xml"/><Relationship Id="rId12" Type="http://schemas.openxmlformats.org/officeDocument/2006/relationships/tags" Target="../tags/tag368.xml"/><Relationship Id="rId11" Type="http://schemas.openxmlformats.org/officeDocument/2006/relationships/tags" Target="../tags/tag367.xml"/><Relationship Id="rId10" Type="http://schemas.openxmlformats.org/officeDocument/2006/relationships/tags" Target="../tags/tag366.xml"/><Relationship Id="rId1" Type="http://schemas.openxmlformats.org/officeDocument/2006/relationships/tags" Target="../tags/tag35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1" Type="http://schemas.openxmlformats.org/officeDocument/2006/relationships/slideLayout" Target="../slideLayouts/slideLayout15.xml"/><Relationship Id="rId20" Type="http://schemas.openxmlformats.org/officeDocument/2006/relationships/tags" Target="../tags/tag396.xml"/><Relationship Id="rId2" Type="http://schemas.openxmlformats.org/officeDocument/2006/relationships/tags" Target="../tags/tag378.xml"/><Relationship Id="rId19" Type="http://schemas.openxmlformats.org/officeDocument/2006/relationships/tags" Target="../tags/tag395.xml"/><Relationship Id="rId18" Type="http://schemas.openxmlformats.org/officeDocument/2006/relationships/tags" Target="../tags/tag394.xml"/><Relationship Id="rId17" Type="http://schemas.openxmlformats.org/officeDocument/2006/relationships/tags" Target="../tags/tag393.xml"/><Relationship Id="rId16" Type="http://schemas.openxmlformats.org/officeDocument/2006/relationships/tags" Target="../tags/tag392.xml"/><Relationship Id="rId15" Type="http://schemas.openxmlformats.org/officeDocument/2006/relationships/tags" Target="../tags/tag391.xml"/><Relationship Id="rId14" Type="http://schemas.openxmlformats.org/officeDocument/2006/relationships/tags" Target="../tags/tag390.xml"/><Relationship Id="rId13" Type="http://schemas.openxmlformats.org/officeDocument/2006/relationships/tags" Target="../tags/tag389.xml"/><Relationship Id="rId12" Type="http://schemas.openxmlformats.org/officeDocument/2006/relationships/tags" Target="../tags/tag388.xml"/><Relationship Id="rId11" Type="http://schemas.openxmlformats.org/officeDocument/2006/relationships/tags" Target="../tags/tag387.xml"/><Relationship Id="rId10" Type="http://schemas.openxmlformats.org/officeDocument/2006/relationships/tags" Target="../tags/tag386.xml"/><Relationship Id="rId1" Type="http://schemas.openxmlformats.org/officeDocument/2006/relationships/tags" Target="../tags/tag37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1" Type="http://schemas.openxmlformats.org/officeDocument/2006/relationships/slideLayout" Target="../slideLayouts/slideLayout15.xml"/><Relationship Id="rId20" Type="http://schemas.openxmlformats.org/officeDocument/2006/relationships/tags" Target="../tags/tag416.xml"/><Relationship Id="rId2" Type="http://schemas.openxmlformats.org/officeDocument/2006/relationships/tags" Target="../tags/tag398.xml"/><Relationship Id="rId19" Type="http://schemas.openxmlformats.org/officeDocument/2006/relationships/tags" Target="../tags/tag415.xml"/><Relationship Id="rId18" Type="http://schemas.openxmlformats.org/officeDocument/2006/relationships/tags" Target="../tags/tag414.xml"/><Relationship Id="rId17" Type="http://schemas.openxmlformats.org/officeDocument/2006/relationships/tags" Target="../tags/tag413.xml"/><Relationship Id="rId16" Type="http://schemas.openxmlformats.org/officeDocument/2006/relationships/tags" Target="../tags/tag412.xml"/><Relationship Id="rId15" Type="http://schemas.openxmlformats.org/officeDocument/2006/relationships/tags" Target="../tags/tag411.xml"/><Relationship Id="rId14" Type="http://schemas.openxmlformats.org/officeDocument/2006/relationships/tags" Target="../tags/tag410.xml"/><Relationship Id="rId13" Type="http://schemas.openxmlformats.org/officeDocument/2006/relationships/tags" Target="../tags/tag409.xml"/><Relationship Id="rId12" Type="http://schemas.openxmlformats.org/officeDocument/2006/relationships/tags" Target="../tags/tag408.xml"/><Relationship Id="rId11" Type="http://schemas.openxmlformats.org/officeDocument/2006/relationships/tags" Target="../tags/tag407.xml"/><Relationship Id="rId10" Type="http://schemas.openxmlformats.org/officeDocument/2006/relationships/tags" Target="../tags/tag406.xml"/><Relationship Id="rId1" Type="http://schemas.openxmlformats.org/officeDocument/2006/relationships/tags" Target="../tags/tag39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6" Type="http://schemas.openxmlformats.org/officeDocument/2006/relationships/notesSlide" Target="../notesSlides/notesSlide24.xml"/><Relationship Id="rId25" Type="http://schemas.openxmlformats.org/officeDocument/2006/relationships/slideLayout" Target="../slideLayouts/slideLayout15.xml"/><Relationship Id="rId24" Type="http://schemas.openxmlformats.org/officeDocument/2006/relationships/tags" Target="../tags/tag440.xml"/><Relationship Id="rId23" Type="http://schemas.openxmlformats.org/officeDocument/2006/relationships/tags" Target="../tags/tag439.xml"/><Relationship Id="rId22" Type="http://schemas.openxmlformats.org/officeDocument/2006/relationships/tags" Target="../tags/tag438.xml"/><Relationship Id="rId21" Type="http://schemas.openxmlformats.org/officeDocument/2006/relationships/tags" Target="../tags/tag437.xml"/><Relationship Id="rId20" Type="http://schemas.openxmlformats.org/officeDocument/2006/relationships/tags" Target="../tags/tag436.xml"/><Relationship Id="rId2" Type="http://schemas.openxmlformats.org/officeDocument/2006/relationships/tags" Target="../tags/tag418.xml"/><Relationship Id="rId19" Type="http://schemas.openxmlformats.org/officeDocument/2006/relationships/tags" Target="../tags/tag435.xml"/><Relationship Id="rId18" Type="http://schemas.openxmlformats.org/officeDocument/2006/relationships/tags" Target="../tags/tag434.xml"/><Relationship Id="rId17" Type="http://schemas.openxmlformats.org/officeDocument/2006/relationships/tags" Target="../tags/tag433.xml"/><Relationship Id="rId16" Type="http://schemas.openxmlformats.org/officeDocument/2006/relationships/tags" Target="../tags/tag432.xml"/><Relationship Id="rId15" Type="http://schemas.openxmlformats.org/officeDocument/2006/relationships/tags" Target="../tags/tag431.xml"/><Relationship Id="rId14" Type="http://schemas.openxmlformats.org/officeDocument/2006/relationships/tags" Target="../tags/tag430.xml"/><Relationship Id="rId13" Type="http://schemas.openxmlformats.org/officeDocument/2006/relationships/tags" Target="../tags/tag429.xml"/><Relationship Id="rId12" Type="http://schemas.openxmlformats.org/officeDocument/2006/relationships/tags" Target="../tags/tag428.xml"/><Relationship Id="rId11" Type="http://schemas.openxmlformats.org/officeDocument/2006/relationships/tags" Target="../tags/tag427.xml"/><Relationship Id="rId10" Type="http://schemas.openxmlformats.org/officeDocument/2006/relationships/tags" Target="../tags/tag426.xml"/><Relationship Id="rId1" Type="http://schemas.openxmlformats.org/officeDocument/2006/relationships/tags" Target="../tags/tag4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5.xml"/><Relationship Id="rId2" Type="http://schemas.openxmlformats.org/officeDocument/2006/relationships/tags" Target="../tags/tag442.xml"/><Relationship Id="rId1" Type="http://schemas.openxmlformats.org/officeDocument/2006/relationships/tags" Target="../tags/tag441.xml"/></Relationships>
</file>

<file path=ppt/slides/_rels/slide49.xml.rels><?xml version="1.0" encoding="UTF-8" standalone="yes"?>
<Relationships xmlns="http://schemas.openxmlformats.org/package/2006/relationships"><Relationship Id="rId9" Type="http://schemas.openxmlformats.org/officeDocument/2006/relationships/tags" Target="../tags/tag451.xml"/><Relationship Id="rId8" Type="http://schemas.openxmlformats.org/officeDocument/2006/relationships/tags" Target="../tags/tag450.xml"/><Relationship Id="rId7" Type="http://schemas.openxmlformats.org/officeDocument/2006/relationships/tags" Target="../tags/tag449.xml"/><Relationship Id="rId6" Type="http://schemas.openxmlformats.org/officeDocument/2006/relationships/tags" Target="../tags/tag448.xml"/><Relationship Id="rId5" Type="http://schemas.openxmlformats.org/officeDocument/2006/relationships/tags" Target="../tags/tag447.xml"/><Relationship Id="rId4" Type="http://schemas.openxmlformats.org/officeDocument/2006/relationships/tags" Target="../tags/tag446.xml"/><Relationship Id="rId3" Type="http://schemas.openxmlformats.org/officeDocument/2006/relationships/tags" Target="../tags/tag445.xml"/><Relationship Id="rId26" Type="http://schemas.openxmlformats.org/officeDocument/2006/relationships/notesSlide" Target="../notesSlides/notesSlide26.xml"/><Relationship Id="rId25" Type="http://schemas.openxmlformats.org/officeDocument/2006/relationships/slideLayout" Target="../slideLayouts/slideLayout15.xml"/><Relationship Id="rId24" Type="http://schemas.openxmlformats.org/officeDocument/2006/relationships/tags" Target="../tags/tag466.xml"/><Relationship Id="rId23" Type="http://schemas.openxmlformats.org/officeDocument/2006/relationships/tags" Target="../tags/tag465.xml"/><Relationship Id="rId22" Type="http://schemas.openxmlformats.org/officeDocument/2006/relationships/tags" Target="../tags/tag464.xml"/><Relationship Id="rId21" Type="http://schemas.openxmlformats.org/officeDocument/2006/relationships/tags" Target="../tags/tag463.xml"/><Relationship Id="rId20" Type="http://schemas.openxmlformats.org/officeDocument/2006/relationships/tags" Target="../tags/tag462.xml"/><Relationship Id="rId2" Type="http://schemas.openxmlformats.org/officeDocument/2006/relationships/tags" Target="../tags/tag444.xml"/><Relationship Id="rId19" Type="http://schemas.openxmlformats.org/officeDocument/2006/relationships/tags" Target="../tags/tag461.xml"/><Relationship Id="rId18" Type="http://schemas.openxmlformats.org/officeDocument/2006/relationships/tags" Target="../tags/tag460.xml"/><Relationship Id="rId17" Type="http://schemas.openxmlformats.org/officeDocument/2006/relationships/tags" Target="../tags/tag459.xml"/><Relationship Id="rId16" Type="http://schemas.openxmlformats.org/officeDocument/2006/relationships/tags" Target="../tags/tag458.xml"/><Relationship Id="rId15" Type="http://schemas.openxmlformats.org/officeDocument/2006/relationships/tags" Target="../tags/tag457.xml"/><Relationship Id="rId14" Type="http://schemas.openxmlformats.org/officeDocument/2006/relationships/tags" Target="../tags/tag456.xml"/><Relationship Id="rId13" Type="http://schemas.openxmlformats.org/officeDocument/2006/relationships/tags" Target="../tags/tag455.xml"/><Relationship Id="rId12" Type="http://schemas.openxmlformats.org/officeDocument/2006/relationships/tags" Target="../tags/tag454.xml"/><Relationship Id="rId11" Type="http://schemas.openxmlformats.org/officeDocument/2006/relationships/tags" Target="../tags/tag453.xml"/><Relationship Id="rId10" Type="http://schemas.openxmlformats.org/officeDocument/2006/relationships/tags" Target="../tags/tag452.xml"/><Relationship Id="rId1" Type="http://schemas.openxmlformats.org/officeDocument/2006/relationships/tags" Target="../tags/tag443.xml"/></Relationships>
</file>

<file path=ppt/slides/_rels/slide50.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image" Target="../media/image12.jpeg"/><Relationship Id="rId4" Type="http://schemas.openxmlformats.org/officeDocument/2006/relationships/tags" Target="../tags/tag470.xml"/><Relationship Id="rId3" Type="http://schemas.openxmlformats.org/officeDocument/2006/relationships/tags" Target="../tags/tag469.xml"/><Relationship Id="rId2" Type="http://schemas.openxmlformats.org/officeDocument/2006/relationships/tags" Target="../tags/tag468.xml"/><Relationship Id="rId13" Type="http://schemas.openxmlformats.org/officeDocument/2006/relationships/notesSlide" Target="../notesSlides/notesSlide27.xml"/><Relationship Id="rId12" Type="http://schemas.openxmlformats.org/officeDocument/2006/relationships/slideLayout" Target="../slideLayouts/slideLayout15.xml"/><Relationship Id="rId11" Type="http://schemas.openxmlformats.org/officeDocument/2006/relationships/tags" Target="../tags/tag475.xml"/><Relationship Id="rId10" Type="http://schemas.openxmlformats.org/officeDocument/2006/relationships/image" Target="../media/image13.png"/><Relationship Id="rId1" Type="http://schemas.openxmlformats.org/officeDocument/2006/relationships/tags" Target="../tags/tag467.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7.xml"/><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1384935" y="2401888"/>
            <a:ext cx="9902825" cy="574040"/>
          </a:xfrm>
          <a:prstGeom prst="rect">
            <a:avLst/>
          </a:prstGeom>
          <a:noFill/>
        </p:spPr>
        <p:txBody>
          <a:bodyPr wrap="square" lIns="144145" bIns="36195" rtlCol="0" anchor="ctr" anchorCtr="1">
            <a:spAutoFit/>
            <a:scene3d>
              <a:camera prst="orthographicFront"/>
              <a:lightRig rig="threePt" dir="t"/>
            </a:scene3d>
            <a:sp3d contourW="12700"/>
          </a:bodyPr>
          <a:lstStyle/>
          <a:p>
            <a:pPr algn="ctr">
              <a:buClrTx/>
              <a:buSzTx/>
              <a:buFontTx/>
            </a:pPr>
            <a:r>
              <a:rPr lang="zh-CN" altLang="en-US" sz="3200" b="1" dirty="0" smtClean="0">
                <a:latin typeface="Arial" panose="020B0604020202020204" pitchFamily="34" charset="0"/>
                <a:ea typeface="+mj-ea"/>
                <a:cs typeface="Arial" panose="020B0604020202020204" pitchFamily="34" charset="0"/>
                <a:sym typeface="+mn-ea"/>
              </a:rPr>
              <a:t>第一章</a:t>
            </a:r>
            <a:r>
              <a:rPr lang="en-US" altLang="zh-CN" sz="3200" b="1" dirty="0" smtClean="0">
                <a:latin typeface="Arial" panose="020B0604020202020204" pitchFamily="34" charset="0"/>
                <a:ea typeface="+mj-ea"/>
                <a:cs typeface="Arial" panose="020B0604020202020204" pitchFamily="34" charset="0"/>
                <a:sym typeface="+mn-ea"/>
              </a:rPr>
              <a:t> </a:t>
            </a:r>
            <a:r>
              <a:rPr lang="zh-CN" altLang="en-US" sz="3200" b="1" dirty="0" smtClean="0">
                <a:latin typeface="Arial" panose="020B0604020202020204" pitchFamily="34" charset="0"/>
                <a:ea typeface="+mj-ea"/>
                <a:cs typeface="Arial" panose="020B0604020202020204" pitchFamily="34" charset="0"/>
                <a:sym typeface="+mn-ea"/>
              </a:rPr>
              <a:t>设计并实现智能体工作流</a:t>
            </a:r>
            <a:endParaRPr lang="zh-CN" altLang="en-US" sz="3200" b="1" dirty="0" smtClean="0">
              <a:latin typeface="Arial" panose="020B0604020202020204" pitchFamily="34" charset="0"/>
              <a:ea typeface="+mj-ea"/>
              <a:cs typeface="Arial" panose="020B0604020202020204" pitchFamily="34" charset="0"/>
              <a:sym typeface="+mn-ea"/>
            </a:endParaRPr>
          </a:p>
        </p:txBody>
      </p:sp>
      <p:sp>
        <p:nvSpPr>
          <p:cNvPr id="5" name="圆角矩形 4"/>
          <p:cNvSpPr/>
          <p:nvPr>
            <p:custDataLst>
              <p:tags r:id="rId3"/>
            </p:custDataLst>
          </p:nvPr>
        </p:nvSpPr>
        <p:spPr>
          <a:xfrm>
            <a:off x="4784725" y="4558665"/>
            <a:ext cx="3103245" cy="498475"/>
          </a:xfrm>
          <a:prstGeom prst="roundRect">
            <a:avLst>
              <a:gd name="adj" fmla="val 50000"/>
            </a:avLst>
          </a:prstGeom>
          <a:gradFill>
            <a:gsLst>
              <a:gs pos="0">
                <a:srgbClr val="38A2F6"/>
              </a:gs>
              <a:gs pos="100000">
                <a:srgbClr val="266FE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4980305" y="4623435"/>
            <a:ext cx="2743200" cy="368300"/>
          </a:xfrm>
          <a:prstGeom prst="rect">
            <a:avLst/>
          </a:prstGeom>
          <a:noFill/>
        </p:spPr>
        <p:txBody>
          <a:bodyPr wrap="square" rtlCol="0">
            <a:spAutoFit/>
            <a:scene3d>
              <a:camera prst="orthographicFront"/>
              <a:lightRig rig="threePt" dir="t"/>
            </a:scene3d>
            <a:sp3d contourW="12700"/>
          </a:bodyPr>
          <a:lstStyle/>
          <a:p>
            <a:pPr algn="ctr"/>
            <a:r>
              <a:rPr lang="zh-CN" altLang="zh-CN" b="1" dirty="0">
                <a:solidFill>
                  <a:schemeClr val="bg1"/>
                </a:solidFill>
                <a:latin typeface="Kaiti SC Bold" charset="0"/>
                <a:ea typeface="Kaiti SC Bold" charset="0"/>
                <a:cs typeface="+mn-ea"/>
                <a:sym typeface="+mn-lt"/>
              </a:rPr>
              <a:t>智能体应用初探专项实战</a:t>
            </a:r>
            <a:endParaRPr lang="zh-CN" altLang="zh-CN" b="1" dirty="0">
              <a:solidFill>
                <a:schemeClr val="bg1"/>
              </a:solidFill>
              <a:latin typeface="Kaiti SC Bold" charset="0"/>
              <a:ea typeface="Kaiti SC Bold" charset="0"/>
              <a:cs typeface="+mn-ea"/>
              <a:sym typeface="+mn-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225425" y="1602105"/>
            <a:ext cx="6863715" cy="4776470"/>
          </a:xfrm>
          <a:prstGeom prst="rect">
            <a:avLst/>
          </a:prstGeom>
          <a:noFill/>
        </p:spPr>
      </p:pic>
      <p:sp>
        <p:nvSpPr>
          <p:cNvPr id="2" name="文本框 1"/>
          <p:cNvSpPr txBox="1"/>
          <p:nvPr/>
        </p:nvSpPr>
        <p:spPr>
          <a:xfrm>
            <a:off x="1362075" y="624840"/>
            <a:ext cx="3579495" cy="645160"/>
          </a:xfrm>
          <a:prstGeom prst="rect">
            <a:avLst/>
          </a:prstGeom>
          <a:noFill/>
        </p:spPr>
        <p:txBody>
          <a:bodyPr wrap="square" rtlCol="0">
            <a:spAutoFit/>
          </a:bodyPr>
          <a:lstStyle/>
          <a:p>
            <a:r>
              <a:rPr lang="zh-CN" altLang="en-US" sz="3600" dirty="0" smtClean="0">
                <a:solidFill>
                  <a:schemeClr val="accent1">
                    <a:lumMod val="75000"/>
                  </a:schemeClr>
                </a:solidFill>
              </a:rPr>
              <a:t>情境导入</a:t>
            </a:r>
            <a:endParaRPr lang="zh-CN" altLang="en-US" sz="3600" dirty="0">
              <a:solidFill>
                <a:schemeClr val="accent1">
                  <a:lumMod val="75000"/>
                </a:schemeClr>
              </a:solidFill>
            </a:endParaRPr>
          </a:p>
        </p:txBody>
      </p:sp>
      <p:sp>
        <p:nvSpPr>
          <p:cNvPr id="6" name="文本框 5"/>
          <p:cNvSpPr txBox="1"/>
          <p:nvPr/>
        </p:nvSpPr>
        <p:spPr>
          <a:xfrm>
            <a:off x="7509510" y="3428960"/>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a:t>
            </a:r>
            <a:r>
              <a:rPr lang="en-US" altLang="zh-CN" dirty="0">
                <a:latin typeface="微软雅黑" panose="020B0503020204020204" pitchFamily="34" charset="-122"/>
                <a:ea typeface="微软雅黑" panose="020B0503020204020204" pitchFamily="34" charset="-122"/>
                <a:sym typeface="+mn-ea"/>
              </a:rPr>
              <a:t>introduction_image}}</a:t>
            </a:r>
            <a:endParaRPr lang="en-US" altLang="zh-CN" dirty="0">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7311390" y="1715729"/>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 name="文本框 2"/>
          <p:cNvSpPr txBox="1"/>
          <p:nvPr/>
        </p:nvSpPr>
        <p:spPr>
          <a:xfrm>
            <a:off x="389890" y="1715770"/>
            <a:ext cx="6534785" cy="3629025"/>
          </a:xfrm>
          <a:prstGeom prst="rect">
            <a:avLst/>
          </a:prstGeom>
          <a:noFill/>
        </p:spPr>
        <p:txBody>
          <a:bodyPr wrap="square" rtlCol="0">
            <a:noAutofit/>
          </a:bodyPr>
          <a:lstStyle/>
          <a:p>
            <a:pPr indent="457200" algn="l" fontAlgn="auto">
              <a:lnSpc>
                <a:spcPct val="150000"/>
              </a:lnSpc>
            </a:pPr>
            <a:r>
              <a:rPr lang="zh-CN" altLang="zh-CN" dirty="0">
                <a:latin typeface="微软雅黑" panose="020B0503020204020204" pitchFamily="34" charset="-122"/>
                <a:ea typeface="微软雅黑" panose="020B0503020204020204" pitchFamily="34" charset="-122"/>
                <a:cs typeface="微软雅黑" panose="020B0503020204020204" pitchFamily="34" charset="-122"/>
                <a:sym typeface="+mn-ea"/>
              </a:rPr>
              <a:t>某物流分拣中心每天处理上万件包裹，从卸货到装车需经过扫码、称重、分拣、复核等固定步骤，操作员只需照屏幕提示执行，这套流程已稳定运行三年。然而，经理希望引入新系统：让系统自主判断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遇到条码污损包裹，先清洁再扫码；发现疑似易碎品，自动改走缓降滑道；还能根据实时车流调整分拣优先级。这引发了与传统自动化流程的本质差异思考：新系统需要具备哪些功能才能在企业场景中稳定工作？如何用指令让系统理解并执行经理的设想？</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535045" y="1271270"/>
            <a:ext cx="8034020" cy="1476375"/>
          </a:xfrm>
          <a:prstGeom prst="rect">
            <a:avLst/>
          </a:prstGeom>
          <a:noFill/>
        </p:spPr>
        <p:txBody>
          <a:bodyPr wrap="square" rtlCol="0">
            <a:spAutoFit/>
          </a:bodyPr>
          <a:lstStyle/>
          <a:p>
            <a:pPr algn="l" fontAlgn="auto">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新系统与传统工作流的核心区别是什么？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新系统需要具备哪些功能才能稳定工作？</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如何用你的话对系统下指令来实现经理的想法？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362075" y="624840"/>
            <a:ext cx="2098675" cy="646331"/>
          </a:xfrm>
          <a:prstGeom prst="rect">
            <a:avLst/>
          </a:prstGeom>
          <a:noFill/>
        </p:spPr>
        <p:txBody>
          <a:bodyPr wrap="square" rtlCol="0">
            <a:spAutoFit/>
          </a:bodyPr>
          <a:lstStyle/>
          <a:p>
            <a:r>
              <a:rPr lang="zh-CN" altLang="en-US" sz="3600" dirty="0" smtClean="0">
                <a:solidFill>
                  <a:schemeClr val="accent1">
                    <a:lumMod val="75000"/>
                  </a:schemeClr>
                </a:solidFill>
              </a:rPr>
              <a:t>思考一下</a:t>
            </a:r>
            <a:endParaRPr lang="zh-CN" altLang="en-US" sz="3600" dirty="0">
              <a:solidFill>
                <a:schemeClr val="accent1">
                  <a:lumMod val="7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47140" y="2500630"/>
            <a:ext cx="1237615" cy="2721610"/>
          </a:xfrm>
          <a:prstGeom prst="rect">
            <a:avLst/>
          </a:prstGeom>
        </p:spPr>
      </p:pic>
      <p:pic>
        <p:nvPicPr>
          <p:cNvPr id="7" name="图片 6" descr="31393935333436303b31393936353336343bceca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1045" y="562242"/>
            <a:ext cx="771525" cy="771525"/>
          </a:xfrm>
          <a:prstGeom prst="rect">
            <a:avLst/>
          </a:prstGeom>
        </p:spPr>
      </p:pic>
      <p:sp>
        <p:nvSpPr>
          <p:cNvPr id="8" name="矩形 7"/>
          <p:cNvSpPr/>
          <p:nvPr/>
        </p:nvSpPr>
        <p:spPr>
          <a:xfrm>
            <a:off x="5457190" y="2889947"/>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{{image:thinking_image}}</a:t>
            </a:r>
            <a:endParaRPr lang="en-US" altLang="zh-CN" dirty="0">
              <a:solidFill>
                <a:schemeClr val="tx1"/>
              </a:solidFill>
            </a:endParaRPr>
          </a:p>
        </p:txBody>
      </p:sp>
    </p:spTree>
    <p:custDataLst>
      <p:tags r:id="rId4"/>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p:cNvSpPr txBox="1"/>
          <p:nvPr/>
        </p:nvSpPr>
        <p:spPr>
          <a:xfrm>
            <a:off x="642620" y="3124800"/>
            <a:ext cx="5382895" cy="1322070"/>
          </a:xfrm>
          <a:prstGeom prst="rect">
            <a:avLst/>
          </a:prstGeom>
          <a:noFill/>
        </p:spPr>
        <p:txBody>
          <a:bodyPr wrap="square" rtlCol="0">
            <a:spAutoFit/>
          </a:bodyPr>
          <a:lstStyle/>
          <a:p>
            <a:pPr algn="ctr"/>
            <a:r>
              <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07" name="椭圆 106"/>
          <p:cNvSpPr/>
          <p:nvPr/>
        </p:nvSpPr>
        <p:spPr>
          <a:xfrm>
            <a:off x="1812870" y="1985229"/>
            <a:ext cx="398145" cy="39814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sp>
        <p:nvSpPr>
          <p:cNvPr id="99" name="椭圆 98"/>
          <p:cNvSpPr/>
          <p:nvPr/>
        </p:nvSpPr>
        <p:spPr>
          <a:xfrm>
            <a:off x="6315642" y="3786753"/>
            <a:ext cx="617635" cy="6176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pic>
        <p:nvPicPr>
          <p:cNvPr id="90" name="图片 8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7261" y="5867261"/>
            <a:ext cx="1714739" cy="990738"/>
          </a:xfrm>
          <a:prstGeom prst="rect">
            <a:avLst/>
          </a:prstGeom>
        </p:spPr>
      </p:pic>
      <p:sp>
        <p:nvSpPr>
          <p:cNvPr id="62" name="文本框 61"/>
          <p:cNvSpPr txBox="1"/>
          <p:nvPr/>
        </p:nvSpPr>
        <p:spPr>
          <a:xfrm>
            <a:off x="642406" y="657124"/>
            <a:ext cx="5589905" cy="706755"/>
          </a:xfrm>
          <a:prstGeom prst="rect">
            <a:avLst/>
          </a:prstGeom>
          <a:noFill/>
        </p:spPr>
        <p:txBody>
          <a:bodyPr wrap="square" rtlCol="0">
            <a:spAutoFit/>
          </a:bodyPr>
          <a:lstStyle/>
          <a:p>
            <a:pPr algn="l"/>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文本框 5"/>
          <p:cNvSpPr txBox="1"/>
          <p:nvPr/>
        </p:nvSpPr>
        <p:spPr>
          <a:xfrm>
            <a:off x="7131685" y="3532465"/>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{{image:st</a:t>
            </a:r>
            <a:r>
              <a:rPr lang="en-US" altLang="zh-CN" dirty="0">
                <a:latin typeface="微软雅黑" panose="020B0503020204020204" pitchFamily="34" charset="-122"/>
                <a:ea typeface="微软雅黑" panose="020B0503020204020204" pitchFamily="34" charset="-122"/>
                <a:sym typeface="+mn-ea"/>
              </a:rPr>
              <a:t>art_image}}</a:t>
            </a:r>
            <a:endParaRPr lang="en-US" altLang="zh-CN" dirty="0">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6933565" y="1819234"/>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srgbClr val="0064D2"/>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b="1" i="0" u="none" strike="noStrike" kern="1200" cap="none" spc="0" normalizeH="0" baseline="0" noProof="0" dirty="0">
                <a:ln>
                  <a:noFill/>
                </a:ln>
                <a:solidFill>
                  <a:srgbClr val="0064D2"/>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30997"/>
            <a:chOff x="1019810" y="3241423"/>
            <a:chExt cx="5267818" cy="830997"/>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cs typeface="+mn-ea"/>
                  <a:sym typeface="+mn-lt"/>
                </a:rPr>
                <a:t>任务目标和重难点</a:t>
              </a:r>
              <a:endParaRPr lang="zh-CN" altLang="en-US" sz="2800" dirty="0">
                <a:cs typeface="+mn-ea"/>
                <a:sym typeface="+mn-lt"/>
              </a:endParaRPr>
            </a:p>
          </p:txBody>
        </p:sp>
        <p:sp>
          <p:nvSpPr>
            <p:cNvPr id="34" name="文本框 33"/>
            <p:cNvSpPr txBox="1"/>
            <p:nvPr>
              <p:custDataLst>
                <p:tags r:id="rId7"/>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30997"/>
            <a:chOff x="1019810" y="5599430"/>
            <a:chExt cx="4068621" cy="830997"/>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smtClean="0">
                  <a:ln>
                    <a:noFill/>
                  </a:ln>
                  <a:effectLst/>
                  <a:uLnTx/>
                  <a:uFillTx/>
                  <a:latin typeface="Arial" panose="020B0604020202020204"/>
                  <a:ea typeface="微软雅黑" panose="020B0503020204020204" pitchFamily="34" charset="-122"/>
                  <a:cs typeface="+mn-ea"/>
                  <a:sym typeface="+mn-lt"/>
                </a:rPr>
                <a:t>储备</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custDataLst>
              <p:tags r:id="rId13"/>
            </p:custDataLst>
          </p:nvPr>
        </p:nvGrpSpPr>
        <p:grpSpPr>
          <a:xfrm>
            <a:off x="6645792" y="2466861"/>
            <a:ext cx="4068621" cy="830997"/>
            <a:chOff x="1019810" y="3241423"/>
            <a:chExt cx="4068621" cy="830997"/>
          </a:xfrm>
        </p:grpSpPr>
        <p:sp>
          <p:nvSpPr>
            <p:cNvPr id="48" name="文本框 47"/>
            <p:cNvSpPr txBox="1"/>
            <p:nvPr>
              <p:custDataLst>
                <p:tags r:id="rId14"/>
              </p:custDataLst>
            </p:nvPr>
          </p:nvSpPr>
          <p:spPr>
            <a:xfrm flipH="1">
              <a:off x="2214342" y="3424938"/>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9" name="文本框 48"/>
            <p:cNvSpPr txBox="1"/>
            <p:nvPr>
              <p:custDataLst>
                <p:tags r:id="rId15"/>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0" name="直接连接符 49"/>
            <p:cNvCxnSpPr/>
            <p:nvPr>
              <p:custDataLst>
                <p:tags r:id="rId16"/>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7"/>
            </p:custDataLst>
          </p:nvPr>
        </p:nvGrpSpPr>
        <p:grpSpPr>
          <a:xfrm>
            <a:off x="6645792" y="3379128"/>
            <a:ext cx="4068621" cy="830997"/>
            <a:chOff x="1019810" y="5599430"/>
            <a:chExt cx="4068621" cy="830997"/>
          </a:xfrm>
        </p:grpSpPr>
        <p:sp>
          <p:nvSpPr>
            <p:cNvPr id="56" name="文本框 55"/>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9"/>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21"/>
            </p:custDataLst>
          </p:nvPr>
        </p:nvGrpSpPr>
        <p:grpSpPr>
          <a:xfrm>
            <a:off x="6645792" y="4262185"/>
            <a:ext cx="4068621" cy="830997"/>
            <a:chOff x="1019810" y="5599430"/>
            <a:chExt cx="4068621" cy="830997"/>
          </a:xfrm>
        </p:grpSpPr>
        <p:sp>
          <p:nvSpPr>
            <p:cNvPr id="60" name="文本框 59"/>
            <p:cNvSpPr txBox="1"/>
            <p:nvPr>
              <p:custDataLst>
                <p:tags r:id="rId22"/>
              </p:custDataLst>
            </p:nvPr>
          </p:nvSpPr>
          <p:spPr>
            <a:xfrm flipH="1">
              <a:off x="2214342" y="5782945"/>
              <a:ext cx="2874089" cy="52322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smtClean="0">
                  <a:solidFill>
                    <a:schemeClr val="tx1"/>
                  </a:solidFill>
                  <a:cs typeface="+mn-ea"/>
                  <a:sym typeface="+mn-lt"/>
                </a:rPr>
                <a:t>拓展</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61" name="文本框 60"/>
            <p:cNvSpPr txBox="1"/>
            <p:nvPr>
              <p:custDataLst>
                <p:tags r:id="rId23"/>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700895" y="621030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7" name="椭圆 6"/>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8" name="椭圆 7"/>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sp>
        <p:nvSpPr>
          <p:cNvPr id="18" name="文本框 17"/>
          <p:cNvSpPr txBox="1"/>
          <p:nvPr/>
        </p:nvSpPr>
        <p:spPr>
          <a:xfrm>
            <a:off x="3006090" y="1358265"/>
            <a:ext cx="8279765" cy="1743075"/>
          </a:xfrm>
          <a:prstGeom prst="rect">
            <a:avLst/>
          </a:prstGeom>
          <a:noFill/>
        </p:spPr>
        <p:txBody>
          <a:bodyPr wrap="square">
            <a:noAutofit/>
          </a:bodyPr>
          <a:lstStyle/>
          <a:p>
            <a:pPr indent="457200" algn="l"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本任务旨在指导学员完成基于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平台的智能问答助手搭建任务，并在项目中辨析智能体与工作流的概念，掌握二者的核心能力框架以及实际应用开发流程。学员将学习如何使用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的可视化工作流和提示词工程方法，构建一个具备基础对话能力的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应用。</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tasks_2029px_1205684_easyicon.net"/>
          <p:cNvPicPr>
            <a:picLocks noChangeAspect="1"/>
          </p:cNvPicPr>
          <p:nvPr/>
        </p:nvPicPr>
        <p:blipFill>
          <a:blip r:embed="rId1"/>
          <a:stretch>
            <a:fillRect/>
          </a:stretch>
        </p:blipFill>
        <p:spPr>
          <a:xfrm>
            <a:off x="835025" y="2726055"/>
            <a:ext cx="2023110" cy="2023110"/>
          </a:xfrm>
          <a:prstGeom prst="rect">
            <a:avLst/>
          </a:prstGeom>
        </p:spPr>
      </p:pic>
      <p:sp>
        <p:nvSpPr>
          <p:cNvPr id="5" name="文本框 4"/>
          <p:cNvSpPr txBox="1"/>
          <p:nvPr/>
        </p:nvSpPr>
        <p:spPr>
          <a:xfrm>
            <a:off x="1278000" y="792000"/>
            <a:ext cx="595312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描述</a:t>
            </a:r>
            <a:endPar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9" name="文本框 8"/>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01</a:t>
            </a:r>
            <a:endParaRPr lang="en-US" altLang="zh-CN" sz="3200" dirty="0">
              <a:solidFill>
                <a:srgbClr val="3F396C"/>
              </a:solidFill>
              <a:latin typeface="思源宋体" panose="02020700000000000000" charset="-122"/>
              <a:ea typeface="思源宋体" panose="02020700000000000000" charset="-122"/>
            </a:endParaRPr>
          </a:p>
        </p:txBody>
      </p:sp>
      <p:sp>
        <p:nvSpPr>
          <p:cNvPr id="2" name="文本框 1"/>
          <p:cNvSpPr txBox="1"/>
          <p:nvPr/>
        </p:nvSpPr>
        <p:spPr>
          <a:xfrm>
            <a:off x="3486150" y="3106738"/>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a:t>
            </a:r>
            <a:r>
              <a:rPr lang="zh-CN" altLang="en-US" sz="2400" b="1" dirty="0" smtClean="0">
                <a:solidFill>
                  <a:srgbClr val="FFC000"/>
                </a:solidFill>
                <a:latin typeface="+mn-ea"/>
                <a:cs typeface="+mn-ea"/>
                <a:sym typeface="+mn-lt"/>
              </a:rPr>
              <a:t>要求：</a:t>
            </a:r>
            <a:endParaRPr lang="zh-CN" altLang="en-US" sz="2400" b="1" dirty="0" smtClean="0">
              <a:solidFill>
                <a:srgbClr val="FFC000"/>
              </a:solidFill>
              <a:latin typeface="+mn-ea"/>
              <a:cs typeface="+mn-ea"/>
              <a:sym typeface="+mn-lt"/>
            </a:endParaRPr>
          </a:p>
        </p:txBody>
      </p:sp>
      <p:sp>
        <p:nvSpPr>
          <p:cNvPr id="4" name="文本框 3"/>
          <p:cNvSpPr txBox="1"/>
          <p:nvPr/>
        </p:nvSpPr>
        <p:spPr>
          <a:xfrm>
            <a:off x="3006090" y="356743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搭建基于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的智能问答助手；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006000" y="403606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辨析智能体与工作流的概念；</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文本框 14"/>
          <p:cNvSpPr txBox="1"/>
          <p:nvPr/>
        </p:nvSpPr>
        <p:spPr>
          <a:xfrm>
            <a:off x="3006000" y="4503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掌握核心能力框架和开发流程；</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3006090" y="4971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能准确区分智能体与工作流的适用场景；</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3006000" y="5439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能根据场景编写有效的系统提示词；</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任务目标和重难点</a:t>
              </a:r>
              <a:endParaRPr lang="zh-CN" altLang="en-US" sz="2800" b="1" dirty="0">
                <a:solidFill>
                  <a:srgbClr val="0064D2"/>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储备</a:t>
              </a:r>
              <a:endPar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27"/>
          <p:cNvPicPr>
            <a:picLocks noChangeAspect="1"/>
          </p:cNvPicPr>
          <p:nvPr/>
        </p:nvPicPr>
        <p:blipFill>
          <a:blip r:embed="rId1"/>
          <a:stretch>
            <a:fillRect/>
          </a:stretch>
        </p:blipFill>
        <p:spPr>
          <a:xfrm>
            <a:off x="1160780" y="1422400"/>
            <a:ext cx="265113" cy="265113"/>
          </a:xfrm>
          <a:prstGeom prst="rect">
            <a:avLst/>
          </a:prstGeom>
          <a:noFill/>
          <a:ln w="9525">
            <a:noFill/>
          </a:ln>
        </p:spPr>
      </p:pic>
      <p:grpSp>
        <p:nvGrpSpPr>
          <p:cNvPr id="9" name="组合 2"/>
          <p:cNvGrpSpPr/>
          <p:nvPr/>
        </p:nvGrpSpPr>
        <p:grpSpPr>
          <a:xfrm>
            <a:off x="901700" y="1970405"/>
            <a:ext cx="3784600" cy="3206750"/>
            <a:chOff x="4542865" y="2599283"/>
            <a:chExt cx="3785291" cy="3205882"/>
          </a:xfrm>
        </p:grpSpPr>
        <p:sp>
          <p:nvSpPr>
            <p:cNvPr id="10" name="任意多边形: 形状 9"/>
            <p:cNvSpPr>
              <a:spLocks noChangeAspect="1"/>
            </p:cNvSpPr>
            <p:nvPr/>
          </p:nvSpPr>
          <p:spPr bwMode="auto">
            <a:xfrm>
              <a:off x="4542865" y="2599283"/>
              <a:ext cx="3105717" cy="3205882"/>
            </a:xfrm>
            <a:custGeom>
              <a:avLst/>
              <a:gdLst>
                <a:gd name="connsiteX0" fmla="*/ 1670165 w 3340338"/>
                <a:gd name="connsiteY0" fmla="*/ 895968 h 3448053"/>
                <a:gd name="connsiteX1" fmla="*/ 842107 w 3340338"/>
                <a:gd name="connsiteY1" fmla="*/ 1724026 h 3448053"/>
                <a:gd name="connsiteX2" fmla="*/ 1670165 w 3340338"/>
                <a:gd name="connsiteY2" fmla="*/ 2552084 h 3448053"/>
                <a:gd name="connsiteX3" fmla="*/ 2498223 w 3340338"/>
                <a:gd name="connsiteY3" fmla="*/ 1724026 h 3448053"/>
                <a:gd name="connsiteX4" fmla="*/ 1670165 w 3340338"/>
                <a:gd name="connsiteY4" fmla="*/ 895968 h 3448053"/>
                <a:gd name="connsiteX5" fmla="*/ 1670347 w 3340338"/>
                <a:gd name="connsiteY5" fmla="*/ 830419 h 3448053"/>
                <a:gd name="connsiteX6" fmla="*/ 2564891 w 3340338"/>
                <a:gd name="connsiteY6" fmla="*/ 1724288 h 3448053"/>
                <a:gd name="connsiteX7" fmla="*/ 1670347 w 3340338"/>
                <a:gd name="connsiteY7" fmla="*/ 2617629 h 3448053"/>
                <a:gd name="connsiteX8" fmla="*/ 775280 w 3340338"/>
                <a:gd name="connsiteY8" fmla="*/ 1724288 h 3448053"/>
                <a:gd name="connsiteX9" fmla="*/ 1670347 w 3340338"/>
                <a:gd name="connsiteY9" fmla="*/ 830419 h 3448053"/>
                <a:gd name="connsiteX10" fmla="*/ 1670347 w 3340338"/>
                <a:gd name="connsiteY10" fmla="*/ 598661 h 3448053"/>
                <a:gd name="connsiteX11" fmla="*/ 543023 w 3340338"/>
                <a:gd name="connsiteY11" fmla="*/ 1724288 h 3448053"/>
                <a:gd name="connsiteX12" fmla="*/ 1670347 w 3340338"/>
                <a:gd name="connsiteY12" fmla="*/ 2849392 h 3448053"/>
                <a:gd name="connsiteX13" fmla="*/ 2797148 w 3340338"/>
                <a:gd name="connsiteY13" fmla="*/ 1724288 h 3448053"/>
                <a:gd name="connsiteX14" fmla="*/ 1670347 w 3340338"/>
                <a:gd name="connsiteY14" fmla="*/ 598661 h 3448053"/>
                <a:gd name="connsiteX15" fmla="*/ 1383667 w 3340338"/>
                <a:gd name="connsiteY15" fmla="*/ 0 h 3448053"/>
                <a:gd name="connsiteX16" fmla="*/ 1956505 w 3340338"/>
                <a:gd name="connsiteY16" fmla="*/ 0 h 3448053"/>
                <a:gd name="connsiteX17" fmla="*/ 2192343 w 3340338"/>
                <a:gd name="connsiteY17" fmla="*/ 235487 h 3448053"/>
                <a:gd name="connsiteX18" fmla="*/ 2192343 w 3340338"/>
                <a:gd name="connsiteY18" fmla="*/ 478302 h 3448053"/>
                <a:gd name="connsiteX19" fmla="*/ 2484789 w 3340338"/>
                <a:gd name="connsiteY19" fmla="*/ 652038 h 3448053"/>
                <a:gd name="connsiteX20" fmla="*/ 2699667 w 3340338"/>
                <a:gd name="connsiteY20" fmla="*/ 528013 h 3448053"/>
                <a:gd name="connsiteX21" fmla="*/ 2817586 w 3340338"/>
                <a:gd name="connsiteY21" fmla="*/ 496620 h 3448053"/>
                <a:gd name="connsiteX22" fmla="*/ 3022504 w 3340338"/>
                <a:gd name="connsiteY22" fmla="*/ 614363 h 3448053"/>
                <a:gd name="connsiteX23" fmla="*/ 3308662 w 3340338"/>
                <a:gd name="connsiteY23" fmla="*/ 1109408 h 3448053"/>
                <a:gd name="connsiteX24" fmla="*/ 3332243 w 3340338"/>
                <a:gd name="connsiteY24" fmla="*/ 1288374 h 3448053"/>
                <a:gd name="connsiteX25" fmla="*/ 3222186 w 3340338"/>
                <a:gd name="connsiteY25" fmla="*/ 1431240 h 3448053"/>
                <a:gd name="connsiteX26" fmla="*/ 3005733 w 3340338"/>
                <a:gd name="connsiteY26" fmla="*/ 1556306 h 3448053"/>
                <a:gd name="connsiteX27" fmla="*/ 3023027 w 3340338"/>
                <a:gd name="connsiteY27" fmla="*/ 1724288 h 3448053"/>
                <a:gd name="connsiteX28" fmla="*/ 3005733 w 3340338"/>
                <a:gd name="connsiteY28" fmla="*/ 1891748 h 3448053"/>
                <a:gd name="connsiteX29" fmla="*/ 3222186 w 3340338"/>
                <a:gd name="connsiteY29" fmla="*/ 2016814 h 3448053"/>
                <a:gd name="connsiteX30" fmla="*/ 3308662 w 3340338"/>
                <a:gd name="connsiteY30" fmla="*/ 2338651 h 3448053"/>
                <a:gd name="connsiteX31" fmla="*/ 3022504 w 3340338"/>
                <a:gd name="connsiteY31" fmla="*/ 2833696 h 3448053"/>
                <a:gd name="connsiteX32" fmla="*/ 2878905 w 3340338"/>
                <a:gd name="connsiteY32" fmla="*/ 2943588 h 3448053"/>
                <a:gd name="connsiteX33" fmla="*/ 2818109 w 3340338"/>
                <a:gd name="connsiteY33" fmla="*/ 2951439 h 3448053"/>
                <a:gd name="connsiteX34" fmla="*/ 2699667 w 3340338"/>
                <a:gd name="connsiteY34" fmla="*/ 2920041 h 3448053"/>
                <a:gd name="connsiteX35" fmla="*/ 2484789 w 3340338"/>
                <a:gd name="connsiteY35" fmla="*/ 2796015 h 3448053"/>
                <a:gd name="connsiteX36" fmla="*/ 2192343 w 3340338"/>
                <a:gd name="connsiteY36" fmla="*/ 2970280 h 3448053"/>
                <a:gd name="connsiteX37" fmla="*/ 2192343 w 3340338"/>
                <a:gd name="connsiteY37" fmla="*/ 3212566 h 3448053"/>
                <a:gd name="connsiteX38" fmla="*/ 1956505 w 3340338"/>
                <a:gd name="connsiteY38" fmla="*/ 3448053 h 3448053"/>
                <a:gd name="connsiteX39" fmla="*/ 1383667 w 3340338"/>
                <a:gd name="connsiteY39" fmla="*/ 3448053 h 3448053"/>
                <a:gd name="connsiteX40" fmla="*/ 1147828 w 3340338"/>
                <a:gd name="connsiteY40" fmla="*/ 3212566 h 3448053"/>
                <a:gd name="connsiteX41" fmla="*/ 1147828 w 3340338"/>
                <a:gd name="connsiteY41" fmla="*/ 2970280 h 3448053"/>
                <a:gd name="connsiteX42" fmla="*/ 854860 w 3340338"/>
                <a:gd name="connsiteY42" fmla="*/ 2796015 h 3448053"/>
                <a:gd name="connsiteX43" fmla="*/ 639981 w 3340338"/>
                <a:gd name="connsiteY43" fmla="*/ 2920041 h 3448053"/>
                <a:gd name="connsiteX44" fmla="*/ 522062 w 3340338"/>
                <a:gd name="connsiteY44" fmla="*/ 2951439 h 3448053"/>
                <a:gd name="connsiteX45" fmla="*/ 460743 w 3340338"/>
                <a:gd name="connsiteY45" fmla="*/ 2943588 h 3448053"/>
                <a:gd name="connsiteX46" fmla="*/ 318190 w 3340338"/>
                <a:gd name="connsiteY46" fmla="*/ 2833696 h 3448053"/>
                <a:gd name="connsiteX47" fmla="*/ 31509 w 3340338"/>
                <a:gd name="connsiteY47" fmla="*/ 2338122 h 3448053"/>
                <a:gd name="connsiteX48" fmla="*/ 117985 w 3340338"/>
                <a:gd name="connsiteY48" fmla="*/ 2016291 h 3448053"/>
                <a:gd name="connsiteX49" fmla="*/ 334438 w 3340338"/>
                <a:gd name="connsiteY49" fmla="*/ 1891748 h 3448053"/>
                <a:gd name="connsiteX50" fmla="*/ 317144 w 3340338"/>
                <a:gd name="connsiteY50" fmla="*/ 1724288 h 3448053"/>
                <a:gd name="connsiteX51" fmla="*/ 334438 w 3340338"/>
                <a:gd name="connsiteY51" fmla="*/ 1556306 h 3448053"/>
                <a:gd name="connsiteX52" fmla="*/ 117985 w 3340338"/>
                <a:gd name="connsiteY52" fmla="*/ 1431240 h 3448053"/>
                <a:gd name="connsiteX53" fmla="*/ 31509 w 3340338"/>
                <a:gd name="connsiteY53" fmla="*/ 1109408 h 3448053"/>
                <a:gd name="connsiteX54" fmla="*/ 318190 w 3340338"/>
                <a:gd name="connsiteY54" fmla="*/ 614363 h 3448053"/>
                <a:gd name="connsiteX55" fmla="*/ 460743 w 3340338"/>
                <a:gd name="connsiteY55" fmla="*/ 504465 h 3448053"/>
                <a:gd name="connsiteX56" fmla="*/ 522062 w 3340338"/>
                <a:gd name="connsiteY56" fmla="*/ 496620 h 3448053"/>
                <a:gd name="connsiteX57" fmla="*/ 639981 w 3340338"/>
                <a:gd name="connsiteY57" fmla="*/ 528013 h 3448053"/>
                <a:gd name="connsiteX58" fmla="*/ 854860 w 3340338"/>
                <a:gd name="connsiteY58" fmla="*/ 652038 h 3448053"/>
                <a:gd name="connsiteX59" fmla="*/ 1147828 w 3340338"/>
                <a:gd name="connsiteY59" fmla="*/ 478302 h 3448053"/>
                <a:gd name="connsiteX60" fmla="*/ 1147828 w 3340338"/>
                <a:gd name="connsiteY60" fmla="*/ 235487 h 3448053"/>
                <a:gd name="connsiteX61" fmla="*/ 1383667 w 3340338"/>
                <a:gd name="connsiteY61" fmla="*/ 0 h 344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40338" h="3448053">
                  <a:moveTo>
                    <a:pt x="1670165" y="895968"/>
                  </a:moveTo>
                  <a:cubicBezTo>
                    <a:pt x="1212841" y="895968"/>
                    <a:pt x="842107" y="1266702"/>
                    <a:pt x="842107" y="1724026"/>
                  </a:cubicBezTo>
                  <a:cubicBezTo>
                    <a:pt x="842107" y="2181350"/>
                    <a:pt x="1212841" y="2552084"/>
                    <a:pt x="1670165" y="2552084"/>
                  </a:cubicBezTo>
                  <a:cubicBezTo>
                    <a:pt x="2127489" y="2552084"/>
                    <a:pt x="2498223" y="2181350"/>
                    <a:pt x="2498223" y="1724026"/>
                  </a:cubicBezTo>
                  <a:cubicBezTo>
                    <a:pt x="2498223" y="1266702"/>
                    <a:pt x="2127489" y="895968"/>
                    <a:pt x="1670165" y="895968"/>
                  </a:cubicBezTo>
                  <a:close/>
                  <a:moveTo>
                    <a:pt x="1670347" y="830419"/>
                  </a:moveTo>
                  <a:cubicBezTo>
                    <a:pt x="2163475" y="830419"/>
                    <a:pt x="2564891" y="1231301"/>
                    <a:pt x="2564891" y="1724288"/>
                  </a:cubicBezTo>
                  <a:cubicBezTo>
                    <a:pt x="2564891" y="2216752"/>
                    <a:pt x="2163475" y="2617629"/>
                    <a:pt x="1670347" y="2617629"/>
                  </a:cubicBezTo>
                  <a:cubicBezTo>
                    <a:pt x="1176696" y="2617629"/>
                    <a:pt x="775280" y="2216752"/>
                    <a:pt x="775280" y="1724288"/>
                  </a:cubicBezTo>
                  <a:cubicBezTo>
                    <a:pt x="775280" y="1231301"/>
                    <a:pt x="1176696" y="830419"/>
                    <a:pt x="1670347" y="830419"/>
                  </a:cubicBezTo>
                  <a:close/>
                  <a:moveTo>
                    <a:pt x="1670347" y="598661"/>
                  </a:moveTo>
                  <a:cubicBezTo>
                    <a:pt x="1048777" y="598661"/>
                    <a:pt x="543023" y="1103649"/>
                    <a:pt x="543023" y="1724288"/>
                  </a:cubicBezTo>
                  <a:cubicBezTo>
                    <a:pt x="543023" y="2344927"/>
                    <a:pt x="1048777" y="2849392"/>
                    <a:pt x="1670347" y="2849392"/>
                  </a:cubicBezTo>
                  <a:cubicBezTo>
                    <a:pt x="2291394" y="2849392"/>
                    <a:pt x="2797148" y="2344927"/>
                    <a:pt x="2797148" y="1724288"/>
                  </a:cubicBezTo>
                  <a:cubicBezTo>
                    <a:pt x="2797148" y="1103649"/>
                    <a:pt x="2291394" y="598661"/>
                    <a:pt x="1670347" y="598661"/>
                  </a:cubicBezTo>
                  <a:close/>
                  <a:moveTo>
                    <a:pt x="1383667" y="0"/>
                  </a:moveTo>
                  <a:lnTo>
                    <a:pt x="1956505" y="0"/>
                  </a:lnTo>
                  <a:cubicBezTo>
                    <a:pt x="2086476" y="0"/>
                    <a:pt x="2192343" y="105185"/>
                    <a:pt x="2192343" y="235487"/>
                  </a:cubicBezTo>
                  <a:lnTo>
                    <a:pt x="2192343" y="478302"/>
                  </a:lnTo>
                  <a:cubicBezTo>
                    <a:pt x="2298211" y="522782"/>
                    <a:pt x="2394641" y="583488"/>
                    <a:pt x="2484789" y="652038"/>
                  </a:cubicBezTo>
                  <a:lnTo>
                    <a:pt x="2699667" y="528013"/>
                  </a:lnTo>
                  <a:cubicBezTo>
                    <a:pt x="2736875" y="506557"/>
                    <a:pt x="2777757" y="496620"/>
                    <a:pt x="2817586" y="496620"/>
                  </a:cubicBezTo>
                  <a:cubicBezTo>
                    <a:pt x="2899343" y="496620"/>
                    <a:pt x="2978479" y="539002"/>
                    <a:pt x="3022504" y="614363"/>
                  </a:cubicBezTo>
                  <a:lnTo>
                    <a:pt x="3308662" y="1109408"/>
                  </a:lnTo>
                  <a:cubicBezTo>
                    <a:pt x="3340106" y="1163831"/>
                    <a:pt x="3348491" y="1228197"/>
                    <a:pt x="3332243" y="1288374"/>
                  </a:cubicBezTo>
                  <a:cubicBezTo>
                    <a:pt x="3315995" y="1348556"/>
                    <a:pt x="3276166" y="1399841"/>
                    <a:pt x="3222186" y="1431240"/>
                  </a:cubicBezTo>
                  <a:lnTo>
                    <a:pt x="3005733" y="1556306"/>
                  </a:lnTo>
                  <a:cubicBezTo>
                    <a:pt x="3013073" y="1611781"/>
                    <a:pt x="3023027" y="1666727"/>
                    <a:pt x="3023027" y="1724288"/>
                  </a:cubicBezTo>
                  <a:cubicBezTo>
                    <a:pt x="3023027" y="1781855"/>
                    <a:pt x="3013073" y="1836278"/>
                    <a:pt x="3005733" y="1891748"/>
                  </a:cubicBezTo>
                  <a:lnTo>
                    <a:pt x="3222186" y="2016814"/>
                  </a:lnTo>
                  <a:cubicBezTo>
                    <a:pt x="3334864" y="2081709"/>
                    <a:pt x="3373648" y="2225615"/>
                    <a:pt x="3308662" y="2338651"/>
                  </a:cubicBezTo>
                  <a:lnTo>
                    <a:pt x="3022504" y="2833696"/>
                  </a:lnTo>
                  <a:cubicBezTo>
                    <a:pt x="2991060" y="2888119"/>
                    <a:pt x="2939173" y="2927369"/>
                    <a:pt x="2878905" y="2943588"/>
                  </a:cubicBezTo>
                  <a:cubicBezTo>
                    <a:pt x="2858991" y="2948824"/>
                    <a:pt x="2838547" y="2951439"/>
                    <a:pt x="2818109" y="2951439"/>
                  </a:cubicBezTo>
                  <a:cubicBezTo>
                    <a:pt x="2776705" y="2951439"/>
                    <a:pt x="2735829" y="2940973"/>
                    <a:pt x="2699667" y="2920041"/>
                  </a:cubicBezTo>
                  <a:lnTo>
                    <a:pt x="2484789" y="2796015"/>
                  </a:lnTo>
                  <a:cubicBezTo>
                    <a:pt x="2394641" y="2864571"/>
                    <a:pt x="2298211" y="2925794"/>
                    <a:pt x="2192343" y="2970280"/>
                  </a:cubicBezTo>
                  <a:lnTo>
                    <a:pt x="2192343" y="3212566"/>
                  </a:lnTo>
                  <a:cubicBezTo>
                    <a:pt x="2192343" y="3342868"/>
                    <a:pt x="2086476" y="3448053"/>
                    <a:pt x="1956505" y="3448053"/>
                  </a:cubicBezTo>
                  <a:lnTo>
                    <a:pt x="1383667" y="3448053"/>
                  </a:lnTo>
                  <a:cubicBezTo>
                    <a:pt x="1253172" y="3448053"/>
                    <a:pt x="1147828" y="3342868"/>
                    <a:pt x="1147828" y="3212566"/>
                  </a:cubicBezTo>
                  <a:lnTo>
                    <a:pt x="1147828" y="2970280"/>
                  </a:lnTo>
                  <a:cubicBezTo>
                    <a:pt x="1041437" y="2925794"/>
                    <a:pt x="946054" y="2864571"/>
                    <a:pt x="854860" y="2796015"/>
                  </a:cubicBezTo>
                  <a:lnTo>
                    <a:pt x="639981" y="2920041"/>
                  </a:lnTo>
                  <a:cubicBezTo>
                    <a:pt x="603819" y="2940973"/>
                    <a:pt x="563466" y="2951439"/>
                    <a:pt x="522062" y="2951439"/>
                  </a:cubicBezTo>
                  <a:cubicBezTo>
                    <a:pt x="501624" y="2951439"/>
                    <a:pt x="481181" y="2948824"/>
                    <a:pt x="460743" y="2943588"/>
                  </a:cubicBezTo>
                  <a:cubicBezTo>
                    <a:pt x="400999" y="2927369"/>
                    <a:pt x="349111" y="2888119"/>
                    <a:pt x="318190" y="2833696"/>
                  </a:cubicBezTo>
                  <a:lnTo>
                    <a:pt x="31509" y="2338122"/>
                  </a:lnTo>
                  <a:cubicBezTo>
                    <a:pt x="-33477" y="2225615"/>
                    <a:pt x="5307" y="2081709"/>
                    <a:pt x="117985" y="2016291"/>
                  </a:cubicBezTo>
                  <a:lnTo>
                    <a:pt x="334438" y="1891748"/>
                  </a:lnTo>
                  <a:cubicBezTo>
                    <a:pt x="327098" y="1836278"/>
                    <a:pt x="317144" y="1781855"/>
                    <a:pt x="317144" y="1724288"/>
                  </a:cubicBezTo>
                  <a:cubicBezTo>
                    <a:pt x="317144" y="1666727"/>
                    <a:pt x="327098" y="1611781"/>
                    <a:pt x="334438" y="1556306"/>
                  </a:cubicBezTo>
                  <a:lnTo>
                    <a:pt x="117985" y="1431240"/>
                  </a:lnTo>
                  <a:cubicBezTo>
                    <a:pt x="5307" y="1366350"/>
                    <a:pt x="-33477" y="1222438"/>
                    <a:pt x="31509" y="1109408"/>
                  </a:cubicBezTo>
                  <a:lnTo>
                    <a:pt x="318190" y="614363"/>
                  </a:lnTo>
                  <a:cubicBezTo>
                    <a:pt x="349111" y="559934"/>
                    <a:pt x="400999" y="520690"/>
                    <a:pt x="460743" y="504465"/>
                  </a:cubicBezTo>
                  <a:cubicBezTo>
                    <a:pt x="481181" y="499235"/>
                    <a:pt x="501624" y="496620"/>
                    <a:pt x="522062" y="496620"/>
                  </a:cubicBezTo>
                  <a:cubicBezTo>
                    <a:pt x="562943" y="496620"/>
                    <a:pt x="603819" y="507080"/>
                    <a:pt x="639981" y="528013"/>
                  </a:cubicBezTo>
                  <a:lnTo>
                    <a:pt x="854860" y="652038"/>
                  </a:lnTo>
                  <a:cubicBezTo>
                    <a:pt x="946054" y="583488"/>
                    <a:pt x="1041961" y="522782"/>
                    <a:pt x="1147828" y="478302"/>
                  </a:cubicBezTo>
                  <a:lnTo>
                    <a:pt x="1147828" y="235487"/>
                  </a:lnTo>
                  <a:cubicBezTo>
                    <a:pt x="1147828" y="105185"/>
                    <a:pt x="1253172" y="0"/>
                    <a:pt x="1383667" y="0"/>
                  </a:cubicBezTo>
                  <a:close/>
                </a:path>
              </a:pathLst>
            </a:custGeom>
            <a:gradFill>
              <a:gsLst>
                <a:gs pos="0">
                  <a:srgbClr val="174EA3"/>
                </a:gs>
                <a:gs pos="100000">
                  <a:srgbClr val="0070C0"/>
                </a:gs>
              </a:gsLst>
              <a:lin ang="5400000" scaled="1"/>
            </a:gradFill>
            <a:ln>
              <a:solidFill>
                <a:schemeClr val="bg1"/>
              </a:solidFill>
            </a:ln>
            <a:effectLst>
              <a:outerShdw blurRad="50800" dist="38100" dir="2700000" algn="tl" rotWithShape="0">
                <a:prstClr val="black">
                  <a:alpha val="40000"/>
                </a:prstClr>
              </a:outerShd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11" name="组合 30"/>
            <p:cNvGrpSpPr/>
            <p:nvPr/>
          </p:nvGrpSpPr>
          <p:grpSpPr>
            <a:xfrm>
              <a:off x="7320086" y="3212985"/>
              <a:ext cx="1008070" cy="1993158"/>
              <a:chOff x="7275253" y="2863258"/>
              <a:chExt cx="1341688" cy="2281148"/>
            </a:xfrm>
          </p:grpSpPr>
          <p:sp>
            <p:nvSpPr>
              <p:cNvPr id="12" name="Shape 6928"/>
              <p:cNvSpPr/>
              <p:nvPr/>
            </p:nvSpPr>
            <p:spPr>
              <a:xfrm flipH="1">
                <a:off x="7444080" y="2863824"/>
                <a:ext cx="1172861"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sp>
            <p:nvSpPr>
              <p:cNvPr id="13" name="Shape 6929"/>
              <p:cNvSpPr/>
              <p:nvPr/>
            </p:nvSpPr>
            <p:spPr>
              <a:xfrm flipH="1">
                <a:off x="7275019" y="5145203"/>
                <a:ext cx="1341922"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grpSp>
      </p:grpSp>
      <p:sp>
        <p:nvSpPr>
          <p:cNvPr id="16" name="Freeform 870"/>
          <p:cNvSpPr>
            <a:spLocks noEditPoints="1"/>
          </p:cNvSpPr>
          <p:nvPr/>
        </p:nvSpPr>
        <p:spPr bwMode="auto">
          <a:xfrm>
            <a:off x="1967230" y="3126740"/>
            <a:ext cx="974090" cy="894080"/>
          </a:xfrm>
          <a:custGeom>
            <a:avLst/>
            <a:gdLst>
              <a:gd name="T0" fmla="*/ 196 w 290"/>
              <a:gd name="T1" fmla="*/ 9 h 266"/>
              <a:gd name="T2" fmla="*/ 251 w 290"/>
              <a:gd name="T3" fmla="*/ 22 h 266"/>
              <a:gd name="T4" fmla="*/ 266 w 290"/>
              <a:gd name="T5" fmla="*/ 6 h 266"/>
              <a:gd name="T6" fmla="*/ 273 w 290"/>
              <a:gd name="T7" fmla="*/ 86 h 266"/>
              <a:gd name="T8" fmla="*/ 214 w 290"/>
              <a:gd name="T9" fmla="*/ 130 h 266"/>
              <a:gd name="T10" fmla="*/ 214 w 290"/>
              <a:gd name="T11" fmla="*/ 142 h 266"/>
              <a:gd name="T12" fmla="*/ 169 w 290"/>
              <a:gd name="T13" fmla="*/ 170 h 266"/>
              <a:gd name="T14" fmla="*/ 98 w 290"/>
              <a:gd name="T15" fmla="*/ 249 h 266"/>
              <a:gd name="T16" fmla="*/ 62 w 290"/>
              <a:gd name="T17" fmla="*/ 261 h 266"/>
              <a:gd name="T18" fmla="*/ 14 w 290"/>
              <a:gd name="T19" fmla="*/ 166 h 266"/>
              <a:gd name="T20" fmla="*/ 61 w 290"/>
              <a:gd name="T21" fmla="*/ 130 h 266"/>
              <a:gd name="T22" fmla="*/ 106 w 290"/>
              <a:gd name="T23" fmla="*/ 93 h 266"/>
              <a:gd name="T24" fmla="*/ 151 w 290"/>
              <a:gd name="T25" fmla="*/ 61 h 266"/>
              <a:gd name="T26" fmla="*/ 196 w 290"/>
              <a:gd name="T27" fmla="*/ 9 h 266"/>
              <a:gd name="T28" fmla="*/ 204 w 290"/>
              <a:gd name="T29" fmla="*/ 17 h 266"/>
              <a:gd name="T30" fmla="*/ 165 w 290"/>
              <a:gd name="T31" fmla="*/ 65 h 266"/>
              <a:gd name="T32" fmla="*/ 196 w 290"/>
              <a:gd name="T33" fmla="*/ 83 h 266"/>
              <a:gd name="T34" fmla="*/ 242 w 290"/>
              <a:gd name="T35" fmla="*/ 31 h 266"/>
              <a:gd name="T36" fmla="*/ 204 w 290"/>
              <a:gd name="T37" fmla="*/ 17 h 266"/>
              <a:gd name="T38" fmla="*/ 202 w 290"/>
              <a:gd name="T39" fmla="*/ 92 h 266"/>
              <a:gd name="T40" fmla="*/ 212 w 290"/>
              <a:gd name="T41" fmla="*/ 116 h 266"/>
              <a:gd name="T42" fmla="*/ 265 w 290"/>
              <a:gd name="T43" fmla="*/ 77 h 266"/>
              <a:gd name="T44" fmla="*/ 265 w 290"/>
              <a:gd name="T45" fmla="*/ 25 h 266"/>
              <a:gd name="T46" fmla="*/ 202 w 290"/>
              <a:gd name="T47" fmla="*/ 92 h 266"/>
              <a:gd name="T48" fmla="*/ 124 w 290"/>
              <a:gd name="T49" fmla="*/ 102 h 266"/>
              <a:gd name="T50" fmla="*/ 54 w 290"/>
              <a:gd name="T51" fmla="*/ 148 h 266"/>
              <a:gd name="T52" fmla="*/ 81 w 290"/>
              <a:gd name="T53" fmla="*/ 194 h 266"/>
              <a:gd name="T54" fmla="*/ 94 w 290"/>
              <a:gd name="T55" fmla="*/ 190 h 266"/>
              <a:gd name="T56" fmla="*/ 83 w 290"/>
              <a:gd name="T57" fmla="*/ 162 h 266"/>
              <a:gd name="T58" fmla="*/ 159 w 290"/>
              <a:gd name="T59" fmla="*/ 110 h 266"/>
              <a:gd name="T60" fmla="*/ 124 w 290"/>
              <a:gd name="T61" fmla="*/ 102 h 266"/>
              <a:gd name="T62" fmla="*/ 98 w 290"/>
              <a:gd name="T63" fmla="*/ 166 h 266"/>
              <a:gd name="T64" fmla="*/ 108 w 290"/>
              <a:gd name="T65" fmla="*/ 218 h 266"/>
              <a:gd name="T66" fmla="*/ 178 w 290"/>
              <a:gd name="T67" fmla="*/ 145 h 266"/>
              <a:gd name="T68" fmla="*/ 168 w 290"/>
              <a:gd name="T69" fmla="*/ 121 h 266"/>
              <a:gd name="T70" fmla="*/ 98 w 290"/>
              <a:gd name="T71" fmla="*/ 166 h 266"/>
              <a:gd name="T72" fmla="*/ 25 w 290"/>
              <a:gd name="T73" fmla="*/ 171 h 266"/>
              <a:gd name="T74" fmla="*/ 61 w 290"/>
              <a:gd name="T75" fmla="*/ 249 h 266"/>
              <a:gd name="T76" fmla="*/ 87 w 290"/>
              <a:gd name="T77" fmla="*/ 244 h 266"/>
              <a:gd name="T78" fmla="*/ 96 w 290"/>
              <a:gd name="T79" fmla="*/ 199 h 266"/>
              <a:gd name="T80" fmla="*/ 67 w 290"/>
              <a:gd name="T81" fmla="*/ 225 h 266"/>
              <a:gd name="T82" fmla="*/ 34 w 290"/>
              <a:gd name="T83" fmla="*/ 197 h 266"/>
              <a:gd name="T84" fmla="*/ 64 w 290"/>
              <a:gd name="T85" fmla="*/ 175 h 266"/>
              <a:gd name="T86" fmla="*/ 39 w 290"/>
              <a:gd name="T87" fmla="*/ 156 h 266"/>
              <a:gd name="T88" fmla="*/ 25 w 290"/>
              <a:gd name="T89" fmla="*/ 171 h 266"/>
              <a:gd name="T90" fmla="*/ 46 w 290"/>
              <a:gd name="T91" fmla="*/ 202 h 266"/>
              <a:gd name="T92" fmla="*/ 64 w 290"/>
              <a:gd name="T93" fmla="*/ 218 h 266"/>
              <a:gd name="T94" fmla="*/ 68 w 290"/>
              <a:gd name="T95" fmla="*/ 187 h 266"/>
              <a:gd name="T96" fmla="*/ 46 w 290"/>
              <a:gd name="T97" fmla="*/ 202 h 266"/>
              <a:gd name="T98" fmla="*/ 188 w 290"/>
              <a:gd name="T99" fmla="*/ 175 h 266"/>
              <a:gd name="T100" fmla="*/ 208 w 290"/>
              <a:gd name="T101" fmla="*/ 263 h 266"/>
              <a:gd name="T102" fmla="*/ 213 w 290"/>
              <a:gd name="T103" fmla="*/ 241 h 266"/>
              <a:gd name="T104" fmla="*/ 232 w 290"/>
              <a:gd name="T105" fmla="*/ 246 h 266"/>
              <a:gd name="T106" fmla="*/ 206 w 290"/>
              <a:gd name="T107" fmla="*/ 180 h 266"/>
              <a:gd name="T108" fmla="*/ 218 w 290"/>
              <a:gd name="T109" fmla="*/ 148 h 266"/>
              <a:gd name="T110" fmla="*/ 188 w 290"/>
              <a:gd name="T111" fmla="*/ 175 h 266"/>
              <a:gd name="T112" fmla="*/ 210 w 290"/>
              <a:gd name="T113" fmla="*/ 184 h 266"/>
              <a:gd name="T114" fmla="*/ 270 w 290"/>
              <a:gd name="T115" fmla="*/ 228 h 266"/>
              <a:gd name="T116" fmla="*/ 260 w 290"/>
              <a:gd name="T117" fmla="*/ 206 h 266"/>
              <a:gd name="T118" fmla="*/ 280 w 290"/>
              <a:gd name="T119" fmla="*/ 200 h 266"/>
              <a:gd name="T120" fmla="*/ 224 w 290"/>
              <a:gd name="T121" fmla="*/ 167 h 266"/>
              <a:gd name="T122" fmla="*/ 210 w 290"/>
              <a:gd name="T123" fmla="*/ 18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 h="266">
                <a:moveTo>
                  <a:pt x="196" y="9"/>
                </a:moveTo>
                <a:cubicBezTo>
                  <a:pt x="215" y="0"/>
                  <a:pt x="236" y="10"/>
                  <a:pt x="251" y="22"/>
                </a:cubicBezTo>
                <a:cubicBezTo>
                  <a:pt x="256" y="17"/>
                  <a:pt x="261" y="12"/>
                  <a:pt x="266" y="6"/>
                </a:cubicBezTo>
                <a:cubicBezTo>
                  <a:pt x="283" y="28"/>
                  <a:pt x="290" y="63"/>
                  <a:pt x="273" y="86"/>
                </a:cubicBezTo>
                <a:cubicBezTo>
                  <a:pt x="254" y="102"/>
                  <a:pt x="233" y="115"/>
                  <a:pt x="214" y="130"/>
                </a:cubicBezTo>
                <a:cubicBezTo>
                  <a:pt x="214" y="133"/>
                  <a:pt x="214" y="139"/>
                  <a:pt x="214" y="142"/>
                </a:cubicBezTo>
                <a:cubicBezTo>
                  <a:pt x="200" y="153"/>
                  <a:pt x="189" y="172"/>
                  <a:pt x="169" y="170"/>
                </a:cubicBezTo>
                <a:cubicBezTo>
                  <a:pt x="143" y="194"/>
                  <a:pt x="120" y="222"/>
                  <a:pt x="98" y="249"/>
                </a:cubicBezTo>
                <a:cubicBezTo>
                  <a:pt x="90" y="260"/>
                  <a:pt x="75" y="266"/>
                  <a:pt x="62" y="261"/>
                </a:cubicBezTo>
                <a:cubicBezTo>
                  <a:pt x="23" y="250"/>
                  <a:pt x="0" y="204"/>
                  <a:pt x="14" y="166"/>
                </a:cubicBezTo>
                <a:cubicBezTo>
                  <a:pt x="22" y="146"/>
                  <a:pt x="45" y="142"/>
                  <a:pt x="61" y="130"/>
                </a:cubicBezTo>
                <a:cubicBezTo>
                  <a:pt x="77" y="119"/>
                  <a:pt x="98" y="112"/>
                  <a:pt x="106" y="93"/>
                </a:cubicBezTo>
                <a:cubicBezTo>
                  <a:pt x="118" y="78"/>
                  <a:pt x="133" y="65"/>
                  <a:pt x="151" y="61"/>
                </a:cubicBezTo>
                <a:cubicBezTo>
                  <a:pt x="169" y="46"/>
                  <a:pt x="181" y="26"/>
                  <a:pt x="196" y="9"/>
                </a:cubicBezTo>
                <a:close/>
                <a:moveTo>
                  <a:pt x="204" y="17"/>
                </a:moveTo>
                <a:cubicBezTo>
                  <a:pt x="192" y="33"/>
                  <a:pt x="179" y="50"/>
                  <a:pt x="165" y="65"/>
                </a:cubicBezTo>
                <a:cubicBezTo>
                  <a:pt x="176" y="70"/>
                  <a:pt x="186" y="76"/>
                  <a:pt x="196" y="83"/>
                </a:cubicBezTo>
                <a:cubicBezTo>
                  <a:pt x="211" y="66"/>
                  <a:pt x="231" y="51"/>
                  <a:pt x="242" y="31"/>
                </a:cubicBezTo>
                <a:cubicBezTo>
                  <a:pt x="232" y="20"/>
                  <a:pt x="218" y="17"/>
                  <a:pt x="204" y="17"/>
                </a:cubicBezTo>
                <a:close/>
                <a:moveTo>
                  <a:pt x="202" y="92"/>
                </a:moveTo>
                <a:cubicBezTo>
                  <a:pt x="205" y="100"/>
                  <a:pt x="209" y="108"/>
                  <a:pt x="212" y="116"/>
                </a:cubicBezTo>
                <a:cubicBezTo>
                  <a:pt x="229" y="103"/>
                  <a:pt x="249" y="92"/>
                  <a:pt x="265" y="77"/>
                </a:cubicBezTo>
                <a:cubicBezTo>
                  <a:pt x="275" y="62"/>
                  <a:pt x="270" y="41"/>
                  <a:pt x="265" y="25"/>
                </a:cubicBezTo>
                <a:cubicBezTo>
                  <a:pt x="245" y="48"/>
                  <a:pt x="224" y="71"/>
                  <a:pt x="202" y="92"/>
                </a:cubicBezTo>
                <a:close/>
                <a:moveTo>
                  <a:pt x="124" y="102"/>
                </a:moveTo>
                <a:cubicBezTo>
                  <a:pt x="102" y="118"/>
                  <a:pt x="78" y="134"/>
                  <a:pt x="54" y="148"/>
                </a:cubicBezTo>
                <a:cubicBezTo>
                  <a:pt x="68" y="159"/>
                  <a:pt x="77" y="176"/>
                  <a:pt x="81" y="194"/>
                </a:cubicBezTo>
                <a:cubicBezTo>
                  <a:pt x="85" y="192"/>
                  <a:pt x="90" y="191"/>
                  <a:pt x="94" y="190"/>
                </a:cubicBezTo>
                <a:cubicBezTo>
                  <a:pt x="90" y="181"/>
                  <a:pt x="86" y="172"/>
                  <a:pt x="83" y="162"/>
                </a:cubicBezTo>
                <a:cubicBezTo>
                  <a:pt x="108" y="145"/>
                  <a:pt x="138" y="133"/>
                  <a:pt x="159" y="110"/>
                </a:cubicBezTo>
                <a:cubicBezTo>
                  <a:pt x="149" y="105"/>
                  <a:pt x="135" y="92"/>
                  <a:pt x="124" y="102"/>
                </a:cubicBezTo>
                <a:close/>
                <a:moveTo>
                  <a:pt x="98" y="166"/>
                </a:moveTo>
                <a:cubicBezTo>
                  <a:pt x="105" y="183"/>
                  <a:pt x="109" y="200"/>
                  <a:pt x="108" y="218"/>
                </a:cubicBezTo>
                <a:cubicBezTo>
                  <a:pt x="129" y="192"/>
                  <a:pt x="154" y="168"/>
                  <a:pt x="178" y="145"/>
                </a:cubicBezTo>
                <a:cubicBezTo>
                  <a:pt x="174" y="137"/>
                  <a:pt x="171" y="129"/>
                  <a:pt x="168" y="121"/>
                </a:cubicBezTo>
                <a:cubicBezTo>
                  <a:pt x="145" y="137"/>
                  <a:pt x="123" y="154"/>
                  <a:pt x="98" y="166"/>
                </a:cubicBezTo>
                <a:close/>
                <a:moveTo>
                  <a:pt x="25" y="171"/>
                </a:moveTo>
                <a:cubicBezTo>
                  <a:pt x="15" y="201"/>
                  <a:pt x="31" y="238"/>
                  <a:pt x="61" y="249"/>
                </a:cubicBezTo>
                <a:cubicBezTo>
                  <a:pt x="70" y="252"/>
                  <a:pt x="81" y="252"/>
                  <a:pt x="87" y="244"/>
                </a:cubicBezTo>
                <a:cubicBezTo>
                  <a:pt x="97" y="231"/>
                  <a:pt x="97" y="214"/>
                  <a:pt x="96" y="199"/>
                </a:cubicBezTo>
                <a:cubicBezTo>
                  <a:pt x="86" y="208"/>
                  <a:pt x="77" y="217"/>
                  <a:pt x="67" y="225"/>
                </a:cubicBezTo>
                <a:cubicBezTo>
                  <a:pt x="49" y="231"/>
                  <a:pt x="37" y="212"/>
                  <a:pt x="34" y="197"/>
                </a:cubicBezTo>
                <a:cubicBezTo>
                  <a:pt x="44" y="190"/>
                  <a:pt x="54" y="183"/>
                  <a:pt x="64" y="175"/>
                </a:cubicBezTo>
                <a:cubicBezTo>
                  <a:pt x="57" y="168"/>
                  <a:pt x="50" y="158"/>
                  <a:pt x="39" y="156"/>
                </a:cubicBezTo>
                <a:cubicBezTo>
                  <a:pt x="32" y="159"/>
                  <a:pt x="26" y="164"/>
                  <a:pt x="25" y="171"/>
                </a:cubicBezTo>
                <a:close/>
                <a:moveTo>
                  <a:pt x="46" y="202"/>
                </a:moveTo>
                <a:cubicBezTo>
                  <a:pt x="51" y="208"/>
                  <a:pt x="57" y="213"/>
                  <a:pt x="64" y="218"/>
                </a:cubicBezTo>
                <a:cubicBezTo>
                  <a:pt x="68" y="208"/>
                  <a:pt x="70" y="198"/>
                  <a:pt x="68" y="187"/>
                </a:cubicBezTo>
                <a:cubicBezTo>
                  <a:pt x="61" y="192"/>
                  <a:pt x="53" y="197"/>
                  <a:pt x="46" y="202"/>
                </a:cubicBezTo>
                <a:close/>
                <a:moveTo>
                  <a:pt x="188" y="175"/>
                </a:moveTo>
                <a:cubicBezTo>
                  <a:pt x="183" y="206"/>
                  <a:pt x="191" y="237"/>
                  <a:pt x="208" y="263"/>
                </a:cubicBezTo>
                <a:cubicBezTo>
                  <a:pt x="209" y="256"/>
                  <a:pt x="211" y="248"/>
                  <a:pt x="213" y="241"/>
                </a:cubicBezTo>
                <a:cubicBezTo>
                  <a:pt x="219" y="243"/>
                  <a:pt x="225" y="245"/>
                  <a:pt x="232" y="246"/>
                </a:cubicBezTo>
                <a:cubicBezTo>
                  <a:pt x="218" y="227"/>
                  <a:pt x="207" y="205"/>
                  <a:pt x="206" y="180"/>
                </a:cubicBezTo>
                <a:cubicBezTo>
                  <a:pt x="215" y="171"/>
                  <a:pt x="219" y="160"/>
                  <a:pt x="218" y="148"/>
                </a:cubicBezTo>
                <a:cubicBezTo>
                  <a:pt x="207" y="156"/>
                  <a:pt x="197" y="164"/>
                  <a:pt x="188" y="175"/>
                </a:cubicBezTo>
                <a:close/>
                <a:moveTo>
                  <a:pt x="210" y="184"/>
                </a:moveTo>
                <a:cubicBezTo>
                  <a:pt x="226" y="204"/>
                  <a:pt x="247" y="218"/>
                  <a:pt x="270" y="228"/>
                </a:cubicBezTo>
                <a:cubicBezTo>
                  <a:pt x="267" y="221"/>
                  <a:pt x="264" y="214"/>
                  <a:pt x="260" y="206"/>
                </a:cubicBezTo>
                <a:cubicBezTo>
                  <a:pt x="267" y="204"/>
                  <a:pt x="274" y="202"/>
                  <a:pt x="280" y="200"/>
                </a:cubicBezTo>
                <a:cubicBezTo>
                  <a:pt x="259" y="193"/>
                  <a:pt x="239" y="183"/>
                  <a:pt x="224" y="167"/>
                </a:cubicBezTo>
                <a:cubicBezTo>
                  <a:pt x="220" y="173"/>
                  <a:pt x="215" y="179"/>
                  <a:pt x="210" y="184"/>
                </a:cubicBezTo>
                <a:close/>
              </a:path>
            </a:pathLst>
          </a:custGeom>
          <a:gradFill>
            <a:gsLst>
              <a:gs pos="0">
                <a:srgbClr val="007BD3"/>
              </a:gs>
              <a:gs pos="100000">
                <a:srgbClr val="034373"/>
              </a:gs>
            </a:gsLst>
            <a:lin ang="5400000" scaled="0"/>
          </a:gra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21" name="组合 20"/>
          <p:cNvGrpSpPr/>
          <p:nvPr/>
        </p:nvGrpSpPr>
        <p:grpSpPr>
          <a:xfrm>
            <a:off x="0" y="792000"/>
            <a:ext cx="5611240" cy="659766"/>
            <a:chOff x="-9" y="1110"/>
            <a:chExt cx="8837" cy="1039"/>
          </a:xfrm>
        </p:grpSpPr>
        <p:grpSp>
          <p:nvGrpSpPr>
            <p:cNvPr id="22" name="组合 21"/>
            <p:cNvGrpSpPr/>
            <p:nvPr/>
          </p:nvGrpSpPr>
          <p:grpSpPr>
            <a:xfrm>
              <a:off x="2004" y="1110"/>
              <a:ext cx="6824" cy="1039"/>
              <a:chOff x="574557" y="613893"/>
              <a:chExt cx="4332551" cy="659964"/>
            </a:xfrm>
          </p:grpSpPr>
          <p:sp>
            <p:nvSpPr>
              <p:cNvPr id="24" name="文本框 23"/>
              <p:cNvSpPr txBox="1"/>
              <p:nvPr/>
            </p:nvSpPr>
            <p:spPr>
              <a:xfrm>
                <a:off x="574557" y="613893"/>
                <a:ext cx="4332551" cy="58374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b="1" dirty="0" smtClean="0">
                    <a:solidFill>
                      <a:srgbClr val="0064D2"/>
                    </a:solidFill>
                    <a:latin typeface="+mn-ea"/>
                    <a:cs typeface="+mn-ea"/>
                    <a:sym typeface="+mn-lt"/>
                  </a:rPr>
                  <a:t>任务目标和</a:t>
                </a:r>
                <a:r>
                  <a:rPr lang="zh-CN" altLang="en-US" b="1" dirty="0" smtClean="0">
                    <a:solidFill>
                      <a:srgbClr val="0064D2"/>
                    </a:solidFill>
                    <a:latin typeface="+mn-ea"/>
                    <a:cs typeface="+mn-ea"/>
                    <a:sym typeface="+mn-lt"/>
                  </a:rPr>
                  <a:t>重难点</a:t>
                </a:r>
                <a:endParaRPr lang="zh-CN" altLang="en-US" b="1" dirty="0" smtClean="0">
                  <a:solidFill>
                    <a:srgbClr val="0064D2"/>
                  </a:solidFill>
                  <a:latin typeface="+mn-ea"/>
                  <a:cs typeface="+mn-ea"/>
                  <a:sym typeface="+mn-lt"/>
                </a:endParaRPr>
              </a:p>
            </p:txBody>
          </p:sp>
          <p:cxnSp>
            <p:nvCxnSpPr>
              <p:cNvPr id="25" name="直接连接符 24"/>
              <p:cNvCxnSpPr/>
              <p:nvPr/>
            </p:nvCxnSpPr>
            <p:spPr>
              <a:xfrm>
                <a:off x="873861" y="1273857"/>
                <a:ext cx="70113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9" y="1110"/>
              <a:ext cx="1429" cy="919"/>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02</a:t>
              </a:r>
              <a:endParaRPr lang="en-US" altLang="zh-CN" sz="3200" dirty="0">
                <a:solidFill>
                  <a:srgbClr val="3F396C"/>
                </a:solidFill>
                <a:latin typeface="思源宋体" panose="02020700000000000000" charset="-122"/>
                <a:ea typeface="思源宋体" panose="02020700000000000000" charset="-122"/>
              </a:endParaRPr>
            </a:p>
          </p:txBody>
        </p:sp>
      </p:grpSp>
      <p:sp>
        <p:nvSpPr>
          <p:cNvPr id="18" name="文本框 17"/>
          <p:cNvSpPr txBox="1"/>
          <p:nvPr/>
        </p:nvSpPr>
        <p:spPr>
          <a:xfrm>
            <a:off x="4849495" y="1638000"/>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任务目标</a:t>
            </a:r>
            <a:endParaRPr lang="zh-CN" altLang="zh-CN" sz="2400" b="1" dirty="0">
              <a:solidFill>
                <a:srgbClr val="FFC000"/>
              </a:solidFill>
              <a:latin typeface="+mn-ea"/>
              <a:cs typeface="+mn-ea"/>
              <a:sym typeface="+mn-lt"/>
            </a:endParaRPr>
          </a:p>
        </p:txBody>
      </p:sp>
      <p:sp>
        <p:nvSpPr>
          <p:cNvPr id="20" name="文本框 19"/>
          <p:cNvSpPr txBox="1"/>
          <p:nvPr/>
        </p:nvSpPr>
        <p:spPr>
          <a:xfrm>
            <a:off x="4848225" y="3963600"/>
            <a:ext cx="2085975" cy="4616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任务重难点</a:t>
            </a:r>
            <a:endParaRPr lang="zh-CN" altLang="zh-CN" sz="2400" b="1" dirty="0">
              <a:solidFill>
                <a:srgbClr val="FFC000"/>
              </a:solidFill>
              <a:latin typeface="+mn-ea"/>
              <a:cs typeface="+mn-ea"/>
              <a:sym typeface="+mn-lt"/>
            </a:endParaRPr>
          </a:p>
        </p:txBody>
      </p:sp>
      <p:sp>
        <p:nvSpPr>
          <p:cNvPr id="4" name="文本框 3"/>
          <p:cNvSpPr txBox="1"/>
          <p:nvPr/>
        </p:nvSpPr>
        <p:spPr>
          <a:xfrm>
            <a:off x="4850400" y="250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能根据场景编写有效的系统提示词；</a:t>
            </a:r>
            <a:endParaRPr lang="zh-CN" dirty="0" smtClean="0">
              <a:latin typeface="Arial" panose="020B0604020202020204" pitchFamily="34" charset="0"/>
              <a:cs typeface="Times New Roman" panose="02020603050405020304" charset="0"/>
              <a:sym typeface="+mn-ea"/>
            </a:endParaRPr>
          </a:p>
        </p:txBody>
      </p:sp>
      <p:sp>
        <p:nvSpPr>
          <p:cNvPr id="2" name="文本框 1"/>
          <p:cNvSpPr txBox="1"/>
          <p:nvPr/>
        </p:nvSpPr>
        <p:spPr>
          <a:xfrm>
            <a:off x="4850400" y="203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能准确区分智能体与工作流的适用场景；</a:t>
            </a:r>
            <a:endParaRPr lang="zh-CN" dirty="0" smtClean="0">
              <a:latin typeface="Arial" panose="020B0604020202020204" pitchFamily="34" charset="0"/>
              <a:cs typeface="Times New Roman" panose="02020603050405020304" charset="0"/>
              <a:sym typeface="+mn-ea"/>
            </a:endParaRPr>
          </a:p>
        </p:txBody>
      </p:sp>
      <p:sp>
        <p:nvSpPr>
          <p:cNvPr id="3" name="文本框 2"/>
          <p:cNvSpPr txBox="1"/>
          <p:nvPr/>
        </p:nvSpPr>
        <p:spPr>
          <a:xfrm>
            <a:off x="4850400" y="2970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能完成可交互的智能问答应用并优化；</a:t>
            </a:r>
            <a:endParaRPr lang="zh-CN" dirty="0" smtClean="0">
              <a:latin typeface="Arial" panose="020B0604020202020204" pitchFamily="34" charset="0"/>
              <a:cs typeface="Times New Roman" panose="02020603050405020304" charset="0"/>
              <a:sym typeface="+mn-ea"/>
            </a:endParaRPr>
          </a:p>
        </p:txBody>
      </p:sp>
      <p:sp>
        <p:nvSpPr>
          <p:cNvPr id="17" name="文本框 16"/>
          <p:cNvSpPr txBox="1"/>
          <p:nvPr/>
        </p:nvSpPr>
        <p:spPr>
          <a:xfrm>
            <a:off x="4850400" y="3438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Arial" panose="020B0604020202020204" pitchFamily="34" charset="0"/>
                <a:sym typeface="+mn-ea"/>
              </a:rPr>
              <a:t>能认识</a:t>
            </a:r>
            <a:r>
              <a:rPr lang="en-US" altLang="zh-CN" dirty="0" smtClean="0">
                <a:latin typeface="Arial" panose="020B0604020202020204" pitchFamily="34" charset="0"/>
                <a:cs typeface="Arial" panose="020B0604020202020204" pitchFamily="34" charset="0"/>
                <a:sym typeface="+mn-ea"/>
              </a:rPr>
              <a:t>AI</a:t>
            </a:r>
            <a:r>
              <a:rPr lang="zh-CN" altLang="en-US" dirty="0" smtClean="0">
                <a:latin typeface="Arial" panose="020B0604020202020204" pitchFamily="34" charset="0"/>
                <a:cs typeface="Arial" panose="020B0604020202020204" pitchFamily="34" charset="0"/>
                <a:sym typeface="+mn-ea"/>
              </a:rPr>
              <a:t>赋能传统产业升级的价值；</a:t>
            </a:r>
            <a:endParaRPr lang="zh-CN" altLang="en-US" dirty="0" smtClean="0">
              <a:latin typeface="Arial" panose="020B0604020202020204" pitchFamily="34" charset="0"/>
              <a:cs typeface="Arial" panose="020B0604020202020204" pitchFamily="34" charset="0"/>
              <a:sym typeface="+mn-ea"/>
            </a:endParaRPr>
          </a:p>
        </p:txBody>
      </p:sp>
      <p:sp>
        <p:nvSpPr>
          <p:cNvPr id="19" name="文本框 18"/>
          <p:cNvSpPr txBox="1"/>
          <p:nvPr/>
        </p:nvSpPr>
        <p:spPr>
          <a:xfrm>
            <a:off x="4848495" y="437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重点：掌握有效的系统提示词编写方法；</a:t>
            </a:r>
            <a:endParaRPr lang="zh-CN" altLang="en-US" dirty="0" smtClean="0">
              <a:latin typeface="Arial" panose="020B0604020202020204" pitchFamily="34" charset="0"/>
              <a:cs typeface="Times New Roman" panose="02020603050405020304" charset="0"/>
              <a:sym typeface="+mn-ea"/>
            </a:endParaRPr>
          </a:p>
        </p:txBody>
      </p:sp>
      <p:sp>
        <p:nvSpPr>
          <p:cNvPr id="28" name="文本框 27"/>
          <p:cNvSpPr txBox="1"/>
          <p:nvPr/>
        </p:nvSpPr>
        <p:spPr>
          <a:xfrm>
            <a:off x="4850400" y="484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难点：理解改变提示词和参数对模型输出的影响；</a:t>
            </a:r>
            <a:endParaRPr lang="zh-CN" altLang="en-US" dirty="0" smtClean="0">
              <a:latin typeface="Arial" panose="020B0604020202020204" pitchFamily="3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知识储备</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563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智能体的概念</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832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搭建简易工作流</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与智能体代表了两种截然不同的任务执行逻辑。工作流是一系列由开发者预先设定好顺序的固定步骤，其核心特点是流程稳定、结果可预测、执行路径清晰。它就像一列必须在轨道上行驶的火车，所有环节都按照既定方案运行，一旦某个环节出错，整个流程往往就会卡死。因此，工作流非常适合处理标准化、重复性高、规则明确的任务，例如表单审批、数据批量处理等。</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智能体则以大语言模型为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大脑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具备理解目标、规划步骤、调用工具、并结合上下文进行动态决策的能力。它不遵循固定路径，而是在目标驱动下自主进行推理和选择，如同一位根据路况实时调整方向的赛车手。智能体能够处理模糊需求，并在执行过程中根据反馈灵活调整策略；即使遇到错误，它也能通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反思</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力尝试不同的解决方案。因此，智能体更适合处理复杂、开放、信息不完整的任务，例如客户服务、自动化研究等。从执行逻辑、灵活性、控制权、容错率和任务复杂度等多个维度来看，工作流与智能体存在本质区别：前者强调确定性预设，后者依赖动态生成；前者人类完全控制，后者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自主决策。</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关于智能体的定义，业界最权威的框架主要来自</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OpenAI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Lilian Weng</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和吴恩达。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Lilian Weng</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提出了经典的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 + P.M.T”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模型，认为智能体由四大核心组件构成：作为大脑的大语言模型负责逻辑推理与意图识别；规划模块将复杂任务拆解为可管理的子目标，并对过去行为进行自我批评与反思；记忆模块分为短期记忆（利用模型上下文窗口记录对话历史）和长期记忆（通过外部向量数据库检索信息）；工具使用模块则让智能体通过调用外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获取实时信息、执行计算或操作软件。这四者协同，使智能体能够自主完成复杂任务。</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吴恩达则强调，与其追求一次性完美输出，不如通过智能体工作流迭代提升表现。他总结了四种核心设计模式：反思，即智能体检查自身工作并自行修复错误；使用工具，强调智能体根据环境判断何时调用何种工具；规划，指自主决定步骤序列并动态调整；多智能体协作，让不同角色的智能体通过对话分工完成任务。从更广泛的认知神经科学视角看，智能体被定义为具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感知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行动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循环的实体：感知将非结构化数据转化为可理解表示，推理基于目标和环境选择最优策略，行动则改变环境状态。综合这些定义，智能体的核心能力可归纳为五大模块：大脑（逻辑推理与意图识别）、记忆（短期缓存与长期检索）、规划（任务拆解与自我纠错）、工具（</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调用与代码执行）以及执行（将思考转化为实际影响）。这五大能力共同构成了智能体系统的核心支柱，理解这一共性，是掌握智能体开发的第一步。</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89112"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21144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等低代码平台出现之前，开发者构建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应用主要依赖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这类编程框架。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是一个模块化的开发者工具包，它要求使用者具备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JavaScript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编程经验，学习曲线较为陡峭。虽然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逻辑上并不复杂，但它更适合那些需要深度定制和应对复杂场景的开发场景。例如，为了实现一个最小对话智能体工作流，开发者需要编写大量代码来编排各个组件，这对于初学者而言非常不友好，且后续的迭代开发过程也显得较为繁琐。</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形成鲜明对比的是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，它提供了一种全新的开发范式。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通过低代码的拖拽界面和可视化工作流设计，极大地降低了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应用开发的门槛。两者的本质区别在于：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LangChain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是通过编写代码来编排智能体，而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则是通过拖拽节点的方式编排工作流，并在工作流中嵌入智能体或大模型来完成开发。对于初学者来说，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的可视化方式能让人更直观地理解智能体工作流的逻辑结构，从而避免被复杂的代码细节所干扰，更适合快速原型验证和企业级快速部署。</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工作流是一种将一系列任务或操作按照既定顺序和规则自动化执行的方法。在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编辑智能体工作流的核心在于连接不同的节点，利用大语言模型的能力来实现复杂任务的自动化处理。这些节点涵盖了数据输入、处理、输出等多个环节，用户可以根据自身需求自由组合和配置，从而构建出对话、搜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管理以及智能体等多种功能。</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工作流具备三大显著特点。首先是可视化编辑，它提供了直观的编辑器，用户只需通过拖拽节点和连线即可轻松构建工作流。其次是灵活性，系统支持多种节点类型，包括大语言模型节点、知识库检索节点和条件判断节点等，用户可以根据具体需求自由组合与配置。最后是开放性，</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支持调用多种大语言模型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API</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DeepSeek</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GPT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Ollama</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等，用户能根据任务选择合适的模型。同时，它也支持私有化部署，有效保障用户的数据安全。</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智能体菜单下包含工作流和对话流两种应用类型。两者的主要区别在于：工作流面向单轮自动化编排任务，而对话流则将记忆内置为上下文变量，从而支持多轮对话。尽管应用场景不同，但构建这两种工作流应用的步骤是基本一致的。</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通常包含五个关键步骤。首先是在平台上创建一个新的应用，并选择工作流类型。接着，使用可视化工作流编辑器，通过拖拽节点和连线来设计工作流的整体结构。然后，对每个节点进行详细配置，包括设置输入参数、输出参数以及选择模型等。配置完成后，需要在平台上测试工作流的运行情况，确保每个节点都能正确执行。最后，测试通过后，将工作流发布到生产环境，实现自动化处理。通过这一系列步骤，学员可以以较低的门槛完成从设计搭建到调试发布的完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AI</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应用平台建设。</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5382794" y="3951605"/>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5236109" y="2458720"/>
            <a:ext cx="1892300" cy="1892300"/>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4388270" y="513778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平台初识</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6"/>
            </p:custDataLst>
          </p:nvPr>
        </p:nvSpPr>
        <p:spPr>
          <a:xfrm>
            <a:off x="5826024" y="2936875"/>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sym typeface="+mn-ea"/>
              </a:rPr>
              <a:t>03</a:t>
            </a:r>
            <a:endParaRPr lang="en-US" altLang="zh-CN" sz="3200" dirty="0" smtClean="0">
              <a:solidFill>
                <a:srgbClr val="3F396C"/>
              </a:solidFill>
              <a:latin typeface="思源宋体" panose="02020700000000000000" charset="-122"/>
              <a:ea typeface="思源宋体" panose="02020700000000000000" charset="-122"/>
              <a:sym typeface="+mn-ea"/>
            </a:endParaRPr>
          </a:p>
        </p:txBody>
      </p:sp>
      <p:sp>
        <p:nvSpPr>
          <p:cNvPr id="8" name="文本框1"/>
          <p:cNvSpPr txBox="1"/>
          <p:nvPr>
            <p:custDataLst>
              <p:tags r:id="rId7"/>
            </p:custDataLst>
          </p:nvPr>
        </p:nvSpPr>
        <p:spPr>
          <a:xfrm>
            <a:off x="594000" y="516699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智能体的概念</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1443301" y="1852930"/>
            <a:ext cx="2087245" cy="2570480"/>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2033216" y="3001645"/>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5" name="文本框1"/>
          <p:cNvSpPr txBox="1"/>
          <p:nvPr>
            <p:custDataLst>
              <p:tags r:id="rId13"/>
            </p:custDataLst>
          </p:nvPr>
        </p:nvSpPr>
        <p:spPr>
          <a:xfrm>
            <a:off x="8146800" y="5168265"/>
            <a:ext cx="36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平台初识</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1" name="圆角矩形 34"/>
          <p:cNvSpPr/>
          <p:nvPr>
            <p:custDataLst>
              <p:tags r:id="rId14"/>
            </p:custDataLst>
          </p:nvPr>
        </p:nvSpPr>
        <p:spPr>
          <a:xfrm rot="2700000">
            <a:off x="8998585" y="2482850"/>
            <a:ext cx="1892300" cy="189230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3" name="圆角矩形 38"/>
          <p:cNvSpPr/>
          <p:nvPr>
            <p:custDataLst>
              <p:tags r:id="rId15"/>
            </p:custDataLst>
          </p:nvPr>
        </p:nvSpPr>
        <p:spPr>
          <a:xfrm rot="2700000">
            <a:off x="9251214" y="2748280"/>
            <a:ext cx="1387475" cy="138747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 name="文本框 13"/>
          <p:cNvSpPr txBox="1"/>
          <p:nvPr>
            <p:custDataLst>
              <p:tags r:id="rId16"/>
            </p:custDataLst>
          </p:nvPr>
        </p:nvSpPr>
        <p:spPr>
          <a:xfrm>
            <a:off x="9603004" y="2908935"/>
            <a:ext cx="682625" cy="1014730"/>
          </a:xfrm>
          <a:prstGeom prst="rect">
            <a:avLst/>
          </a:prstGeom>
          <a:noFill/>
        </p:spPr>
        <p:txBody>
          <a:bodyPr wrap="square" rtlCol="0">
            <a:spAutoFit/>
          </a:bodyPr>
          <a:lstStyle/>
          <a:p>
            <a:r>
              <a:rPr lang="en-US" altLang="zh-CN" sz="6000" b="1">
                <a:solidFill>
                  <a:schemeClr val="bg1"/>
                </a:solidFill>
                <a:latin typeface="+mj-ea"/>
                <a:ea typeface="+mj-ea"/>
              </a:rPr>
              <a:t>3</a:t>
            </a:r>
            <a:endParaRPr lang="en-US" altLang="zh-CN" sz="6000" b="1">
              <a:solidFill>
                <a:schemeClr val="bg1"/>
              </a:solidFill>
              <a:latin typeface="+mj-ea"/>
              <a:ea typeface="+mj-ea"/>
            </a:endParaRPr>
          </a:p>
        </p:txBody>
      </p:sp>
      <p:sp>
        <p:nvSpPr>
          <p:cNvPr id="15" name="任意多边形 42"/>
          <p:cNvSpPr/>
          <p:nvPr>
            <p:custDataLst>
              <p:tags r:id="rId17"/>
            </p:custDataLst>
          </p:nvPr>
        </p:nvSpPr>
        <p:spPr>
          <a:xfrm>
            <a:off x="9143311" y="1760220"/>
            <a:ext cx="1940560" cy="114871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一个简易问答型智能体工作流，至少包含四个环节：用户输入、约束引导、模型推理和人工评判。这四个环节构成了一个最小可运行的智能体工作流，其本质是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约束引导</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模型推理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人工评判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闭环。虽然结构简单，但它已经具备了智能体工作流的两个核心要素。第一个核心要素是确定性框架，即通过系统提示词为模型划定行为边界，避免模型输出失控；第二个核心要素是人工闭环，人类在最后环节进行价值判断，承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评估者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的角色，确保输出结果符合预期。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实际开发中，可以从这个最小结构出发，逐步增加节点来扩展功能。例如，可以加入意图识别分支，让工作流根据用户的不同意图走不同的处理路径；也可以加入知识库检索节点，让模型能够引用外部知识；还可以加入代码计算节点，实现数学运算或数据处理。通过这种由简入繁、迭代优化的思路，最小工作流可以逐步演化为完整的工作流或智能体。这种工程化落地的方法论，强调从简单原型开始，不断迭代完善，是构建复杂系统的有效路径。</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基于上一节提出的</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用户输入</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系统提示词约束</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模型生成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人工评估</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最小可运行结构，在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中搭建这一流程只需用到三个核心组件：开始节点、大语言模型节点和输出节点。开始节点是所有工作流的入口，在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可视化工作流设计器中，每个工作流都以开始节点为起点。该节点负责接收用户的输入数据，用户的问题将通过这个节点传入后续节点。开始节点提供了三种启动方式和交互模式：对话模式、任务模式和网络钩子模式，分别对应不同的使用场景。</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对话模式是最常用的模式，适用于构建交互式智能体。它的工作逻辑是双向、实时、有上下文的，用户说一句话，智能体回一句话。输入内容主要是用户的提问，该模式能处理聊天记录，让智能体记住对话上下文，通常直接对接对话框界面。典型使用场景包括企业内部客服机器人、个人知识库助手和角色扮演机器人。任务模式则是批处理或自动化模式，通常是单次执行、流程导向的自动化处理。它接收一个特定的输入，按照设计的逻辑跑完整个流程后给出一个结果，不强调来回对话，而是强调完成任务。输入内容通常是结构化的数据或参数，不关心历史聊天记录，适合处理大批量的重复性逻辑，如文档自动化处理和定时报表生成。</a:t>
            </a:r>
            <a:endParaRPr 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网络钩子模式是为自动化系统准备的接口模式，让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能够被其他软件调用。其工作逻辑是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会生成一个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URL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地址，每当外部系统向这个地址发送一个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HTTP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请求时，工作流就会启动。输入内容由外部系统传过来的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数据包，用户可以自定义解析这些数据。这种模式是被动触发的，智能体在后台静静等待，直到接收到外部信号，它是打破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与其他软件之间壁垒的桥梁。典型使用场景包括联动钉钉或微信，当用户在群里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机器人时，外部服务器发一个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，处理完后再回传；以及自动化流水线，比如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GitHub</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有代码更新时，触发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Webhook</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让</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动读取新代码并更新技术文档知识库。大语言模型节点是整个工作流的大脑，在该节点中需要完成三件事：选择要使用的大模型，配置系统提示词对模型的角色和行为进行约束，以及调整模型参数控制输出的确定性与多样性。对于最小工作流，只需要配置好系统提示词，并将开始节点传入的用户问题作为上下文变量输入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节点即可。输出节点负责输出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节点生成的最终回答，在简单问答工作流中，通常只需要将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节点的输出直接连接到结束节点，工作流执行完毕后返回结果。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任务实施</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一、熟悉</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RAGFlow</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平台并创建基础应用</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步骤一：创建应用并进入工作流编排。</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平台，在上方菜单栏中选择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，如果还未创建智能体应用，会如下图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所示，此时点击加号创建一个智能体应用，在弹出窗口中选择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智能体流程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类型，命名为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我的第一个智能体工作流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。进入工作流画布，此时系统已自动生成开始节点，默认的工作类型是对话式。如果不是，可以根据图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所示的点击顺序修改工作类型。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创建第一个智能体工作流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切换开始节点为会话模式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步骤二：配置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添加大模型节点</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，将鼠标光标放在开始模块处，模块右边会出现加号，点击这个符号弹出节点库列表，从中选择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中，大模型节点被称作智能体，但我们实际知道该节点承担的作用是整个工作流的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，因此在后文中不论提及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还是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都是指向这个节点。该模块会自动连接到开始模块的尾端，并将其摆放在适合位置。在该节点中完成三件事：选择模型、编写系统提示词以及配置模型参数。点击箭头①处的智能体节点，可以弹出如图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右边所示的模块详情标签，点击箭头②处的模型栏目，会弹出模型配置的标签。在③处可以选择接入工作流的大模型；在方框④处可以配置模型输出的部分参数。在大模型的参数列表中，我们需要关注的参数有三个：</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温度（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temperature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）：用于控制随机性和多样性的程度。较高的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temperature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值会降低概率分布的峰值，使得更多的低概率词被选择，生成结果更加多样化；而较低的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temperature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值则会增强概率分布的峰值，使得高概率词更容易被选择，生成结果更加确定。</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最大标记（或作最大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token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）：用于指定模型在生成内容时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的最大数量，它定义了生成的上限。</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Top 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：生成过程中核采样方法概率阈值，例如，取值为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0.8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时，仅保留概率加起来大于等于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0.8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的最可能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token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的最小集合作为候选集。取值范围为（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，取值越大，生成的随机性越高；取值越低，生成的确定性越高。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初次使用该部分内容均采用图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1-1- 12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的默认配置即可完成任务实施。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配置大模型及参数</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箭头②处模型选择框的下方，我们可以编写系统提示词，按照结构化格式设定智能体的角色、任务边界、输出要求，以至于获得更好的回复和工作处理。当然在本节任务中，我们仅需要实现一个最小的智能体对话工作流，因此编写系统提示词可以省略，观察并使用默认的提示词即可。在后面的练习中我们会更加详细地介绍这部分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步骤三：关联用户输入。</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点击智能体节点，如图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箭头①所示，在系统提示词的下方有用户提示词表单，点击右上角的变量符号（箭头②处），可快速插入变量。将开始节点传递的用户问题变量（通常为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sys.query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）填入，确保模型能够接收到用户的问题。在默认配置中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sys.query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变量已经填入用户提示词，如果还需添加其他变量，可按照该流程操作。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关联用户输入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步骤四：连接结束节点并发布。</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按照和第二步一样的方式，如图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点击智能体节点右边的加号，在弹出页中选择回复消息，创建一个流程结束节点。同样点击这个节点模块，在弹出的标签中，点击箭头②所示的变量图标，将智能体输出的内容添加到消息窗口中。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添加回复节点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配置回复消息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最后，确认工作流连线为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开始节点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回复消息节点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，点击右上角中的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运行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按钮，即可在对话窗口中输入问题测试，如图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，在对话框输入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介绍一下什么是智能体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，可以看到模型的思考和回复过程。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智能体工作流的测试运行</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在构建智能体应用时，第一步是编写一个最基础的系统提示词，并建立一套客观的评估标准，而不是凭感觉判断回答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好不好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。本节引导学员从输出结果反推应用问题，学会用指标衡量质量。首先，回到智能体节点，修改系统提示词为：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你是一个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助手，请回答用户关于智能门锁的问题。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这是最简单的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版提示词。设定后，用三个典型问题进行测试：门锁连不上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Wi-Fi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、刚换电池仍提示低电量、忘记管理员密码。通过对比默认提示词与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版提示词的回复，可以发现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版提示词提示性较弱，容易缺少关键信息。学员需要思考这组提示词可能缺失哪些要素，并记录在优化记录表中，例如问题现象、可能原因和优化方案。</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为了科学评估智能体回答的质量，需要引入五维评估指标。第一个维度是准确性，考察回答是否基本准确，是否存在明显错误。第二个维度是完整性，看回答是否覆盖关键点，是否漏掉重要步骤或条件。第三个维度是稳定性，检验多次测试结果是否一致，同类问题差异是否过大。第四个维度是边界感，当信息不足时，模型是否会主动澄清或拒绝编造，而不是乱猜。第五个维度是可用性，评估回答是否可用于真实场景，能否便于客服或系统直接使用。针对上述三个测试问题，每个问题都要从这五个维度分别打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分），并总结问题发生的原因。例如，对于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门锁连不上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Wi-Fi”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问题，如果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版提示词回答只给出重启路由器的建议，而未提及检查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Wi-Fi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频段或信号强度，则完整性得分会较低；如果回答每次测试都不同，则稳定性差。通过这种结构化的评估，学员能系统性地发现提示词的不足，为后续优化提供明确方向。</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三、提示词基础优化</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四、模型参数的影响</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在提示词优化的第一阶段，我们通过客观记录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版提示词的实际表现，发现了其中存在的问题，并以此为基础建立了优化的基准线。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版提示词的核心特征是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最简角色描述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，其目的是先让应用跑通，获取一个可用的基线版本。然而，这个版本在输出质量、内容可控性等方面往往存在不足。为了提升提示词的表现，我们需要针对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版暴露出的具体问题，增加关键性的约束条件，从而将提示词从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基本可用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版升级为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基础可控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版。这一过程的核心原则是：每次只针对一条约束条件进行增补，逐步观察并统计模型输出的变化，从而精确地理解每一条约束对最终结果的影响。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在完成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版提示词的编写后，我们需要将其替换到工作流应用的系统提示词中，并使用与第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阶段完全相同的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个测试问题对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版应用进行测试。测试的目的是量化评估优化效果，即对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版的输出进行打分，从而直观地感受提示词改进带来的价值。最后，我们需要对比计算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在每个评估维度以及总分上的差异。例如，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版的核心修改内容是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最简角色描述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，主要优化目的是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先跑通应用，获取基线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版则需要明确记录其核心修改内容（如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增加了输出格式约束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）、主要优化目的（如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提升内容结构化程度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），并对比两个版本在评估总分上的变化，以及最显著的变化是什么。通过这种结构化的迭代记录，我们可以清晰地追踪每一次优化带来的实际效果。</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二、编写初版系统提示词并建立基础评估指标</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一、熟悉</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RAGFlow</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平台并创建基础应用</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三、提示词基础优化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四、模型参数的影响</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模型参数是智能体工作流建设中的微调旋钮，而非行为总开关。在之前的任务中，我们已经介绍了几个关键模型参数，而在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的智能体模块中，还可以看到更多丰富的参数选项。这些参数共同决定了模型在生成回复时的行为表现。以温度（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Temperature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参数为例，它控制着模型输出的随机性和创造性：温度值越低，模型越倾向于选择概率最高的词，输出更保守、确定；温度值越高，模型越可能选择概率较低的词，输出更多样、灵活。理解这一点，有助于我们根据具体任务需求，精准调节模型的行为风格。</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为了直观感受温度参数的影响，我们可以进行一个对比实验：使用最新版本的提示词，向智能体提问之前阶段</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中的三个问题，但将温度分别设置为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，然后记录模型在两种设定下的回复情况。当温度设为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时，模型输出通常更聚焦、更符合常规逻辑，适合需要精确答案或稳定输出的场景；当温度设为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0.8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模型输出则更具创意、更发散，适合需要灵感或多样化回答的场景。通过观察统计结果可以发现，调节温度参数能够有效设定模型的回复风格，从而应对不同工作场景的需求。但需要特别注意的是，智能体回复的行为总则依然是提示词本身，参数只是辅助微调的工具，不能替代提示词对行为的基本约束。</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任务小结</a:t>
              </a:r>
              <a:endParaRPr lang="zh-CN" altLang="en-US" sz="2800" b="1" dirty="0">
                <a:solidFill>
                  <a:srgbClr val="0064D2"/>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1025" y="1375410"/>
            <a:ext cx="8822055" cy="1753200"/>
          </a:xfrm>
          <a:prstGeom prst="rect">
            <a:avLst/>
          </a:prstGeom>
          <a:noFill/>
        </p:spPr>
        <p:txBody>
          <a:bodyPr wrap="square" rtlCol="0" anchor="t">
            <a:noAutofit/>
          </a:bodyPr>
          <a:lstStyle/>
          <a:p>
            <a:pPr indent="457200" algn="l" fontAlgn="auto">
              <a:lnSpc>
                <a:spcPct val="150000"/>
              </a:lnSpc>
            </a:pPr>
            <a:r>
              <a:rPr lang="zh-CN" dirty="0">
                <a:latin typeface="Arial" panose="020B0604020202020204" pitchFamily="34" charset="0"/>
                <a:cs typeface="Arial" panose="020B0604020202020204" pitchFamily="34" charset="0"/>
              </a:rPr>
              <a:t>通过本任务，我们不仅能够完成一个基础智能问答助手的搭建，更重要的是理解：智能体开发并不是简单地</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调用一个模型</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，而是围绕业务目标进行场景设定、工作流搭建、提示词配置、测试验证和持续改进的过程。</a:t>
            </a:r>
            <a:endParaRPr lang="zh-CN" altLang="en-US" dirty="0">
              <a:latin typeface="Arial" panose="020B0604020202020204" pitchFamily="34" charset="0"/>
              <a:cs typeface="Arial" panose="020B0604020202020204" pitchFamily="34" charset="0"/>
            </a:endParaRPr>
          </a:p>
        </p:txBody>
      </p:sp>
      <p:sp>
        <p:nvSpPr>
          <p:cNvPr id="6" name="矩形 5"/>
          <p:cNvSpPr/>
          <p:nvPr/>
        </p:nvSpPr>
        <p:spPr>
          <a:xfrm>
            <a:off x="2223770" y="3274695"/>
            <a:ext cx="7743825" cy="3267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 name="文本框 3"/>
          <p:cNvSpPr txBox="1"/>
          <p:nvPr/>
        </p:nvSpPr>
        <p:spPr>
          <a:xfrm>
            <a:off x="0" y="792000"/>
            <a:ext cx="1351262"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5" name="文本框 4"/>
          <p:cNvSpPr txBox="1"/>
          <p:nvPr/>
        </p:nvSpPr>
        <p:spPr>
          <a:xfrm>
            <a:off x="1278000" y="792000"/>
            <a:ext cx="1808480" cy="583565"/>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小结</a:t>
            </a:r>
            <a:endParaRPr lang="zh-CN" b="1" dirty="0">
              <a:solidFill>
                <a:schemeClr val="accent1">
                  <a:lumMod val="75000"/>
                </a:schemeClr>
              </a:solidFill>
              <a:latin typeface="微软雅黑" panose="020B0503020204020204" pitchFamily="34" charset="-122"/>
              <a:ea typeface="微软雅黑" panose="020B0503020204020204" pitchFamily="34" charset="-122"/>
              <a:sym typeface="+mn-lt"/>
            </a:endParaRPr>
          </a:p>
        </p:txBody>
      </p:sp>
      <p:sp>
        <p:nvSpPr>
          <p:cNvPr id="2" name="文本框 1"/>
          <p:cNvSpPr txBox="1"/>
          <p:nvPr/>
        </p:nvSpPr>
        <p:spPr>
          <a:xfrm>
            <a:off x="3976370" y="4642485"/>
            <a:ext cx="4239260" cy="532130"/>
          </a:xfrm>
          <a:prstGeom prst="rect">
            <a:avLst/>
          </a:prstGeom>
          <a:noFill/>
        </p:spPr>
        <p:txBody>
          <a:bodyPr wrap="square" rtlCol="0">
            <a:no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{{image:summary_image}}</a:t>
            </a:r>
            <a:endParaRPr lang="en-US" altLang="zh-CN"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altLang="en-US" b="1" dirty="0" smtClean="0">
                <a:solidFill>
                  <a:srgbClr val="0064D2"/>
                </a:solidFill>
                <a:latin typeface="微软雅黑" panose="020B0503020204020204" pitchFamily="34" charset="-122"/>
                <a:ea typeface="微软雅黑" panose="020B0503020204020204" pitchFamily="34" charset="-122"/>
                <a:sym typeface="+mn-ea"/>
              </a:rPr>
              <a:t>重</a:t>
            </a:r>
            <a:r>
              <a:rPr lang="zh-CN" altLang="en-US" b="1" dirty="0">
                <a:solidFill>
                  <a:srgbClr val="0064D2"/>
                </a:solidFill>
                <a:latin typeface="微软雅黑" panose="020B0503020204020204" pitchFamily="34" charset="-122"/>
                <a:ea typeface="微软雅黑" panose="020B0503020204020204" pitchFamily="34" charset="-122"/>
                <a:sym typeface="+mn-ea"/>
              </a:rPr>
              <a:t>难点</a:t>
            </a:r>
            <a:r>
              <a:rPr lang="zh-CN" altLang="en-US" b="1" dirty="0" smtClean="0">
                <a:solidFill>
                  <a:srgbClr val="0064D2"/>
                </a:solidFill>
                <a:latin typeface="微软雅黑" panose="020B0503020204020204" pitchFamily="34" charset="-122"/>
                <a:ea typeface="微软雅黑" panose="020B0503020204020204" pitchFamily="34" charset="-122"/>
                <a:sym typeface="+mn-ea"/>
              </a:rPr>
              <a:t>总结</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8" name="www.koppt.cn"/>
          <p:cNvSpPr/>
          <p:nvPr/>
        </p:nvSpPr>
        <p:spPr>
          <a:xfrm>
            <a:off x="1321200" y="2391777"/>
            <a:ext cx="1693017" cy="426365"/>
          </a:xfrm>
          <a:prstGeom prst="roundRect">
            <a:avLst>
              <a:gd name="adj" fmla="val 50000"/>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重点内容总结</a:t>
            </a:r>
            <a:endParaRPr lang="zh-CN" altLang="en-US" sz="1600" dirty="0">
              <a:latin typeface="+mj-ea"/>
              <a:ea typeface="+mj-ea"/>
            </a:endParaRPr>
          </a:p>
        </p:txBody>
      </p:sp>
      <p:sp>
        <p:nvSpPr>
          <p:cNvPr id="9" name="www.koppt.cn"/>
          <p:cNvSpPr/>
          <p:nvPr/>
        </p:nvSpPr>
        <p:spPr>
          <a:xfrm>
            <a:off x="6665277" y="2391776"/>
            <a:ext cx="1806257" cy="426365"/>
          </a:xfrm>
          <a:prstGeom prst="roundRect">
            <a:avLst>
              <a:gd name="adj" fmla="val 50000"/>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难点内容总结</a:t>
            </a:r>
            <a:endParaRPr lang="zh-CN" altLang="en-US" sz="1600" dirty="0">
              <a:latin typeface="+mj-ea"/>
              <a:ea typeface="+mj-ea"/>
            </a:endParaRPr>
          </a:p>
        </p:txBody>
      </p:sp>
      <p:sp>
        <p:nvSpPr>
          <p:cNvPr id="4" name="矩形 3"/>
          <p:cNvSpPr/>
          <p:nvPr/>
        </p:nvSpPr>
        <p:spPr>
          <a:xfrm>
            <a:off x="1169670" y="3154045"/>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区分智能体与工作流的概念；</a:t>
            </a:r>
            <a:endParaRPr lang="zh-CN" sz="2000" dirty="0">
              <a:latin typeface="Arial" panose="020B0604020202020204" pitchFamily="34" charset="0"/>
            </a:endParaRPr>
          </a:p>
        </p:txBody>
      </p:sp>
      <p:sp>
        <p:nvSpPr>
          <p:cNvPr id="11" name="矩形 10"/>
          <p:cNvSpPr/>
          <p:nvPr/>
        </p:nvSpPr>
        <p:spPr>
          <a:xfrm>
            <a:off x="6511925" y="3155315"/>
            <a:ext cx="5040000" cy="53975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理解提示词对模型输出的影响；</a:t>
            </a:r>
            <a:endParaRPr lang="zh-CN" sz="2000" dirty="0">
              <a:latin typeface="Arial" panose="020B0604020202020204" pitchFamily="34" charset="0"/>
              <a:sym typeface="+mn-ea"/>
            </a:endParaRPr>
          </a:p>
        </p:txBody>
      </p:sp>
      <p:sp>
        <p:nvSpPr>
          <p:cNvPr id="2" name="矩形 1"/>
          <p:cNvSpPr/>
          <p:nvPr/>
        </p:nvSpPr>
        <p:spPr>
          <a:xfrm>
            <a:off x="1169670" y="369360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掌握系统提示词编写方法；</a:t>
            </a:r>
            <a:endParaRPr lang="zh-CN" sz="2000" dirty="0">
              <a:latin typeface="Arial" panose="020B0604020202020204" pitchFamily="34" charset="0"/>
            </a:endParaRPr>
          </a:p>
        </p:txBody>
      </p:sp>
      <p:sp>
        <p:nvSpPr>
          <p:cNvPr id="5" name="矩形 4"/>
          <p:cNvSpPr/>
          <p:nvPr/>
        </p:nvSpPr>
        <p:spPr>
          <a:xfrm>
            <a:off x="1169670" y="423487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cs typeface="Arial" panose="020B0604020202020204" pitchFamily="34" charset="0"/>
              </a:rPr>
              <a:t>理解</a:t>
            </a:r>
            <a:r>
              <a:rPr lang="en-US" altLang="zh-CN" sz="2000" dirty="0">
                <a:latin typeface="Arial" panose="020B0604020202020204" pitchFamily="34" charset="0"/>
                <a:cs typeface="Arial" panose="020B0604020202020204" pitchFamily="34" charset="0"/>
              </a:rPr>
              <a:t>RAGFlow</a:t>
            </a:r>
            <a:r>
              <a:rPr lang="zh-CN" altLang="en-US" sz="2000" dirty="0">
                <a:latin typeface="Arial" panose="020B0604020202020204" pitchFamily="34" charset="0"/>
                <a:cs typeface="Arial" panose="020B0604020202020204" pitchFamily="34" charset="0"/>
              </a:rPr>
              <a:t>工作流构建步骤；</a:t>
            </a:r>
            <a:endParaRPr lang="zh-CN" altLang="en-US" sz="2000" dirty="0">
              <a:latin typeface="Arial" panose="020B0604020202020204" pitchFamily="34" charset="0"/>
              <a:cs typeface="Arial" panose="020B0604020202020204" pitchFamily="34" charset="0"/>
            </a:endParaRPr>
          </a:p>
        </p:txBody>
      </p:sp>
      <p:sp>
        <p:nvSpPr>
          <p:cNvPr id="6" name="矩形 5"/>
          <p:cNvSpPr/>
          <p:nvPr/>
        </p:nvSpPr>
        <p:spPr>
          <a:xfrm>
            <a:off x="6511925" y="369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掌握模型参数调节技巧；</a:t>
            </a:r>
            <a:endParaRPr lang="zh-CN" sz="2000" dirty="0">
              <a:latin typeface="Arial" panose="020B0604020202020204" pitchFamily="34" charset="0"/>
              <a:sym typeface="+mn-ea"/>
            </a:endParaRPr>
          </a:p>
        </p:txBody>
      </p:sp>
      <p:sp>
        <p:nvSpPr>
          <p:cNvPr id="7" name="矩形 6"/>
          <p:cNvSpPr/>
          <p:nvPr/>
        </p:nvSpPr>
        <p:spPr>
          <a:xfrm>
            <a:off x="6511925" y="423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建立评估体系优化智能体；</a:t>
            </a:r>
            <a:endParaRPr lang="zh-CN" sz="2000" dirty="0">
              <a:latin typeface="Arial" panose="020B0604020202020204" pitchFamily="34" charset="0"/>
              <a:sym typeface="+mn-ea"/>
            </a:endParaRPr>
          </a:p>
        </p:txBody>
      </p:sp>
    </p:spTree>
    <p:custDataLst>
      <p:tags r:id="rId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任务拓展</a:t>
              </a:r>
              <a:endParaRPr lang="zh-CN" altLang="en-US" sz="2800" b="1" dirty="0">
                <a:solidFill>
                  <a:srgbClr val="0064D2"/>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任务一</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设计并实现智能体工作流</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b="1" dirty="0" smtClean="0">
                <a:solidFill>
                  <a:srgbClr val="0064D2"/>
                </a:solidFill>
                <a:latin typeface="微软雅黑" panose="020B0503020204020204" pitchFamily="34" charset="-122"/>
                <a:ea typeface="微软雅黑" panose="020B0503020204020204" pitchFamily="34" charset="-122"/>
                <a:sym typeface="+mn-ea"/>
              </a:rPr>
              <a:t>任务</a:t>
            </a:r>
            <a:r>
              <a:rPr lang="zh-CN" altLang="en-US" b="1" dirty="0" smtClean="0">
                <a:solidFill>
                  <a:srgbClr val="0064D2"/>
                </a:solidFill>
                <a:latin typeface="微软雅黑" panose="020B0503020204020204" pitchFamily="34" charset="-122"/>
                <a:ea typeface="微软雅黑" panose="020B0503020204020204" pitchFamily="34" charset="-122"/>
                <a:sym typeface="+mn-ea"/>
              </a:rPr>
              <a:t>拓展</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06</a:t>
            </a:r>
            <a:endParaRPr lang="en-US" altLang="zh-CN" sz="3200" dirty="0">
              <a:solidFill>
                <a:srgbClr val="3F396C"/>
              </a:solidFill>
              <a:latin typeface="思源宋体" panose="02020700000000000000" charset="-122"/>
              <a:ea typeface="思源宋体" panose="02020700000000000000" charset="-122"/>
            </a:endParaRPr>
          </a:p>
        </p:txBody>
      </p:sp>
      <p:sp>
        <p:nvSpPr>
          <p:cNvPr id="5" name="矩形 4"/>
          <p:cNvSpPr/>
          <p:nvPr/>
        </p:nvSpPr>
        <p:spPr>
          <a:xfrm>
            <a:off x="1652270" y="1375410"/>
            <a:ext cx="7481570" cy="2309495"/>
          </a:xfrm>
          <a:prstGeom prst="rect">
            <a:avLst/>
          </a:prstGeom>
        </p:spPr>
        <p:txBody>
          <a:bodyPr wrap="square">
            <a:noAutofit/>
          </a:bodyPr>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针对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企业设备报修工单助手</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构建智能体，思考这个场景下需要的功能，以及配合设定的系统提示词和参数，并仿照实操过程建立版本迭代流程。设定其他参数，调节智能体的回答风格，总结并评价输出结果。</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圆角 4"/>
          <p:cNvSpPr/>
          <p:nvPr>
            <p:custDataLst>
              <p:tags r:id="rId2"/>
            </p:custDataLst>
          </p:nvPr>
        </p:nvSpPr>
        <p:spPr>
          <a:xfrm rot="20700000">
            <a:off x="2093869" y="4066512"/>
            <a:ext cx="480695" cy="255270"/>
          </a:xfrm>
          <a:prstGeom prst="roundRect">
            <a:avLst>
              <a:gd name="adj" fmla="val 50000"/>
            </a:avLst>
          </a:prstGeom>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3" name="文本框 12"/>
          <p:cNvSpPr txBox="1"/>
          <p:nvPr>
            <p:custDataLst>
              <p:tags r:id="rId3"/>
            </p:custDataLst>
          </p:nvPr>
        </p:nvSpPr>
        <p:spPr>
          <a:xfrm>
            <a:off x="3201950" y="3924935"/>
            <a:ext cx="5789295" cy="2376170"/>
          </a:xfrm>
          <a:prstGeom prst="rect">
            <a:avLst/>
          </a:prstGeom>
          <a:noFill/>
        </p:spPr>
        <p:txBody>
          <a:bodyPr wrap="square" lIns="91440" tIns="45720" rIns="91440" bIns="45720" rtlCol="0"/>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首先分析企业设备报修场景需求，确定智能体角色和功能边界；然后编写系统提示词并设定初始参数，建立评估指标；最后通过迭代优化提示词和调整参数，逐步提升回答质量。</a:t>
            </a:r>
            <a:endPar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组合 1"/>
          <p:cNvGrpSpPr/>
          <p:nvPr/>
        </p:nvGrpSpPr>
        <p:grpSpPr>
          <a:xfrm>
            <a:off x="669290" y="4500880"/>
            <a:ext cx="2085975" cy="1280160"/>
            <a:chOff x="1467" y="5006"/>
            <a:chExt cx="3285" cy="2016"/>
          </a:xfrm>
        </p:grpSpPr>
        <p:sp>
          <p:nvSpPr>
            <p:cNvPr id="8" name="任意多边形 216"/>
            <p:cNvSpPr/>
            <p:nvPr>
              <p:custDataLst>
                <p:tags r:id="rId4"/>
              </p:custDataLst>
            </p:nvPr>
          </p:nvSpPr>
          <p:spPr>
            <a:xfrm>
              <a:off x="1467" y="5006"/>
              <a:ext cx="2487" cy="2017"/>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blipFill>
              <a:blip r:embed="rId5">
                <a:extLst>
                  <a:ext uri="{28A0092B-C50C-407E-A947-70E740481C1C}">
                    <a14:useLocalDpi xmlns:a14="http://schemas.microsoft.com/office/drawing/2010/main" val="0"/>
                  </a:ext>
                </a:extLst>
              </a:blip>
              <a:stretch>
                <a:fillRect/>
              </a:stretch>
            </a:blip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30"/>
            <p:cNvSpPr/>
            <p:nvPr>
              <p:custDataLst>
                <p:tags r:id="rId6"/>
              </p:custDataLst>
            </p:nvPr>
          </p:nvSpPr>
          <p:spPr>
            <a:xfrm>
              <a:off x="1615" y="5125"/>
              <a:ext cx="2193" cy="1779"/>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solidFill>
              <a:srgbClr val="FFFFFF">
                <a:alpha val="90000"/>
              </a:srgbClr>
            </a:solid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圆角 27"/>
            <p:cNvSpPr/>
            <p:nvPr>
              <p:custDataLst>
                <p:tags r:id="rId7"/>
              </p:custDataLst>
            </p:nvPr>
          </p:nvSpPr>
          <p:spPr>
            <a:xfrm rot="20817892">
              <a:off x="3767" y="5140"/>
              <a:ext cx="793" cy="371"/>
            </a:xfrm>
            <a:prstGeom prst="roundRect">
              <a:avLst>
                <a:gd name="adj" fmla="val 50000"/>
              </a:avLst>
            </a:prstGeom>
            <a:solidFill>
              <a:srgbClr val="1E74AD"/>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solidFill>
                  <a:srgbClr val="FFFFFF"/>
                </a:solidFill>
              </a:endParaRPr>
            </a:p>
          </p:txBody>
        </p:sp>
        <p:sp>
          <p:nvSpPr>
            <p:cNvPr id="12" name="矩形: 圆角 28"/>
            <p:cNvSpPr/>
            <p:nvPr>
              <p:custDataLst>
                <p:tags r:id="rId8"/>
              </p:custDataLst>
            </p:nvPr>
          </p:nvSpPr>
          <p:spPr>
            <a:xfrm>
              <a:off x="3954" y="6217"/>
              <a:ext cx="799" cy="432"/>
            </a:xfrm>
            <a:prstGeom prst="roundRect">
              <a:avLst>
                <a:gd name="adj" fmla="val 50000"/>
              </a:avLst>
            </a:prstGeom>
            <a:solidFill>
              <a:srgbClr val="0DBBAF"/>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4" name="文本框 13"/>
            <p:cNvSpPr txBox="1"/>
            <p:nvPr>
              <p:custDataLst>
                <p:tags r:id="rId9"/>
              </p:custDataLst>
            </p:nvPr>
          </p:nvSpPr>
          <p:spPr>
            <a:xfrm>
              <a:off x="2242" y="5531"/>
              <a:ext cx="1244" cy="966"/>
            </a:xfrm>
            <a:prstGeom prst="rect">
              <a:avLst/>
            </a:prstGeom>
            <a:noFill/>
          </p:spPr>
          <p:txBody>
            <a:bodyPr wrap="square" rtlCol="0">
              <a:noAutofit/>
            </a:bodyPr>
            <a:lstStyle/>
            <a:p>
              <a:r>
                <a:rPr lang="zh-CN" altLang="en-US" sz="1600" b="1" spc="300" dirty="0">
                  <a:latin typeface="Arial" panose="020B0604020202020204" pitchFamily="34" charset="0"/>
                  <a:ea typeface="微软雅黑" panose="020B0503020204020204" pitchFamily="34" charset="-122"/>
                  <a:sym typeface="Arial" panose="020B0604020202020204" pitchFamily="34" charset="0"/>
                </a:rPr>
                <a:t>解题</a:t>
              </a:r>
              <a:br>
                <a:rPr lang="zh-CN" altLang="en-US" sz="1600" b="1" spc="300" dirty="0">
                  <a:latin typeface="Arial" panose="020B0604020202020204" pitchFamily="34" charset="0"/>
                  <a:ea typeface="微软雅黑" panose="020B0503020204020204" pitchFamily="34" charset="-122"/>
                  <a:sym typeface="Arial" panose="020B0604020202020204" pitchFamily="34" charset="0"/>
                </a:rPr>
              </a:br>
              <a:r>
                <a:rPr lang="zh-CN" altLang="en-US" sz="1600" b="1" spc="300" dirty="0">
                  <a:latin typeface="Arial" panose="020B0604020202020204" pitchFamily="34" charset="0"/>
                  <a:ea typeface="微软雅黑" panose="020B0503020204020204" pitchFamily="34" charset="-122"/>
                  <a:sym typeface="Arial" panose="020B0604020202020204" pitchFamily="34" charset="0"/>
                </a:rPr>
                <a:t>思路</a:t>
              </a:r>
              <a:endParaRPr lang="zh-CN" altLang="en-US" sz="1600" b="1" spc="3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组合 14"/>
          <p:cNvGrpSpPr/>
          <p:nvPr/>
        </p:nvGrpSpPr>
        <p:grpSpPr>
          <a:xfrm>
            <a:off x="9264015" y="3105150"/>
            <a:ext cx="2187575" cy="3347085"/>
            <a:chOff x="17395952" y="4962815"/>
            <a:chExt cx="1235881" cy="2128737"/>
          </a:xfrm>
        </p:grpSpPr>
        <p:pic>
          <p:nvPicPr>
            <p:cNvPr id="16" name="图片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395952" y="4962815"/>
              <a:ext cx="1235881" cy="2128737"/>
            </a:xfrm>
            <a:prstGeom prst="rect">
              <a:avLst/>
            </a:prstGeom>
          </p:spPr>
        </p:pic>
        <p:sp>
          <p:nvSpPr>
            <p:cNvPr id="17" name="文本框 16"/>
            <p:cNvSpPr txBox="1"/>
            <p:nvPr/>
          </p:nvSpPr>
          <p:spPr>
            <a:xfrm>
              <a:off x="17713801" y="5281459"/>
              <a:ext cx="600541" cy="371146"/>
            </a:xfrm>
            <a:prstGeom prst="rect">
              <a:avLst/>
            </a:prstGeom>
            <a:noFill/>
          </p:spPr>
          <p:txBody>
            <a:bodyPr wrap="square" rtlCol="0">
              <a:spAutoFit/>
            </a:bodyPr>
            <a:lstStyle/>
            <a:p>
              <a:r>
                <a:rPr lang="zh-CN" altLang="en-US" sz="3200" dirty="0"/>
                <a:t>提示</a:t>
              </a:r>
              <a:endParaRPr lang="zh-CN" altLang="en-US" sz="3200" dirty="0"/>
            </a:p>
          </p:txBody>
        </p:sp>
      </p:gr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2802890" y="2288540"/>
            <a:ext cx="7174865" cy="768350"/>
          </a:xfrm>
          <a:prstGeom prst="rect">
            <a:avLst/>
          </a:prstGeom>
          <a:noFill/>
        </p:spPr>
        <p:txBody>
          <a:bodyPr wrap="square" rtlCol="0">
            <a:spAutoFit/>
            <a:scene3d>
              <a:camera prst="orthographicFront"/>
              <a:lightRig rig="threePt" dir="t"/>
            </a:scene3d>
            <a:sp3d contourW="12700"/>
          </a:bodyPr>
          <a:lstStyle/>
          <a:p>
            <a:pPr algn="ctr">
              <a:buClrTx/>
              <a:buSzTx/>
              <a:buFontTx/>
            </a:pPr>
            <a:r>
              <a:rPr lang="zh-CN" altLang="zh-CN" sz="4400" b="1" dirty="0">
                <a:latin typeface="+mj-ea"/>
                <a:ea typeface="+mj-ea"/>
                <a:cs typeface="+mj-ea"/>
                <a:sym typeface="+mn-ea"/>
              </a:rPr>
              <a:t>谢谢大家学习</a:t>
            </a:r>
            <a:endParaRPr lang="zh-CN" altLang="zh-CN" sz="4400" b="1" dirty="0">
              <a:latin typeface="+mj-ea"/>
              <a:ea typeface="+mj-ea"/>
              <a:cs typeface="+mj-ea"/>
              <a:sym typeface="+mn-ea"/>
            </a:endParaRPr>
          </a:p>
        </p:txBody>
      </p:sp>
      <p:sp>
        <p:nvSpPr>
          <p:cNvPr id="2" name="矩形 1"/>
          <p:cNvSpPr/>
          <p:nvPr/>
        </p:nvSpPr>
        <p:spPr>
          <a:xfrm>
            <a:off x="3127676" y="4489933"/>
            <a:ext cx="6096000" cy="1135054"/>
          </a:xfrm>
          <a:prstGeom prst="rect">
            <a:avLst/>
          </a:prstGeom>
        </p:spPr>
        <p:txBody>
          <a:bodyPr>
            <a:spAutoFit/>
          </a:bodyPr>
          <a:lstStyle/>
          <a:p>
            <a:pPr indent="266700" algn="ctr" latinLnBrk="1">
              <a:lnSpc>
                <a:spcPct val="150000"/>
              </a:lnSpc>
              <a:spcAft>
                <a:spcPts val="0"/>
              </a:spcAft>
            </a:pPr>
            <a:r>
              <a:rPr lang="en-US" altLang="zh-CN" sz="2400" b="1" kern="100" dirty="0">
                <a:solidFill>
                  <a:srgbClr val="2F5496"/>
                </a:solidFill>
                <a:latin typeface="+mn-ea"/>
              </a:rPr>
              <a:t>The wise lead The willing follow</a:t>
            </a:r>
            <a:endParaRPr lang="zh-CN" altLang="zh-CN" sz="2400" b="1" kern="100" dirty="0">
              <a:latin typeface="+mn-ea"/>
            </a:endParaRPr>
          </a:p>
          <a:p>
            <a:pPr algn="ctr">
              <a:lnSpc>
                <a:spcPct val="150000"/>
              </a:lnSpc>
            </a:pPr>
            <a:r>
              <a:rPr lang="zh-CN" altLang="zh-CN" sz="2400" b="1" kern="100" dirty="0">
                <a:solidFill>
                  <a:srgbClr val="2F5496"/>
                </a:solidFill>
                <a:latin typeface="+mn-ea"/>
                <a:cs typeface="Times New Roman" panose="02020603050405020304" charset="0"/>
              </a:rPr>
              <a:t>让学习者与优秀者同行</a:t>
            </a:r>
            <a:endParaRPr lang="zh-CN" altLang="en-US" sz="2400" b="1" dirty="0">
              <a:latin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p="http://schemas.openxmlformats.org/presentationml/2006/main">
  <p:tag name="KSO_WM_FULL_TEXT_BEAUTIFY_COPY_ID" val="35"/>
</p:tagLst>
</file>

<file path=ppt/tags/tag133.xml><?xml version="1.0" encoding="utf-8"?>
<p:tagLst xmlns:p="http://schemas.openxmlformats.org/presentationml/2006/main">
  <p:tag name="KSO_WM_FULL_TEXT_BEAUTIFY_COPY_ID" val="5"/>
</p:tagLst>
</file>

<file path=ppt/tags/tag134.xml><?xml version="1.0" encoding="utf-8"?>
<p:tagLst xmlns:p="http://schemas.openxmlformats.org/presentationml/2006/main">
  <p:tag name="KSO_WM_FULL_TEXT_BEAUTIFY_COPY_ID" val="10"/>
</p:tagLst>
</file>

<file path=ppt/tags/tag135.xml><?xml version="1.0" encoding="utf-8"?>
<p:tagLst xmlns:p="http://schemas.openxmlformats.org/presentationml/2006/main">
  <p:tag name="KSO_WM_FULL_TEXT_BEAUTIFY_COPY_ID" val="150995359"/>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ISLIDE.PICTURE" val="#237962;"/>
  <p:tag name="ISLIDE.VECTOR" val="#431601;"/>
</p:tagLst>
</file>

<file path=ppt/tags/tag139.xml><?xml version="1.0" encoding="utf-8"?>
<p:tagLst xmlns:p="http://schemas.openxmlformats.org/presentationml/2006/main">
  <p:tag name="KSO_WM_DIAGRAM_VIRTUALLY_FRAME" val="{&quot;height&quot;:211.4951181102362,&quot;left&quot;:80.3,&quot;top&quot;:189.55929133858268,&quot;width&quot;:763.3545669291337}"/>
</p:tagLst>
</file>

<file path=ppt/tags/tag140.xml><?xml version="1.0" encoding="utf-8"?>
<p:tagLst xmlns:p="http://schemas.openxmlformats.org/presentationml/2006/main">
  <p:tag name="KSO_WM_DIAGRAM_VIRTUALLY_FRAME" val="{&quot;height&quot;:211.4951181102362,&quot;left&quot;:80.3,&quot;top&quot;:189.55929133858268,&quot;width&quot;:763.3545669291337}"/>
</p:tagLst>
</file>

<file path=ppt/tags/tag141.xml><?xml version="1.0" encoding="utf-8"?>
<p:tagLst xmlns:p="http://schemas.openxmlformats.org/presentationml/2006/main">
  <p:tag name="KSO_WM_DIAGRAM_VIRTUALLY_FRAME" val="{&quot;height&quot;:211.4951181102362,&quot;left&quot;:80.3,&quot;top&quot;:189.55929133858268,&quot;width&quot;:763.3545669291337}"/>
</p:tagLst>
</file>

<file path=ppt/tags/tag142.xml><?xml version="1.0" encoding="utf-8"?>
<p:tagLst xmlns:p="http://schemas.openxmlformats.org/presentationml/2006/main">
  <p:tag name="KSO_WM_DIAGRAM_VIRTUALLY_FRAME" val="{&quot;height&quot;:211.4951181102362,&quot;left&quot;:80.3,&quot;top&quot;:189.55929133858268,&quot;width&quot;:763.3545669291337}"/>
</p:tagLst>
</file>

<file path=ppt/tags/tag143.xml><?xml version="1.0" encoding="utf-8"?>
<p:tagLst xmlns:p="http://schemas.openxmlformats.org/presentationml/2006/main">
  <p:tag name="KSO_WM_DIAGRAM_VIRTUALLY_FRAME" val="{&quot;height&quot;:211.4951181102362,&quot;left&quot;:80.3,&quot;top&quot;:189.55929133858268,&quot;width&quot;:763.3545669291337}"/>
</p:tagLst>
</file>

<file path=ppt/tags/tag144.xml><?xml version="1.0" encoding="utf-8"?>
<p:tagLst xmlns:p="http://schemas.openxmlformats.org/presentationml/2006/main">
  <p:tag name="KSO_WM_DIAGRAM_VIRTUALLY_FRAME" val="{&quot;height&quot;:211.4951181102362,&quot;left&quot;:80.3,&quot;top&quot;:189.55929133858268,&quot;width&quot;:763.3545669291337}"/>
</p:tagLst>
</file>

<file path=ppt/tags/tag145.xml><?xml version="1.0" encoding="utf-8"?>
<p:tagLst xmlns:p="http://schemas.openxmlformats.org/presentationml/2006/main">
  <p:tag name="KSO_WM_DIAGRAM_VIRTUALLY_FRAME" val="{&quot;height&quot;:211.4951181102362,&quot;left&quot;:80.3,&quot;top&quot;:189.55929133858268,&quot;width&quot;:763.3545669291337}"/>
</p:tagLst>
</file>

<file path=ppt/tags/tag146.xml><?xml version="1.0" encoding="utf-8"?>
<p:tagLst xmlns:p="http://schemas.openxmlformats.org/presentationml/2006/main">
  <p:tag name="KSO_WM_DIAGRAM_VIRTUALLY_FRAME" val="{&quot;height&quot;:211.4951181102362,&quot;left&quot;:80.3,&quot;top&quot;:189.55929133858268,&quot;width&quot;:763.3545669291337}"/>
</p:tagLst>
</file>

<file path=ppt/tags/tag147.xml><?xml version="1.0" encoding="utf-8"?>
<p:tagLst xmlns:p="http://schemas.openxmlformats.org/presentationml/2006/main">
  <p:tag name="KSO_WM_DIAGRAM_VIRTUALLY_FRAME" val="{&quot;height&quot;:211.4951181102362,&quot;left&quot;:80.3,&quot;top&quot;:189.55929133858268,&quot;width&quot;:763.3545669291337}"/>
</p:tagLst>
</file>

<file path=ppt/tags/tag148.xml><?xml version="1.0" encoding="utf-8"?>
<p:tagLst xmlns:p="http://schemas.openxmlformats.org/presentationml/2006/main">
  <p:tag name="KSO_WM_DIAGRAM_VIRTUALLY_FRAME" val="{&quot;height&quot;:211.4951181102362,&quot;left&quot;:80.3,&quot;top&quot;:189.55929133858268,&quot;width&quot;:763.3545669291337}"/>
</p:tagLst>
</file>

<file path=ppt/tags/tag149.xml><?xml version="1.0" encoding="utf-8"?>
<p:tagLst xmlns:p="http://schemas.openxmlformats.org/presentationml/2006/main">
  <p:tag name="KSO_WM_DIAGRAM_VIRTUALLY_FRAME" val="{&quot;height&quot;:211.4951181102362,&quot;left&quot;:80.3,&quot;top&quot;:189.55929133858268,&quot;width&quot;:763.3545669291337}"/>
</p:tagLst>
</file>

<file path=ppt/tags/tag150.xml><?xml version="1.0" encoding="utf-8"?>
<p:tagLst xmlns:p="http://schemas.openxmlformats.org/presentationml/2006/main">
  <p:tag name="KSO_WM_DIAGRAM_VIRTUALLY_FRAME" val="{&quot;height&quot;:211.4951181102362,&quot;left&quot;:80.3,&quot;top&quot;:189.55929133858268,&quot;width&quot;:763.3545669291337}"/>
</p:tagLst>
</file>

<file path=ppt/tags/tag151.xml><?xml version="1.0" encoding="utf-8"?>
<p:tagLst xmlns:p="http://schemas.openxmlformats.org/presentationml/2006/main">
  <p:tag name="KSO_WM_DIAGRAM_VIRTUALLY_FRAME" val="{&quot;height&quot;:211.4951181102362,&quot;left&quot;:80.3,&quot;top&quot;:189.55929133858268,&quot;width&quot;:763.3545669291337}"/>
</p:tagLst>
</file>

<file path=ppt/tags/tag152.xml><?xml version="1.0" encoding="utf-8"?>
<p:tagLst xmlns:p="http://schemas.openxmlformats.org/presentationml/2006/main">
  <p:tag name="KSO_WM_DIAGRAM_VIRTUALLY_FRAME" val="{&quot;height&quot;:211.4951181102362,&quot;left&quot;:80.3,&quot;top&quot;:189.55929133858268,&quot;width&quot;:763.3545669291337}"/>
</p:tagLst>
</file>

<file path=ppt/tags/tag153.xml><?xml version="1.0" encoding="utf-8"?>
<p:tagLst xmlns:p="http://schemas.openxmlformats.org/presentationml/2006/main">
  <p:tag name="KSO_WM_DIAGRAM_VIRTUALLY_FRAME" val="{&quot;height&quot;:211.4951181102362,&quot;left&quot;:80.3,&quot;top&quot;:189.55929133858268,&quot;width&quot;:763.3545669291337}"/>
</p:tagLst>
</file>

<file path=ppt/tags/tag154.xml><?xml version="1.0" encoding="utf-8"?>
<p:tagLst xmlns:p="http://schemas.openxmlformats.org/presentationml/2006/main">
  <p:tag name="KSO_WM_DIAGRAM_VIRTUALLY_FRAME" val="{&quot;height&quot;:211.4951181102362,&quot;left&quot;:80.3,&quot;top&quot;:189.55929133858268,&quot;width&quot;:763.3545669291337}"/>
</p:tagLst>
</file>

<file path=ppt/tags/tag155.xml><?xml version="1.0" encoding="utf-8"?>
<p:tagLst xmlns:p="http://schemas.openxmlformats.org/presentationml/2006/main">
  <p:tag name="KSO_WM_DIAGRAM_VIRTUALLY_FRAME" val="{&quot;height&quot;:211.4951181102362,&quot;left&quot;:80.3,&quot;top&quot;:189.55929133858268,&quot;width&quot;:763.3545669291337}"/>
</p:tagLst>
</file>

<file path=ppt/tags/tag156.xml><?xml version="1.0" encoding="utf-8"?>
<p:tagLst xmlns:p="http://schemas.openxmlformats.org/presentationml/2006/main">
  <p:tag name="KSO_WM_DIAGRAM_VIRTUALLY_FRAME" val="{&quot;height&quot;:211.4951181102362,&quot;left&quot;:80.3,&quot;top&quot;:189.55929133858268,&quot;width&quot;:763.3545669291337}"/>
</p:tagLst>
</file>

<file path=ppt/tags/tag157.xml><?xml version="1.0" encoding="utf-8"?>
<p:tagLst xmlns:p="http://schemas.openxmlformats.org/presentationml/2006/main">
  <p:tag name="KSO_WM_DIAGRAM_VIRTUALLY_FRAME" val="{&quot;height&quot;:211.4951181102362,&quot;left&quot;:80.3,&quot;top&quot;:189.55929133858268,&quot;width&quot;:763.3545669291337}"/>
</p:tagLst>
</file>

<file path=ppt/tags/tag158.xml><?xml version="1.0" encoding="utf-8"?>
<p:tagLst xmlns:p="http://schemas.openxmlformats.org/presentationml/2006/main">
  <p:tag name="KSO_WM_DIAGRAM_VIRTUALLY_FRAME" val="{&quot;height&quot;:211.4951181102362,&quot;left&quot;:80.3,&quot;top&quot;:189.55929133858268,&quot;width&quot;:763.3545669291337}"/>
</p:tagLst>
</file>

<file path=ppt/tags/tag159.xml><?xml version="1.0" encoding="utf-8"?>
<p:tagLst xmlns:p="http://schemas.openxmlformats.org/presentationml/2006/main">
  <p:tag name="KSO_WM_DIAGRAM_VIRTUALLY_FRAME" val="{&quot;height&quot;:211.4951181102362,&quot;left&quot;:80.3,&quot;top&quot;:189.55929133858268,&quot;width&quot;:763.3545669291337}"/>
</p:tagLst>
</file>

<file path=ppt/tags/tag160.xml><?xml version="1.0" encoding="utf-8"?>
<p:tagLst xmlns:p="http://schemas.openxmlformats.org/presentationml/2006/main">
  <p:tag name="KSO_WM_DIAGRAM_VIRTUALLY_FRAME" val="{&quot;height&quot;:211.4951181102362,&quot;left&quot;:80.3,&quot;top&quot;:189.55929133858268,&quot;width&quot;:763.3545669291337}"/>
</p:tagLst>
</file>

<file path=ppt/tags/tag161.xml><?xml version="1.0" encoding="utf-8"?>
<p:tagLst xmlns:p="http://schemas.openxmlformats.org/presentationml/2006/main">
  <p:tag name="KSO_WM_DIAGRAM_VIRTUALLY_FRAME" val="{&quot;height&quot;:211.4951181102362,&quot;left&quot;:80.3,&quot;top&quot;:189.55929133858268,&quot;width&quot;:763.3545669291337}"/>
</p:tagLst>
</file>

<file path=ppt/tags/tag162.xml><?xml version="1.0" encoding="utf-8"?>
<p:tagLst xmlns:p="http://schemas.openxmlformats.org/presentationml/2006/main">
  <p:tag name="KSO_WM_DIAGRAM_VIRTUALLY_FRAME" val="{&quot;height&quot;:211.4951181102362,&quot;left&quot;:80.3,&quot;top&quot;:189.55929133858268,&quot;width&quot;:763.3545669291337}"/>
</p:tagLst>
</file>

<file path=ppt/tags/tag1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1.xml><?xml version="1.0" encoding="utf-8"?>
<p:tagLst xmlns:p="http://schemas.openxmlformats.org/presentationml/2006/main">
  <p:tag name="KSO_WM_DIAGRAM_VIRTUALLY_FRAME" val="{&quot;height&quot;:333.6,&quot;left&quot;:18.55,&quot;top&quot;:138.6,&quot;width&quot;:957.2494488188977}"/>
</p:tagLst>
</file>

<file path=ppt/tags/tag212.xml><?xml version="1.0" encoding="utf-8"?>
<p:tagLst xmlns:p="http://schemas.openxmlformats.org/presentationml/2006/main">
  <p:tag name="KSO_WM_DIAGRAM_VIRTUALLY_FRAME" val="{&quot;height&quot;:333.6,&quot;left&quot;:18.55,&quot;top&quot;:138.6,&quot;width&quot;:957.2494488188977}"/>
</p:tagLst>
</file>

<file path=ppt/tags/tag213.xml><?xml version="1.0" encoding="utf-8"?>
<p:tagLst xmlns:p="http://schemas.openxmlformats.org/presentationml/2006/main">
  <p:tag name="KSO_WM_DIAGRAM_VIRTUALLY_FRAME" val="{&quot;height&quot;:333.6,&quot;left&quot;:18.55,&quot;top&quot;:138.6,&quot;width&quot;:957.2494488188977}"/>
</p:tagLst>
</file>

<file path=ppt/tags/tag214.xml><?xml version="1.0" encoding="utf-8"?>
<p:tagLst xmlns:p="http://schemas.openxmlformats.org/presentationml/2006/main">
  <p:tag name="KSO_WM_DIAGRAM_VIRTUALLY_FRAME" val="{&quot;height&quot;:333.6,&quot;left&quot;:18.55,&quot;top&quot;:138.6,&quot;width&quot;:957.2494488188977}"/>
</p:tagLst>
</file>

<file path=ppt/tags/tag215.xml><?xml version="1.0" encoding="utf-8"?>
<p:tagLst xmlns:p="http://schemas.openxmlformats.org/presentationml/2006/main">
  <p:tag name="KSO_WM_DIAGRAM_VIRTUALLY_FRAME" val="{&quot;height&quot;:333.6,&quot;left&quot;:18.55,&quot;top&quot;:138.6,&quot;width&quot;:957.2494488188977}"/>
</p:tagLst>
</file>

<file path=ppt/tags/tag216.xml><?xml version="1.0" encoding="utf-8"?>
<p:tagLst xmlns:p="http://schemas.openxmlformats.org/presentationml/2006/main">
  <p:tag name="KSO_WM_DIAGRAM_VIRTUALLY_FRAME" val="{&quot;height&quot;:333.6,&quot;left&quot;:18.55,&quot;top&quot;:138.6,&quot;width&quot;:957.2494488188977}"/>
</p:tagLst>
</file>

<file path=ppt/tags/tag217.xml><?xml version="1.0" encoding="utf-8"?>
<p:tagLst xmlns:p="http://schemas.openxmlformats.org/presentationml/2006/main">
  <p:tag name="KSO_WM_DIAGRAM_VIRTUALLY_FRAME" val="{&quot;height&quot;:333.6,&quot;left&quot;:18.55,&quot;top&quot;:138.6,&quot;width&quot;:957.2494488188977}"/>
</p:tagLst>
</file>

<file path=ppt/tags/tag218.xml><?xml version="1.0" encoding="utf-8"?>
<p:tagLst xmlns:p="http://schemas.openxmlformats.org/presentationml/2006/main">
  <p:tag name="KSO_WM_DIAGRAM_VIRTUALLY_FRAME" val="{&quot;height&quot;:333.6,&quot;left&quot;:18.55,&quot;top&quot;:138.6,&quot;width&quot;:957.2494488188977}"/>
</p:tagLst>
</file>

<file path=ppt/tags/tag219.xml><?xml version="1.0" encoding="utf-8"?>
<p:tagLst xmlns:p="http://schemas.openxmlformats.org/presentationml/2006/main">
  <p:tag name="KSO_WM_DIAGRAM_VIRTUALLY_FRAME" val="{&quot;height&quot;:333.6,&quot;left&quot;:18.55,&quot;top&quot;:138.6,&quot;width&quot;:957.2494488188977}"/>
</p:tagLst>
</file>

<file path=ppt/tags/tag220.xml><?xml version="1.0" encoding="utf-8"?>
<p:tagLst xmlns:p="http://schemas.openxmlformats.org/presentationml/2006/main">
  <p:tag name="KSO_WM_DIAGRAM_VIRTUALLY_FRAME" val="{&quot;height&quot;:333.6,&quot;left&quot;:18.55,&quot;top&quot;:138.6,&quot;width&quot;:957.2494488188977}"/>
</p:tagLst>
</file>

<file path=ppt/tags/tag221.xml><?xml version="1.0" encoding="utf-8"?>
<p:tagLst xmlns:p="http://schemas.openxmlformats.org/presentationml/2006/main">
  <p:tag name="KSO_WM_DIAGRAM_VIRTUALLY_FRAME" val="{&quot;height&quot;:333.6,&quot;left&quot;:18.55,&quot;top&quot;:138.6,&quot;width&quot;:957.2494488188977}"/>
</p:tagLst>
</file>

<file path=ppt/tags/tag222.xml><?xml version="1.0" encoding="utf-8"?>
<p:tagLst xmlns:p="http://schemas.openxmlformats.org/presentationml/2006/main">
  <p:tag name="KSO_WM_DIAGRAM_VIRTUALLY_FRAME" val="{&quot;height&quot;:333.6,&quot;left&quot;:18.55,&quot;top&quot;:138.6,&quot;width&quot;:957.2494488188977}"/>
</p:tagLst>
</file>

<file path=ppt/tags/tag223.xml><?xml version="1.0" encoding="utf-8"?>
<p:tagLst xmlns:p="http://schemas.openxmlformats.org/presentationml/2006/main">
  <p:tag name="KSO_WM_DIAGRAM_VIRTUALLY_FRAME" val="{&quot;height&quot;:333.6,&quot;left&quot;:18.55,&quot;top&quot;:138.6,&quot;width&quot;:957.2494488188977}"/>
</p:tagLst>
</file>

<file path=ppt/tags/tag224.xml><?xml version="1.0" encoding="utf-8"?>
<p:tagLst xmlns:p="http://schemas.openxmlformats.org/presentationml/2006/main">
  <p:tag name="KSO_WM_DIAGRAM_VIRTUALLY_FRAME" val="{&quot;height&quot;:333.6,&quot;left&quot;:18.55,&quot;top&quot;:138.6,&quot;width&quot;:957.2494488188977}"/>
</p:tagLst>
</file>

<file path=ppt/tags/tag225.xml><?xml version="1.0" encoding="utf-8"?>
<p:tagLst xmlns:p="http://schemas.openxmlformats.org/presentationml/2006/main">
  <p:tag name="KSO_WM_DIAGRAM_VIRTUALLY_FRAME" val="{&quot;height&quot;:333.6,&quot;left&quot;:18.55,&quot;top&quot;:138.6,&quot;width&quot;:957.2494488188977}"/>
</p:tagLst>
</file>

<file path=ppt/tags/tag226.xml><?xml version="1.0" encoding="utf-8"?>
<p:tagLst xmlns:p="http://schemas.openxmlformats.org/presentationml/2006/main">
  <p:tag name="KSO_WM_DIAGRAM_VIRTUALLY_FRAME" val="{&quot;height&quot;:333.6,&quot;left&quot;:18.55,&quot;top&quot;:138.6,&quot;width&quot;:957.2494488188977}"/>
</p:tagLst>
</file>

<file path=ppt/tags/tag227.xml><?xml version="1.0" encoding="utf-8"?>
<p:tagLst xmlns:p="http://schemas.openxmlformats.org/presentationml/2006/main">
  <p:tag name="KSO_WM_DIAGRAM_VIRTUALLY_FRAME" val="{&quot;height&quot;:333.6,&quot;left&quot;:18.55,&quot;top&quot;:138.6,&quot;width&quot;:957.2494488188977}"/>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3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DIAGRAM_VIRTUALLY_FRAME" val="{&quot;height&quot;:312,&quot;left&quot;:46.386771653543285,&quot;top&quot;:138.6,&quot;width&quot;:929.4126771653544}"/>
</p:tagLst>
</file>

<file path=ppt/tags/tag242.xml><?xml version="1.0" encoding="utf-8"?>
<p:tagLst xmlns:p="http://schemas.openxmlformats.org/presentationml/2006/main">
  <p:tag name="KSO_WM_DIAGRAM_VIRTUALLY_FRAME" val="{&quot;height&quot;:312,&quot;left&quot;:46.386771653543285,&quot;top&quot;:138.6,&quot;width&quot;:929.4126771653544}"/>
</p:tagLst>
</file>

<file path=ppt/tags/tag243.xml><?xml version="1.0" encoding="utf-8"?>
<p:tagLst xmlns:p="http://schemas.openxmlformats.org/presentationml/2006/main">
  <p:tag name="KSO_WM_DIAGRAM_VIRTUALLY_FRAME" val="{&quot;height&quot;:312,&quot;left&quot;:46.386771653543285,&quot;top&quot;:138.6,&quot;width&quot;:929.4126771653544}"/>
</p:tagLst>
</file>

<file path=ppt/tags/tag244.xml><?xml version="1.0" encoding="utf-8"?>
<p:tagLst xmlns:p="http://schemas.openxmlformats.org/presentationml/2006/main">
  <p:tag name="KSO_WM_DIAGRAM_VIRTUALLY_FRAME" val="{&quot;height&quot;:312,&quot;left&quot;:46.386771653543285,&quot;top&quot;:138.6,&quot;width&quot;:929.4126771653544}"/>
</p:tagLst>
</file>

<file path=ppt/tags/tag245.xml><?xml version="1.0" encoding="utf-8"?>
<p:tagLst xmlns:p="http://schemas.openxmlformats.org/presentationml/2006/main">
  <p:tag name="KSO_WM_DIAGRAM_VIRTUALLY_FRAME" val="{&quot;height&quot;:312,&quot;left&quot;:46.386771653543285,&quot;top&quot;:138.6,&quot;width&quot;:929.4126771653544}"/>
</p:tagLst>
</file>

<file path=ppt/tags/tag246.xml><?xml version="1.0" encoding="utf-8"?>
<p:tagLst xmlns:p="http://schemas.openxmlformats.org/presentationml/2006/main">
  <p:tag name="KSO_WM_DIAGRAM_VIRTUALLY_FRAME" val="{&quot;height&quot;:312,&quot;left&quot;:46.386771653543285,&quot;top&quot;:138.6,&quot;width&quot;:929.4126771653544}"/>
</p:tagLst>
</file>

<file path=ppt/tags/tag247.xml><?xml version="1.0" encoding="utf-8"?>
<p:tagLst xmlns:p="http://schemas.openxmlformats.org/presentationml/2006/main">
  <p:tag name="KSO_WM_DIAGRAM_VIRTUALLY_FRAME" val="{&quot;height&quot;:312,&quot;left&quot;:46.386771653543285,&quot;top&quot;:138.6,&quot;width&quot;:929.4126771653544}"/>
</p:tagLst>
</file>

<file path=ppt/tags/tag248.xml><?xml version="1.0" encoding="utf-8"?>
<p:tagLst xmlns:p="http://schemas.openxmlformats.org/presentationml/2006/main">
  <p:tag name="KSO_WM_DIAGRAM_VIRTUALLY_FRAME" val="{&quot;height&quot;:312,&quot;left&quot;:46.386771653543285,&quot;top&quot;:138.6,&quot;width&quot;:929.4126771653544}"/>
</p:tagLst>
</file>

<file path=ppt/tags/tag249.xml><?xml version="1.0" encoding="utf-8"?>
<p:tagLst xmlns:p="http://schemas.openxmlformats.org/presentationml/2006/main">
  <p:tag name="KSO_WM_DIAGRAM_VIRTUALLY_FRAME" val="{&quot;height&quot;:312,&quot;left&quot;:46.386771653543285,&quot;top&quot;:138.6,&quot;width&quot;:929.4126771653544}"/>
</p:tagLst>
</file>

<file path=ppt/tags/tag250.xml><?xml version="1.0" encoding="utf-8"?>
<p:tagLst xmlns:p="http://schemas.openxmlformats.org/presentationml/2006/main">
  <p:tag name="KSO_WM_DIAGRAM_VIRTUALLY_FRAME" val="{&quot;height&quot;:312,&quot;left&quot;:46.386771653543285,&quot;top&quot;:138.6,&quot;width&quot;:929.4126771653544}"/>
</p:tagLst>
</file>

<file path=ppt/tags/tag251.xml><?xml version="1.0" encoding="utf-8"?>
<p:tagLst xmlns:p="http://schemas.openxmlformats.org/presentationml/2006/main">
  <p:tag name="KSO_WM_DIAGRAM_VIRTUALLY_FRAME" val="{&quot;height&quot;:312,&quot;left&quot;:46.386771653543285,&quot;top&quot;:138.6,&quot;width&quot;:929.4126771653544}"/>
</p:tagLst>
</file>

<file path=ppt/tags/tag252.xml><?xml version="1.0" encoding="utf-8"?>
<p:tagLst xmlns:p="http://schemas.openxmlformats.org/presentationml/2006/main">
  <p:tag name="KSO_WM_DIAGRAM_VIRTUALLY_FRAME" val="{&quot;height&quot;:312,&quot;left&quot;:46.386771653543285,&quot;top&quot;:138.6,&quot;width&quot;:929.4126771653544}"/>
</p:tagLst>
</file>

<file path=ppt/tags/tag253.xml><?xml version="1.0" encoding="utf-8"?>
<p:tagLst xmlns:p="http://schemas.openxmlformats.org/presentationml/2006/main">
  <p:tag name="KSO_WM_DIAGRAM_VIRTUALLY_FRAME" val="{&quot;height&quot;:312,&quot;left&quot;:46.386771653543285,&quot;top&quot;:138.6,&quot;width&quot;:929.4126771653544}"/>
</p:tagLst>
</file>

<file path=ppt/tags/tag254.xml><?xml version="1.0" encoding="utf-8"?>
<p:tagLst xmlns:p="http://schemas.openxmlformats.org/presentationml/2006/main">
  <p:tag name="KSO_WM_DIAGRAM_VIRTUALLY_FRAME" val="{&quot;height&quot;:312,&quot;left&quot;:46.386771653543285,&quot;top&quot;:138.6,&quot;width&quot;:929.4126771653544}"/>
</p:tagLst>
</file>

<file path=ppt/tags/tag255.xml><?xml version="1.0" encoding="utf-8"?>
<p:tagLst xmlns:p="http://schemas.openxmlformats.org/presentationml/2006/main">
  <p:tag name="KSO_WM_DIAGRAM_VIRTUALLY_FRAME" val="{&quot;height&quot;:312,&quot;left&quot;:46.386771653543285,&quot;top&quot;:138.6,&quot;width&quot;:929.4126771653544}"/>
</p:tagLst>
</file>

<file path=ppt/tags/tag256.xml><?xml version="1.0" encoding="utf-8"?>
<p:tagLst xmlns:p="http://schemas.openxmlformats.org/presentationml/2006/main">
  <p:tag name="KSO_WM_DIAGRAM_VIRTUALLY_FRAME" val="{&quot;height&quot;:312,&quot;left&quot;:46.386771653543285,&quot;top&quot;:138.6,&quot;width&quot;:929.4126771653544}"/>
</p:tagLst>
</file>

<file path=ppt/tags/tag257.xml><?xml version="1.0" encoding="utf-8"?>
<p:tagLst xmlns:p="http://schemas.openxmlformats.org/presentationml/2006/main">
  <p:tag name="KSO_WM_DIAGRAM_VIRTUALLY_FRAME" val="{&quot;height&quot;:312,&quot;left&quot;:46.386771653543285,&quot;top&quot;:138.6,&quot;width&quot;:929.4126771653544}"/>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7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DIAGRAM_VIRTUALLY_FRAME" val="{&quot;height&quot;:304.7015748031496,&quot;left&quot;:45.236771653543286,&quot;top&quot;:138.6,&quot;width&quot;:896.7277974382536}"/>
</p:tagLst>
</file>

<file path=ppt/tags/tag280.xml><?xml version="1.0" encoding="utf-8"?>
<p:tagLst xmlns:p="http://schemas.openxmlformats.org/presentationml/2006/main">
  <p:tag name="KSO_WM_DIAGRAM_VIRTUALLY_FRAME" val="{&quot;height&quot;:304.7015748031496,&quot;left&quot;:45.236771653543286,&quot;top&quot;:138.6,&quot;width&quot;:896.7277974382536}"/>
</p:tagLst>
</file>

<file path=ppt/tags/tag281.xml><?xml version="1.0" encoding="utf-8"?>
<p:tagLst xmlns:p="http://schemas.openxmlformats.org/presentationml/2006/main">
  <p:tag name="KSO_WM_DIAGRAM_VIRTUALLY_FRAME" val="{&quot;height&quot;:304.7015748031496,&quot;left&quot;:45.236771653543286,&quot;top&quot;:138.6,&quot;width&quot;:896.7277974382536}"/>
</p:tagLst>
</file>

<file path=ppt/tags/tag282.xml><?xml version="1.0" encoding="utf-8"?>
<p:tagLst xmlns:p="http://schemas.openxmlformats.org/presentationml/2006/main">
  <p:tag name="KSO_WM_DIAGRAM_VIRTUALLY_FRAME" val="{&quot;height&quot;:304.7015748031496,&quot;left&quot;:45.236771653543286,&quot;top&quot;:138.6,&quot;width&quot;:896.7277974382536}"/>
</p:tagLst>
</file>

<file path=ppt/tags/tag283.xml><?xml version="1.0" encoding="utf-8"?>
<p:tagLst xmlns:p="http://schemas.openxmlformats.org/presentationml/2006/main">
  <p:tag name="KSO_WM_DIAGRAM_VIRTUALLY_FRAME" val="{&quot;height&quot;:304.7015748031496,&quot;left&quot;:45.236771653543286,&quot;top&quot;:138.6,&quot;width&quot;:896.7277974382536}"/>
</p:tagLst>
</file>

<file path=ppt/tags/tag284.xml><?xml version="1.0" encoding="utf-8"?>
<p:tagLst xmlns:p="http://schemas.openxmlformats.org/presentationml/2006/main">
  <p:tag name="KSO_WM_DIAGRAM_VIRTUALLY_FRAME" val="{&quot;height&quot;:304.7015748031496,&quot;left&quot;:45.236771653543286,&quot;top&quot;:138.6,&quot;width&quot;:896.7277974382536}"/>
</p:tagLst>
</file>

<file path=ppt/tags/tag285.xml><?xml version="1.0" encoding="utf-8"?>
<p:tagLst xmlns:p="http://schemas.openxmlformats.org/presentationml/2006/main">
  <p:tag name="KSO_WM_DIAGRAM_VIRTUALLY_FRAME" val="{&quot;height&quot;:304.7015748031496,&quot;left&quot;:45.236771653543286,&quot;top&quot;:138.6,&quot;width&quot;:896.7277974382536}"/>
</p:tagLst>
</file>

<file path=ppt/tags/tag286.xml><?xml version="1.0" encoding="utf-8"?>
<p:tagLst xmlns:p="http://schemas.openxmlformats.org/presentationml/2006/main">
  <p:tag name="KSO_WM_DIAGRAM_VIRTUALLY_FRAME" val="{&quot;height&quot;:304.7015748031496,&quot;left&quot;:45.236771653543286,&quot;top&quot;:138.6,&quot;width&quot;:896.7277974382536}"/>
</p:tagLst>
</file>

<file path=ppt/tags/tag287.xml><?xml version="1.0" encoding="utf-8"?>
<p:tagLst xmlns:p="http://schemas.openxmlformats.org/presentationml/2006/main">
  <p:tag name="KSO_WM_DIAGRAM_VIRTUALLY_FRAME" val="{&quot;height&quot;:304.7015748031496,&quot;left&quot;:45.236771653543286,&quot;top&quot;:138.6,&quot;width&quot;:896.7277974382536}"/>
</p:tagLst>
</file>

<file path=ppt/tags/tag288.xml><?xml version="1.0" encoding="utf-8"?>
<p:tagLst xmlns:p="http://schemas.openxmlformats.org/presentationml/2006/main">
  <p:tag name="KSO_WM_DIAGRAM_VIRTUALLY_FRAME" val="{&quot;height&quot;:304.7015748031496,&quot;left&quot;:45.236771653543286,&quot;top&quot;:138.6,&quot;width&quot;:896.7277974382536}"/>
</p:tagLst>
</file>

<file path=ppt/tags/tag289.xml><?xml version="1.0" encoding="utf-8"?>
<p:tagLst xmlns:p="http://schemas.openxmlformats.org/presentationml/2006/main">
  <p:tag name="KSO_WM_DIAGRAM_VIRTUALLY_FRAME" val="{&quot;height&quot;:304.7015748031496,&quot;left&quot;:45.236771653543286,&quot;top&quot;:138.6,&quot;width&quot;:896.7277974382536}"/>
</p:tagLst>
</file>

<file path=ppt/tags/tag290.xml><?xml version="1.0" encoding="utf-8"?>
<p:tagLst xmlns:p="http://schemas.openxmlformats.org/presentationml/2006/main">
  <p:tag name="KSO_WM_DIAGRAM_VIRTUALLY_FRAME" val="{&quot;height&quot;:304.7015748031496,&quot;left&quot;:45.236771653543286,&quot;top&quot;:138.6,&quot;width&quot;:896.7277974382536}"/>
</p:tagLst>
</file>

<file path=ppt/tags/tag291.xml><?xml version="1.0" encoding="utf-8"?>
<p:tagLst xmlns:p="http://schemas.openxmlformats.org/presentationml/2006/main">
  <p:tag name="KSO_WM_DIAGRAM_VIRTUALLY_FRAME" val="{&quot;height&quot;:304.7015748031496,&quot;left&quot;:45.236771653543286,&quot;top&quot;:138.6,&quot;width&quot;:896.7277974382536}"/>
</p:tagLst>
</file>

<file path=ppt/tags/tag292.xml><?xml version="1.0" encoding="utf-8"?>
<p:tagLst xmlns:p="http://schemas.openxmlformats.org/presentationml/2006/main">
  <p:tag name="KSO_WM_DIAGRAM_VIRTUALLY_FRAME" val="{&quot;height&quot;:304.7015748031496,&quot;left&quot;:45.236771653543286,&quot;top&quot;:138.6,&quot;width&quot;:896.7277974382536}"/>
</p:tagLst>
</file>

<file path=ppt/tags/tag293.xml><?xml version="1.0" encoding="utf-8"?>
<p:tagLst xmlns:p="http://schemas.openxmlformats.org/presentationml/2006/main">
  <p:tag name="KSO_WM_DIAGRAM_VIRTUALLY_FRAME" val="{&quot;height&quot;:304.7015748031496,&quot;left&quot;:45.236771653543286,&quot;top&quot;:138.6,&quot;width&quot;:896.7277974382536}"/>
</p:tagLst>
</file>

<file path=ppt/tags/tag294.xml><?xml version="1.0" encoding="utf-8"?>
<p:tagLst xmlns:p="http://schemas.openxmlformats.org/presentationml/2006/main">
  <p:tag name="KSO_WM_DIAGRAM_VIRTUALLY_FRAME" val="{&quot;height&quot;:304.7015748031496,&quot;left&quot;:45.236771653543286,&quot;top&quot;:138.6,&quot;width&quot;:896.7277974382536}"/>
</p:tagLst>
</file>

<file path=ppt/tags/tag295.xml><?xml version="1.0" encoding="utf-8"?>
<p:tagLst xmlns:p="http://schemas.openxmlformats.org/presentationml/2006/main">
  <p:tag name="KSO_WM_DIAGRAM_VIRTUALLY_FRAME" val="{&quot;height&quot;:304.7015748031496,&quot;left&quot;:45.236771653543286,&quot;top&quot;:138.6,&quot;width&quot;:896.7277974382536}"/>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1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2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37.xml><?xml version="1.0" encoding="utf-8"?>
<p:tagLst xmlns:p="http://schemas.openxmlformats.org/presentationml/2006/main">
  <p:tag name="KSO_WM_DIAGRAM_VIRTUALLY_FRAME" val="{&quot;height&quot;:283.4,&quot;left&quot;:42.29937007874014,&quot;top&quot;:157.55,&quot;width&quot;:912.1340097406343}"/>
</p:tagLst>
</file>

<file path=ppt/tags/tag338.xml><?xml version="1.0" encoding="utf-8"?>
<p:tagLst xmlns:p="http://schemas.openxmlformats.org/presentationml/2006/main">
  <p:tag name="KSO_WM_DIAGRAM_VIRTUALLY_FRAME" val="{&quot;height&quot;:283.4,&quot;left&quot;:42.29937007874014,&quot;top&quot;:157.55,&quot;width&quot;:912.1340097406343}"/>
</p:tagLst>
</file>

<file path=ppt/tags/tag339.xml><?xml version="1.0" encoding="utf-8"?>
<p:tagLst xmlns:p="http://schemas.openxmlformats.org/presentationml/2006/main">
  <p:tag name="KSO_WM_DIAGRAM_VIRTUALLY_FRAME" val="{&quot;height&quot;:283.4,&quot;left&quot;:42.29937007874014,&quot;top&quot;:157.55,&quot;width&quot;:912.1340097406343}"/>
</p:tagLst>
</file>

<file path=ppt/tags/tag340.xml><?xml version="1.0" encoding="utf-8"?>
<p:tagLst xmlns:p="http://schemas.openxmlformats.org/presentationml/2006/main">
  <p:tag name="KSO_WM_DIAGRAM_VIRTUALLY_FRAME" val="{&quot;height&quot;:283.4,&quot;left&quot;:42.29937007874014,&quot;top&quot;:157.55,&quot;width&quot;:912.1340097406343}"/>
</p:tagLst>
</file>

<file path=ppt/tags/tag341.xml><?xml version="1.0" encoding="utf-8"?>
<p:tagLst xmlns:p="http://schemas.openxmlformats.org/presentationml/2006/main">
  <p:tag name="KSO_WM_DIAGRAM_VIRTUALLY_FRAME" val="{&quot;height&quot;:283.4,&quot;left&quot;:42.29937007874014,&quot;top&quot;:157.55,&quot;width&quot;:912.1340097406343}"/>
</p:tagLst>
</file>

<file path=ppt/tags/tag342.xml><?xml version="1.0" encoding="utf-8"?>
<p:tagLst xmlns:p="http://schemas.openxmlformats.org/presentationml/2006/main">
  <p:tag name="KSO_WM_DIAGRAM_VIRTUALLY_FRAME" val="{&quot;height&quot;:283.4,&quot;left&quot;:42.29937007874014,&quot;top&quot;:157.55,&quot;width&quot;:912.1340097406343}"/>
</p:tagLst>
</file>

<file path=ppt/tags/tag343.xml><?xml version="1.0" encoding="utf-8"?>
<p:tagLst xmlns:p="http://schemas.openxmlformats.org/presentationml/2006/main">
  <p:tag name="KSO_WM_DIAGRAM_VIRTUALLY_FRAME" val="{&quot;height&quot;:283.4,&quot;left&quot;:42.29937007874014,&quot;top&quot;:157.55,&quot;width&quot;:912.1340097406343}"/>
</p:tagLst>
</file>

<file path=ppt/tags/tag344.xml><?xml version="1.0" encoding="utf-8"?>
<p:tagLst xmlns:p="http://schemas.openxmlformats.org/presentationml/2006/main">
  <p:tag name="KSO_WM_DIAGRAM_VIRTUALLY_FRAME" val="{&quot;height&quot;:283.4,&quot;left&quot;:42.29937007874014,&quot;top&quot;:157.55,&quot;width&quot;:912.1340097406343}"/>
</p:tagLst>
</file>

<file path=ppt/tags/tag345.xml><?xml version="1.0" encoding="utf-8"?>
<p:tagLst xmlns:p="http://schemas.openxmlformats.org/presentationml/2006/main">
  <p:tag name="KSO_WM_DIAGRAM_VIRTUALLY_FRAME" val="{&quot;height&quot;:283.4,&quot;left&quot;:42.29937007874014,&quot;top&quot;:157.55,&quot;width&quot;:912.1340097406343}"/>
</p:tagLst>
</file>

<file path=ppt/tags/tag346.xml><?xml version="1.0" encoding="utf-8"?>
<p:tagLst xmlns:p="http://schemas.openxmlformats.org/presentationml/2006/main">
  <p:tag name="KSO_WM_DIAGRAM_VIRTUALLY_FRAME" val="{&quot;height&quot;:283.4,&quot;left&quot;:42.29937007874014,&quot;top&quot;:157.55,&quot;width&quot;:912.1340097406343}"/>
</p:tagLst>
</file>

<file path=ppt/tags/tag34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4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57.xml><?xml version="1.0" encoding="utf-8"?>
<p:tagLst xmlns:p="http://schemas.openxmlformats.org/presentationml/2006/main">
  <p:tag name="KSO_WM_DIAGRAM_VIRTUALLY_FRAME" val="{&quot;height&quot;:283.4,&quot;left&quot;:42.29937007874014,&quot;top&quot;:157.55,&quot;width&quot;:912.1340097406343}"/>
</p:tagLst>
</file>

<file path=ppt/tags/tag358.xml><?xml version="1.0" encoding="utf-8"?>
<p:tagLst xmlns:p="http://schemas.openxmlformats.org/presentationml/2006/main">
  <p:tag name="KSO_WM_DIAGRAM_VIRTUALLY_FRAME" val="{&quot;height&quot;:283.4,&quot;left&quot;:42.29937007874014,&quot;top&quot;:157.55,&quot;width&quot;:912.1340097406343}"/>
</p:tagLst>
</file>

<file path=ppt/tags/tag359.xml><?xml version="1.0" encoding="utf-8"?>
<p:tagLst xmlns:p="http://schemas.openxmlformats.org/presentationml/2006/main">
  <p:tag name="KSO_WM_DIAGRAM_VIRTUALLY_FRAME" val="{&quot;height&quot;:283.4,&quot;left&quot;:42.29937007874014,&quot;top&quot;:157.55,&quot;width&quot;:912.1340097406343}"/>
</p:tagLst>
</file>

<file path=ppt/tags/tag360.xml><?xml version="1.0" encoding="utf-8"?>
<p:tagLst xmlns:p="http://schemas.openxmlformats.org/presentationml/2006/main">
  <p:tag name="KSO_WM_DIAGRAM_VIRTUALLY_FRAME" val="{&quot;height&quot;:283.4,&quot;left&quot;:42.29937007874014,&quot;top&quot;:157.55,&quot;width&quot;:912.1340097406343}"/>
</p:tagLst>
</file>

<file path=ppt/tags/tag361.xml><?xml version="1.0" encoding="utf-8"?>
<p:tagLst xmlns:p="http://schemas.openxmlformats.org/presentationml/2006/main">
  <p:tag name="KSO_WM_DIAGRAM_VIRTUALLY_FRAME" val="{&quot;height&quot;:283.4,&quot;left&quot;:42.29937007874014,&quot;top&quot;:157.55,&quot;width&quot;:912.1340097406343}"/>
</p:tagLst>
</file>

<file path=ppt/tags/tag362.xml><?xml version="1.0" encoding="utf-8"?>
<p:tagLst xmlns:p="http://schemas.openxmlformats.org/presentationml/2006/main">
  <p:tag name="KSO_WM_DIAGRAM_VIRTUALLY_FRAME" val="{&quot;height&quot;:283.4,&quot;left&quot;:42.29937007874014,&quot;top&quot;:157.55,&quot;width&quot;:912.1340097406343}"/>
</p:tagLst>
</file>

<file path=ppt/tags/tag363.xml><?xml version="1.0" encoding="utf-8"?>
<p:tagLst xmlns:p="http://schemas.openxmlformats.org/presentationml/2006/main">
  <p:tag name="KSO_WM_DIAGRAM_VIRTUALLY_FRAME" val="{&quot;height&quot;:283.4,&quot;left&quot;:42.29937007874014,&quot;top&quot;:157.55,&quot;width&quot;:912.1340097406343}"/>
</p:tagLst>
</file>

<file path=ppt/tags/tag364.xml><?xml version="1.0" encoding="utf-8"?>
<p:tagLst xmlns:p="http://schemas.openxmlformats.org/presentationml/2006/main">
  <p:tag name="KSO_WM_DIAGRAM_VIRTUALLY_FRAME" val="{&quot;height&quot;:283.4,&quot;left&quot;:42.29937007874014,&quot;top&quot;:157.55,&quot;width&quot;:912.1340097406343}"/>
</p:tagLst>
</file>

<file path=ppt/tags/tag365.xml><?xml version="1.0" encoding="utf-8"?>
<p:tagLst xmlns:p="http://schemas.openxmlformats.org/presentationml/2006/main">
  <p:tag name="KSO_WM_DIAGRAM_VIRTUALLY_FRAME" val="{&quot;height&quot;:283.4,&quot;left&quot;:42.29937007874014,&quot;top&quot;:157.55,&quot;width&quot;:912.1340097406343}"/>
</p:tagLst>
</file>

<file path=ppt/tags/tag366.xml><?xml version="1.0" encoding="utf-8"?>
<p:tagLst xmlns:p="http://schemas.openxmlformats.org/presentationml/2006/main">
  <p:tag name="KSO_WM_DIAGRAM_VIRTUALLY_FRAME" val="{&quot;height&quot;:283.4,&quot;left&quot;:42.29937007874014,&quot;top&quot;:157.55,&quot;width&quot;:912.1340097406343}"/>
</p:tagLst>
</file>

<file path=ppt/tags/tag36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6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6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7.xml><?xml version="1.0" encoding="utf-8"?>
<p:tagLst xmlns:p="http://schemas.openxmlformats.org/presentationml/2006/main">
  <p:tag name="KSO_WM_DIAGRAM_VIRTUALLY_FRAME" val="{&quot;height&quot;:283.4,&quot;left&quot;:42.29937007874014,&quot;top&quot;:157.55,&quot;width&quot;:912.1340097406343}"/>
</p:tagLst>
</file>

<file path=ppt/tags/tag378.xml><?xml version="1.0" encoding="utf-8"?>
<p:tagLst xmlns:p="http://schemas.openxmlformats.org/presentationml/2006/main">
  <p:tag name="KSO_WM_DIAGRAM_VIRTUALLY_FRAME" val="{&quot;height&quot;:283.4,&quot;left&quot;:42.29937007874014,&quot;top&quot;:157.55,&quot;width&quot;:912.1340097406343}"/>
</p:tagLst>
</file>

<file path=ppt/tags/tag379.xml><?xml version="1.0" encoding="utf-8"?>
<p:tagLst xmlns:p="http://schemas.openxmlformats.org/presentationml/2006/main">
  <p:tag name="KSO_WM_DIAGRAM_VIRTUALLY_FRAME" val="{&quot;height&quot;:283.4,&quot;left&quot;:42.29937007874014,&quot;top&quot;:157.55,&quot;width&quot;:912.1340097406343}"/>
</p:tagLst>
</file>

<file path=ppt/tags/tag380.xml><?xml version="1.0" encoding="utf-8"?>
<p:tagLst xmlns:p="http://schemas.openxmlformats.org/presentationml/2006/main">
  <p:tag name="KSO_WM_DIAGRAM_VIRTUALLY_FRAME" val="{&quot;height&quot;:283.4,&quot;left&quot;:42.29937007874014,&quot;top&quot;:157.55,&quot;width&quot;:912.1340097406343}"/>
</p:tagLst>
</file>

<file path=ppt/tags/tag381.xml><?xml version="1.0" encoding="utf-8"?>
<p:tagLst xmlns:p="http://schemas.openxmlformats.org/presentationml/2006/main">
  <p:tag name="KSO_WM_DIAGRAM_VIRTUALLY_FRAME" val="{&quot;height&quot;:283.4,&quot;left&quot;:42.29937007874014,&quot;top&quot;:157.55,&quot;width&quot;:912.1340097406343}"/>
</p:tagLst>
</file>

<file path=ppt/tags/tag382.xml><?xml version="1.0" encoding="utf-8"?>
<p:tagLst xmlns:p="http://schemas.openxmlformats.org/presentationml/2006/main">
  <p:tag name="KSO_WM_DIAGRAM_VIRTUALLY_FRAME" val="{&quot;height&quot;:283.4,&quot;left&quot;:42.29937007874014,&quot;top&quot;:157.55,&quot;width&quot;:912.1340097406343}"/>
</p:tagLst>
</file>

<file path=ppt/tags/tag383.xml><?xml version="1.0" encoding="utf-8"?>
<p:tagLst xmlns:p="http://schemas.openxmlformats.org/presentationml/2006/main">
  <p:tag name="KSO_WM_DIAGRAM_VIRTUALLY_FRAME" val="{&quot;height&quot;:283.4,&quot;left&quot;:42.29937007874014,&quot;top&quot;:157.55,&quot;width&quot;:912.1340097406343}"/>
</p:tagLst>
</file>

<file path=ppt/tags/tag384.xml><?xml version="1.0" encoding="utf-8"?>
<p:tagLst xmlns:p="http://schemas.openxmlformats.org/presentationml/2006/main">
  <p:tag name="KSO_WM_DIAGRAM_VIRTUALLY_FRAME" val="{&quot;height&quot;:283.4,&quot;left&quot;:42.29937007874014,&quot;top&quot;:157.55,&quot;width&quot;:912.1340097406343}"/>
</p:tagLst>
</file>

<file path=ppt/tags/tag385.xml><?xml version="1.0" encoding="utf-8"?>
<p:tagLst xmlns:p="http://schemas.openxmlformats.org/presentationml/2006/main">
  <p:tag name="KSO_WM_DIAGRAM_VIRTUALLY_FRAME" val="{&quot;height&quot;:283.4,&quot;left&quot;:42.29937007874014,&quot;top&quot;:157.55,&quot;width&quot;:912.1340097406343}"/>
</p:tagLst>
</file>

<file path=ppt/tags/tag386.xml><?xml version="1.0" encoding="utf-8"?>
<p:tagLst xmlns:p="http://schemas.openxmlformats.org/presentationml/2006/main">
  <p:tag name="KSO_WM_DIAGRAM_VIRTUALLY_FRAME" val="{&quot;height&quot;:283.4,&quot;left&quot;:42.29937007874014,&quot;top&quot;:157.55,&quot;width&quot;:912.1340097406343}"/>
</p:tagLst>
</file>

<file path=ppt/tags/tag3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7.xml><?xml version="1.0" encoding="utf-8"?>
<p:tagLst xmlns:p="http://schemas.openxmlformats.org/presentationml/2006/main">
  <p:tag name="KSO_WM_DIAGRAM_VIRTUALLY_FRAME" val="{&quot;height&quot;:283.4,&quot;left&quot;:42.29937007874014,&quot;top&quot;:157.55,&quot;width&quot;:912.1340097406343}"/>
</p:tagLst>
</file>

<file path=ppt/tags/tag398.xml><?xml version="1.0" encoding="utf-8"?>
<p:tagLst xmlns:p="http://schemas.openxmlformats.org/presentationml/2006/main">
  <p:tag name="KSO_WM_DIAGRAM_VIRTUALLY_FRAME" val="{&quot;height&quot;:283.4,&quot;left&quot;:42.29937007874014,&quot;top&quot;:157.55,&quot;width&quot;:912.1340097406343}"/>
</p:tagLst>
</file>

<file path=ppt/tags/tag399.xml><?xml version="1.0" encoding="utf-8"?>
<p:tagLst xmlns:p="http://schemas.openxmlformats.org/presentationml/2006/main">
  <p:tag name="KSO_WM_DIAGRAM_VIRTUALLY_FRAME" val="{&quot;height&quot;:283.4,&quot;left&quot;:42.29937007874014,&quot;top&quot;:157.55,&quot;width&quot;:912.1340097406343}"/>
</p:tagLst>
</file>

<file path=ppt/tags/tag400.xml><?xml version="1.0" encoding="utf-8"?>
<p:tagLst xmlns:p="http://schemas.openxmlformats.org/presentationml/2006/main">
  <p:tag name="KSO_WM_DIAGRAM_VIRTUALLY_FRAME" val="{&quot;height&quot;:283.4,&quot;left&quot;:42.29937007874014,&quot;top&quot;:157.55,&quot;width&quot;:912.1340097406343}"/>
</p:tagLst>
</file>

<file path=ppt/tags/tag401.xml><?xml version="1.0" encoding="utf-8"?>
<p:tagLst xmlns:p="http://schemas.openxmlformats.org/presentationml/2006/main">
  <p:tag name="KSO_WM_DIAGRAM_VIRTUALLY_FRAME" val="{&quot;height&quot;:283.4,&quot;left&quot;:42.29937007874014,&quot;top&quot;:157.55,&quot;width&quot;:912.1340097406343}"/>
</p:tagLst>
</file>

<file path=ppt/tags/tag402.xml><?xml version="1.0" encoding="utf-8"?>
<p:tagLst xmlns:p="http://schemas.openxmlformats.org/presentationml/2006/main">
  <p:tag name="KSO_WM_DIAGRAM_VIRTUALLY_FRAME" val="{&quot;height&quot;:283.4,&quot;left&quot;:42.29937007874014,&quot;top&quot;:157.55,&quot;width&quot;:912.1340097406343}"/>
</p:tagLst>
</file>

<file path=ppt/tags/tag403.xml><?xml version="1.0" encoding="utf-8"?>
<p:tagLst xmlns:p="http://schemas.openxmlformats.org/presentationml/2006/main">
  <p:tag name="KSO_WM_DIAGRAM_VIRTUALLY_FRAME" val="{&quot;height&quot;:283.4,&quot;left&quot;:42.29937007874014,&quot;top&quot;:157.55,&quot;width&quot;:912.1340097406343}"/>
</p:tagLst>
</file>

<file path=ppt/tags/tag404.xml><?xml version="1.0" encoding="utf-8"?>
<p:tagLst xmlns:p="http://schemas.openxmlformats.org/presentationml/2006/main">
  <p:tag name="KSO_WM_DIAGRAM_VIRTUALLY_FRAME" val="{&quot;height&quot;:283.4,&quot;left&quot;:42.29937007874014,&quot;top&quot;:157.55,&quot;width&quot;:912.1340097406343}"/>
</p:tagLst>
</file>

<file path=ppt/tags/tag405.xml><?xml version="1.0" encoding="utf-8"?>
<p:tagLst xmlns:p="http://schemas.openxmlformats.org/presentationml/2006/main">
  <p:tag name="KSO_WM_DIAGRAM_VIRTUALLY_FRAME" val="{&quot;height&quot;:283.4,&quot;left&quot;:42.29937007874014,&quot;top&quot;:157.55,&quot;width&quot;:912.1340097406343}"/>
</p:tagLst>
</file>

<file path=ppt/tags/tag406.xml><?xml version="1.0" encoding="utf-8"?>
<p:tagLst xmlns:p="http://schemas.openxmlformats.org/presentationml/2006/main">
  <p:tag name="KSO_WM_DIAGRAM_VIRTUALLY_FRAME" val="{&quot;height&quot;:283.4,&quot;left&quot;:42.29937007874014,&quot;top&quot;:157.55,&quot;width&quot;:912.1340097406343}"/>
</p:tagLst>
</file>

<file path=ppt/tags/tag40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1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2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3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1.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42.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44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7.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1_1"/>
  <p:tag name="KSO_WM_TEMPLATE_CATEGORY" val="diagram"/>
  <p:tag name="KSO_WM_TEMPLATE_INDEX" val="20169686"/>
  <p:tag name="KSO_WM_UNIT_LAYERLEVEL" val="1_1_1_1"/>
  <p:tag name="KSO_WM_TAG_VERSION" val="1.0"/>
  <p:tag name="KSO_WM_UNIT_FILL_FORE_SCHEMECOLOR_INDEX" val="5"/>
  <p:tag name="KSO_WM_UNIT_FILL_TYPE" val="1"/>
  <p:tag name="KSO_WM_UNIT_TEXT_FILL_FORE_SCHEMECOLOR_INDEX" val="2"/>
  <p:tag name="KSO_WM_UNIT_TEXT_FILL_TYPE" val="1"/>
</p:tagLst>
</file>

<file path=ppt/tags/tag469.xml><?xml version="1.0" encoding="utf-8"?>
<p:tagLst xmlns:p="http://schemas.openxmlformats.org/presentationml/2006/main">
  <p:tag name="KSO_WM_UNIT_PRESET_TEXT" val="单击此处添加文本具体内容，简明扼要地阐述你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n1-1"/>
  <p:tag name="KSO_WM_UNIT_ID" val="diagram20169686_2*n_h_h_f*1_2_1_1"/>
  <p:tag name="KSO_WM_TEMPLATE_CATEGORY" val="diagram"/>
  <p:tag name="KSO_WM_TEMPLATE_INDEX" val="20169686"/>
  <p:tag name="KSO_WM_UNIT_LAYERLEVEL" val="1_1_1_1"/>
  <p:tag name="KSO_WM_TAG_VERSION" val="1.0"/>
  <p:tag name="KSO_WM_UNIT_TEXT_FILL_FORE_SCHEMECOLOR_INDEX" val="13"/>
  <p:tag name="KSO_WM_UNIT_TEXT_FILL_TYPE" val="1"/>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1"/>
  <p:tag name="KSO_WM_TEMPLATE_CATEGORY" val="diagram"/>
  <p:tag name="KSO_WM_TEMPLATE_INDEX" val="20169686"/>
  <p:tag name="KSO_WM_UNIT_LAYERLEVEL" val="1_1_1"/>
  <p:tag name="KSO_WM_TAG_VERSION" val="1.0"/>
  <p:tag name="KSO_WM_UNIT_TEXT_FILL_FORE_SCHEMECOLOR_INDEX" val="2"/>
  <p:tag name="KSO_WM_UNIT_TEXT_FILL_TYPE" val="1"/>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2"/>
  <p:tag name="KSO_WM_TEMPLATE_CATEGORY" val="diagram"/>
  <p:tag name="KSO_WM_TEMPLATE_INDEX" val="20169686"/>
  <p:tag name="KSO_WM_UNIT_LAYERLEVEL" val="1_1_1"/>
  <p:tag name="KSO_WM_TAG_VERSION" val="1.0"/>
  <p:tag name="KSO_WM_UNIT_FILL_FORE_SCHEMECOLOR_INDEX" val="14"/>
  <p:tag name="KSO_WM_UNIT_FILL_TYPE" val="1"/>
  <p:tag name="KSO_WM_UNIT_TEXT_FILL_FORE_SCHEMECOLOR_INDEX" val="2"/>
  <p:tag name="KSO_WM_UNIT_TEXT_FILL_TYPE" val="1"/>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2_1"/>
  <p:tag name="KSO_WM_TEMPLATE_CATEGORY" val="diagram"/>
  <p:tag name="KSO_WM_TEMPLATE_INDEX" val="20169686"/>
  <p:tag name="KSO_WM_UNIT_LAYERLEVEL" val="1_1_1_1"/>
  <p:tag name="KSO_WM_TAG_VERSION" val="1.0"/>
  <p:tag name="KSO_WM_UNIT_FILL_FORE_SCHEMECOLOR_INDEX" val="6"/>
  <p:tag name="KSO_WM_UNIT_FILL_TYPE" val="1"/>
  <p:tag name="KSO_WM_UNIT_TEXT_FILL_FORE_SCHEMECOLOR_INDEX" val="14"/>
  <p:tag name="KSO_WM_UNIT_TEXT_FILL_TYPE"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3_1"/>
  <p:tag name="KSO_WM_TEMPLATE_CATEGORY" val="diagram"/>
  <p:tag name="KSO_WM_TEMPLATE_INDEX" val="20169686"/>
  <p:tag name="KSO_WM_UNIT_LAYERLEVEL" val="1_1_1_1"/>
  <p:tag name="KSO_WM_TAG_VERSION" val="1.0"/>
  <p:tag name="KSO_WM_UNIT_FILL_FORE_SCHEMECOLOR_INDEX" val="7"/>
  <p:tag name="KSO_WM_UNIT_FILL_TYPE" val="1"/>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3"/>
  <p:tag name="KSO_WM_TEMPLATE_CATEGORY" val="diagram"/>
  <p:tag name="KSO_WM_TEMPLATE_INDEX" val="20169686"/>
  <p:tag name="KSO_WM_UNIT_LAYERLEVEL" val="1_1_1"/>
  <p:tag name="KSO_WM_TAG_VERSION" val="1.0"/>
  <p:tag name="KSO_WM_UNIT_TEXT_FILL_FORE_SCHEMECOLOR_INDEX" val="13"/>
  <p:tag name="KSO_WM_UNIT_TEXT_FILL_TYPE" val="1"/>
</p:tagLst>
</file>

<file path=ppt/tags/tag475.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476.xml><?xml version="1.0" encoding="utf-8"?>
<p:tagLst xmlns:p="http://schemas.openxmlformats.org/presentationml/2006/main">
  <p:tag name="KSO_WM_FULL_TEXT_BEAUTIFY_COPY_ID" val="35"/>
</p:tagLst>
</file>

<file path=ppt/tags/tag477.xml><?xml version="1.0" encoding="utf-8"?>
<p:tagLst xmlns:p="http://schemas.openxmlformats.org/presentationml/2006/main">
  <p:tag name="KSO_WM_FULL_TEXT_BEAUTIFY_COPY_ID" val="150995359"/>
</p:tagLst>
</file>

<file path=ppt/tags/tag478.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bIns="36195" rtlCol="0" anchor="ctr" anchorCtr="1">
        <a:spAutoFit/>
        <a:scene3d>
          <a:camera prst="orthographicFront"/>
          <a:lightRig rig="threePt" dir="t"/>
        </a:scene3d>
        <a:sp3d contourW="12700"/>
      </a:bodyPr>
      <a:lstStyle>
        <a:defPPr algn="ctr">
          <a:buClrTx/>
          <a:buSzTx/>
          <a:buFontTx/>
          <a:defRPr lang="zh-CN" altLang="en-US" sz="3200" b="1" dirty="0" smtClean="0">
            <a:latin typeface="+mj-ea"/>
            <a:ea typeface="+mj-ea"/>
            <a:cs typeface="+mj-ea"/>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9188</Words>
  <Application>WPS 演示</Application>
  <PresentationFormat>宽屏</PresentationFormat>
  <Paragraphs>613</Paragraphs>
  <Slides>51</Slides>
  <Notes>35</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51</vt:i4>
      </vt:variant>
    </vt:vector>
  </HeadingPairs>
  <TitlesOfParts>
    <vt:vector size="68" baseType="lpstr">
      <vt:lpstr>Arial</vt:lpstr>
      <vt:lpstr>宋体</vt:lpstr>
      <vt:lpstr>Wingdings</vt:lpstr>
      <vt:lpstr>微软雅黑</vt:lpstr>
      <vt:lpstr>Wingdings</vt:lpstr>
      <vt:lpstr>Kaiti SC Bold</vt:lpstr>
      <vt:lpstr>JetBrainsMono NF</vt:lpstr>
      <vt:lpstr>Segoe UI</vt:lpstr>
      <vt:lpstr>Arial</vt:lpstr>
      <vt:lpstr>思源宋体</vt:lpstr>
      <vt:lpstr>Helvetica</vt:lpstr>
      <vt:lpstr>Times New Roman</vt:lpstr>
      <vt:lpstr>DIN-BoldItalic</vt:lpstr>
      <vt:lpstr>等线</vt:lpstr>
      <vt:lpstr>1_自定义设计方案</vt:lpstr>
      <vt:lpstr>自定义设计方案</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1178</cp:revision>
  <dcterms:created xsi:type="dcterms:W3CDTF">2019-06-19T02:08:00Z</dcterms:created>
  <dcterms:modified xsi:type="dcterms:W3CDTF">2026-05-23T13:36:56Z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7D69EB5993FE476091C35FD5AF436120_13</vt:lpwstr>
  </property>
</Properties>
</file>