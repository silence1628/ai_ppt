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  <p:sldMasterId id="2147483671" r:id="rId4"/>
  </p:sldMasterIdLst>
  <p:notesMasterIdLst>
    <p:notesMasterId r:id="rId6"/>
  </p:notesMasterIdLst>
  <p:handoutMasterIdLst>
    <p:handoutMasterId r:id="rId56"/>
  </p:handoutMasterIdLst>
  <p:sldIdLst>
    <p:sldId id="415" r:id="rId5"/>
    <p:sldId id="2437" r:id="rId7"/>
    <p:sldId id="2439" r:id="rId8"/>
    <p:sldId id="1383" r:id="rId9"/>
    <p:sldId id="2824" r:id="rId10"/>
    <p:sldId id="2825" r:id="rId11"/>
    <p:sldId id="2826" r:id="rId12"/>
    <p:sldId id="2827" r:id="rId13"/>
    <p:sldId id="2828" r:id="rId14"/>
    <p:sldId id="2847" r:id="rId15"/>
    <p:sldId id="2848" r:id="rId16"/>
    <p:sldId id="2849" r:id="rId17"/>
    <p:sldId id="2850" r:id="rId18"/>
    <p:sldId id="2851" r:id="rId19"/>
    <p:sldId id="2852" r:id="rId20"/>
    <p:sldId id="2853" r:id="rId21"/>
    <p:sldId id="2854" r:id="rId22"/>
    <p:sldId id="2855" r:id="rId23"/>
    <p:sldId id="2856" r:id="rId24"/>
    <p:sldId id="2857" r:id="rId25"/>
    <p:sldId id="2858" r:id="rId26"/>
    <p:sldId id="2859" r:id="rId27"/>
    <p:sldId id="2860" r:id="rId28"/>
    <p:sldId id="2861" r:id="rId29"/>
    <p:sldId id="2862" r:id="rId30"/>
    <p:sldId id="2863" r:id="rId31"/>
    <p:sldId id="2864" r:id="rId32"/>
    <p:sldId id="2865" r:id="rId33"/>
    <p:sldId id="2866" r:id="rId34"/>
    <p:sldId id="2867" r:id="rId35"/>
    <p:sldId id="2868" r:id="rId36"/>
    <p:sldId id="2869" r:id="rId37"/>
    <p:sldId id="2870" r:id="rId38"/>
    <p:sldId id="2871" r:id="rId39"/>
    <p:sldId id="2830" r:id="rId40"/>
    <p:sldId id="2838" r:id="rId41"/>
    <p:sldId id="2839" r:id="rId42"/>
    <p:sldId id="2840" r:id="rId43"/>
    <p:sldId id="2841" r:id="rId44"/>
    <p:sldId id="2842" r:id="rId45"/>
    <p:sldId id="2843" r:id="rId46"/>
    <p:sldId id="2844" r:id="rId47"/>
    <p:sldId id="2845" r:id="rId48"/>
    <p:sldId id="2846" r:id="rId49"/>
    <p:sldId id="2832" r:id="rId50"/>
    <p:sldId id="2833" r:id="rId51"/>
    <p:sldId id="2835" r:id="rId52"/>
    <p:sldId id="2836" r:id="rId53"/>
    <p:sldId id="2837" r:id="rId54"/>
    <p:sldId id="1698" r:id="rId55"/>
  </p:sldIdLst>
  <p:sldSz cx="12192000" cy="6858000"/>
  <p:notesSz cx="6858000" cy="9144000"/>
  <p:custDataLst>
    <p:tags r:id="rId6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202e774-de37-4b27-8700-364557680ee2}">
          <p14:sldIdLst>
            <p14:sldId id="415"/>
            <p14:sldId id="2437"/>
            <p14:sldId id="2439"/>
            <p14:sldId id="1383"/>
            <p14:sldId id="2824"/>
            <p14:sldId id="2825"/>
            <p14:sldId id="2826"/>
            <p14:sldId id="2827"/>
            <p14:sldId id="2828"/>
            <p14:sldId id="2847"/>
            <p14:sldId id="2848"/>
            <p14:sldId id="2849"/>
            <p14:sldId id="2850"/>
            <p14:sldId id="2851"/>
            <p14:sldId id="2852"/>
            <p14:sldId id="2853"/>
            <p14:sldId id="2854"/>
            <p14:sldId id="2855"/>
            <p14:sldId id="2856"/>
            <p14:sldId id="2857"/>
            <p14:sldId id="2858"/>
            <p14:sldId id="2859"/>
            <p14:sldId id="2860"/>
            <p14:sldId id="2861"/>
            <p14:sldId id="2862"/>
            <p14:sldId id="2863"/>
            <p14:sldId id="2864"/>
            <p14:sldId id="2865"/>
            <p14:sldId id="2866"/>
            <p14:sldId id="2867"/>
            <p14:sldId id="2868"/>
            <p14:sldId id="2869"/>
            <p14:sldId id="2870"/>
            <p14:sldId id="2871"/>
            <p14:sldId id="2830"/>
            <p14:sldId id="2838"/>
            <p14:sldId id="2839"/>
            <p14:sldId id="2840"/>
            <p14:sldId id="2841"/>
            <p14:sldId id="2842"/>
            <p14:sldId id="2843"/>
            <p14:sldId id="2844"/>
            <p14:sldId id="2845"/>
            <p14:sldId id="2846"/>
            <p14:sldId id="2832"/>
            <p14:sldId id="2833"/>
            <p14:sldId id="2835"/>
            <p14:sldId id="2836"/>
            <p14:sldId id="2837"/>
            <p14:sldId id="16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371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28"/>
        <p:guide pos="3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1" Type="http://schemas.openxmlformats.org/officeDocument/2006/relationships/tags" Target="tags/tag449.xml"/><Relationship Id="rId60" Type="http://schemas.openxmlformats.org/officeDocument/2006/relationships/commentAuthors" Target="commentAuthors.xml"/><Relationship Id="rId6" Type="http://schemas.openxmlformats.org/officeDocument/2006/relationships/notesMaster" Target="notesMasters/notesMaster1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handoutMaster" Target="handoutMasters/handoutMaster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06CDB3-D59E-4E14-99D6-5B04FA3139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9" Type="http://schemas.openxmlformats.org/officeDocument/2006/relationships/theme" Target="../theme/theme3.xml"/><Relationship Id="rId18" Type="http://schemas.openxmlformats.org/officeDocument/2006/relationships/image" Target="../media/image2.png"/><Relationship Id="rId17" Type="http://schemas.openxmlformats.org/officeDocument/2006/relationships/tags" Target="../tags/tag131.xml"/><Relationship Id="rId16" Type="http://schemas.openxmlformats.org/officeDocument/2006/relationships/tags" Target="../tags/tag130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7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4.xml"/><Relationship Id="rId2" Type="http://schemas.openxmlformats.org/officeDocument/2006/relationships/tags" Target="../tags/tag136.xm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tags" Target="../tags/tag137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38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162.xml"/><Relationship Id="rId23" Type="http://schemas.openxmlformats.org/officeDocument/2006/relationships/tags" Target="../tags/tag161.xml"/><Relationship Id="rId22" Type="http://schemas.openxmlformats.org/officeDocument/2006/relationships/tags" Target="../tags/tag160.xml"/><Relationship Id="rId21" Type="http://schemas.openxmlformats.org/officeDocument/2006/relationships/tags" Target="../tags/tag159.xml"/><Relationship Id="rId20" Type="http://schemas.openxmlformats.org/officeDocument/2006/relationships/tags" Target="../tags/tag158.xml"/><Relationship Id="rId2" Type="http://schemas.openxmlformats.org/officeDocument/2006/relationships/tags" Target="../tags/tag140.xml"/><Relationship Id="rId19" Type="http://schemas.openxmlformats.org/officeDocument/2006/relationships/tags" Target="../tags/tag157.xml"/><Relationship Id="rId18" Type="http://schemas.openxmlformats.org/officeDocument/2006/relationships/tags" Target="../tags/tag156.xml"/><Relationship Id="rId17" Type="http://schemas.openxmlformats.org/officeDocument/2006/relationships/tags" Target="../tags/tag155.xml"/><Relationship Id="rId16" Type="http://schemas.openxmlformats.org/officeDocument/2006/relationships/tags" Target="../tags/tag154.xml"/><Relationship Id="rId15" Type="http://schemas.openxmlformats.org/officeDocument/2006/relationships/tags" Target="../tags/tag153.xml"/><Relationship Id="rId14" Type="http://schemas.openxmlformats.org/officeDocument/2006/relationships/tags" Target="../tags/tag152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tags" Target="../tags/tag13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186.xml"/><Relationship Id="rId23" Type="http://schemas.openxmlformats.org/officeDocument/2006/relationships/tags" Target="../tags/tag185.xml"/><Relationship Id="rId22" Type="http://schemas.openxmlformats.org/officeDocument/2006/relationships/tags" Target="../tags/tag184.xml"/><Relationship Id="rId21" Type="http://schemas.openxmlformats.org/officeDocument/2006/relationships/tags" Target="../tags/tag183.xml"/><Relationship Id="rId20" Type="http://schemas.openxmlformats.org/officeDocument/2006/relationships/tags" Target="../tags/tag182.xml"/><Relationship Id="rId2" Type="http://schemas.openxmlformats.org/officeDocument/2006/relationships/tags" Target="../tags/tag164.xml"/><Relationship Id="rId19" Type="http://schemas.openxmlformats.org/officeDocument/2006/relationships/tags" Target="../tags/tag181.xml"/><Relationship Id="rId18" Type="http://schemas.openxmlformats.org/officeDocument/2006/relationships/tags" Target="../tags/tag180.xml"/><Relationship Id="rId17" Type="http://schemas.openxmlformats.org/officeDocument/2006/relationships/tags" Target="../tags/tag179.xml"/><Relationship Id="rId16" Type="http://schemas.openxmlformats.org/officeDocument/2006/relationships/tags" Target="../tags/tag178.xml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tags" Target="../tags/tag16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6" Type="http://schemas.openxmlformats.org/officeDocument/2006/relationships/notesSlide" Target="../notesSlides/notesSlide7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10.xml"/><Relationship Id="rId23" Type="http://schemas.openxmlformats.org/officeDocument/2006/relationships/tags" Target="../tags/tag209.xml"/><Relationship Id="rId22" Type="http://schemas.openxmlformats.org/officeDocument/2006/relationships/tags" Target="../tags/tag208.xml"/><Relationship Id="rId21" Type="http://schemas.openxmlformats.org/officeDocument/2006/relationships/tags" Target="../tags/tag207.xml"/><Relationship Id="rId20" Type="http://schemas.openxmlformats.org/officeDocument/2006/relationships/tags" Target="../tags/tag206.xml"/><Relationship Id="rId2" Type="http://schemas.openxmlformats.org/officeDocument/2006/relationships/tags" Target="../tags/tag188.xml"/><Relationship Id="rId19" Type="http://schemas.openxmlformats.org/officeDocument/2006/relationships/tags" Target="../tags/tag205.xml"/><Relationship Id="rId18" Type="http://schemas.openxmlformats.org/officeDocument/2006/relationships/tags" Target="../tags/tag204.xml"/><Relationship Id="rId17" Type="http://schemas.openxmlformats.org/officeDocument/2006/relationships/tags" Target="../tags/tag203.xml"/><Relationship Id="rId16" Type="http://schemas.openxmlformats.org/officeDocument/2006/relationships/tags" Target="../tags/tag202.xml"/><Relationship Id="rId15" Type="http://schemas.openxmlformats.org/officeDocument/2006/relationships/tags" Target="../tags/tag201.xml"/><Relationship Id="rId14" Type="http://schemas.openxmlformats.org/officeDocument/2006/relationships/tags" Target="../tags/tag200.xml"/><Relationship Id="rId13" Type="http://schemas.openxmlformats.org/officeDocument/2006/relationships/tags" Target="../tags/tag199.xml"/><Relationship Id="rId12" Type="http://schemas.openxmlformats.org/officeDocument/2006/relationships/tags" Target="../tags/tag198.xml"/><Relationship Id="rId11" Type="http://schemas.openxmlformats.org/officeDocument/2006/relationships/tags" Target="../tags/tag197.xml"/><Relationship Id="rId10" Type="http://schemas.openxmlformats.org/officeDocument/2006/relationships/tags" Target="../tags/tag196.xml"/><Relationship Id="rId1" Type="http://schemas.openxmlformats.org/officeDocument/2006/relationships/tags" Target="../tags/tag18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4" Type="http://schemas.openxmlformats.org/officeDocument/2006/relationships/tags" Target="../tags/tag214.xml"/><Relationship Id="rId3" Type="http://schemas.openxmlformats.org/officeDocument/2006/relationships/tags" Target="../tags/tag213.xml"/><Relationship Id="rId2" Type="http://schemas.openxmlformats.org/officeDocument/2006/relationships/tags" Target="../tags/tag212.xml"/><Relationship Id="rId18" Type="http://schemas.openxmlformats.org/officeDocument/2006/relationships/slideLayout" Target="../slideLayouts/slideLayout15.xml"/><Relationship Id="rId17" Type="http://schemas.openxmlformats.org/officeDocument/2006/relationships/tags" Target="../tags/tag227.xml"/><Relationship Id="rId16" Type="http://schemas.openxmlformats.org/officeDocument/2006/relationships/tags" Target="../tags/tag226.xml"/><Relationship Id="rId15" Type="http://schemas.openxmlformats.org/officeDocument/2006/relationships/tags" Target="../tags/tag225.xml"/><Relationship Id="rId14" Type="http://schemas.openxmlformats.org/officeDocument/2006/relationships/tags" Target="../tags/tag224.xml"/><Relationship Id="rId13" Type="http://schemas.openxmlformats.org/officeDocument/2006/relationships/tags" Target="../tags/tag223.xml"/><Relationship Id="rId12" Type="http://schemas.openxmlformats.org/officeDocument/2006/relationships/tags" Target="../tags/tag222.xml"/><Relationship Id="rId11" Type="http://schemas.openxmlformats.org/officeDocument/2006/relationships/tags" Target="../tags/tag221.xml"/><Relationship Id="rId10" Type="http://schemas.openxmlformats.org/officeDocument/2006/relationships/tags" Target="../tags/tag220.xml"/><Relationship Id="rId1" Type="http://schemas.openxmlformats.org/officeDocument/2006/relationships/tags" Target="../tags/tag21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36.xml"/><Relationship Id="rId8" Type="http://schemas.openxmlformats.org/officeDocument/2006/relationships/tags" Target="../tags/tag235.xml"/><Relationship Id="rId7" Type="http://schemas.openxmlformats.org/officeDocument/2006/relationships/tags" Target="../tags/tag234.xml"/><Relationship Id="rId6" Type="http://schemas.openxmlformats.org/officeDocument/2006/relationships/tags" Target="../tags/tag233.xml"/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237.xml"/><Relationship Id="rId1" Type="http://schemas.openxmlformats.org/officeDocument/2006/relationships/tags" Target="../tags/tag2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" Type="http://schemas.openxmlformats.org/officeDocument/2006/relationships/tags" Target="../tags/tag23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244.xml"/><Relationship Id="rId3" Type="http://schemas.openxmlformats.org/officeDocument/2006/relationships/tags" Target="../tags/tag243.xml"/><Relationship Id="rId2" Type="http://schemas.openxmlformats.org/officeDocument/2006/relationships/tags" Target="../tags/tag242.xml"/><Relationship Id="rId1" Type="http://schemas.openxmlformats.org/officeDocument/2006/relationships/tags" Target="../tags/tag24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53.xml"/><Relationship Id="rId8" Type="http://schemas.openxmlformats.org/officeDocument/2006/relationships/tags" Target="../tags/tag252.xml"/><Relationship Id="rId7" Type="http://schemas.openxmlformats.org/officeDocument/2006/relationships/tags" Target="../tags/tag251.xml"/><Relationship Id="rId6" Type="http://schemas.openxmlformats.org/officeDocument/2006/relationships/tags" Target="../tags/tag250.xml"/><Relationship Id="rId5" Type="http://schemas.openxmlformats.org/officeDocument/2006/relationships/tags" Target="../tags/tag249.xml"/><Relationship Id="rId4" Type="http://schemas.openxmlformats.org/officeDocument/2006/relationships/tags" Target="../tags/tag248.xml"/><Relationship Id="rId3" Type="http://schemas.openxmlformats.org/officeDocument/2006/relationships/tags" Target="../tags/tag247.xml"/><Relationship Id="rId2" Type="http://schemas.openxmlformats.org/officeDocument/2006/relationships/tags" Target="../tags/tag246.xml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254.xml"/><Relationship Id="rId1" Type="http://schemas.openxmlformats.org/officeDocument/2006/relationships/tags" Target="../tags/tag24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57.xml"/><Relationship Id="rId2" Type="http://schemas.openxmlformats.org/officeDocument/2006/relationships/tags" Target="../tags/tag256.xml"/><Relationship Id="rId1" Type="http://schemas.openxmlformats.org/officeDocument/2006/relationships/tags" Target="../tags/tag25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261.xml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" Type="http://schemas.openxmlformats.org/officeDocument/2006/relationships/tags" Target="../tags/tag258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270.xml"/><Relationship Id="rId8" Type="http://schemas.openxmlformats.org/officeDocument/2006/relationships/tags" Target="../tags/tag269.xml"/><Relationship Id="rId7" Type="http://schemas.openxmlformats.org/officeDocument/2006/relationships/tags" Target="../tags/tag268.xml"/><Relationship Id="rId6" Type="http://schemas.openxmlformats.org/officeDocument/2006/relationships/tags" Target="../tags/tag267.xml"/><Relationship Id="rId5" Type="http://schemas.openxmlformats.org/officeDocument/2006/relationships/tags" Target="../tags/tag266.xml"/><Relationship Id="rId4" Type="http://schemas.openxmlformats.org/officeDocument/2006/relationships/tags" Target="../tags/tag265.xml"/><Relationship Id="rId3" Type="http://schemas.openxmlformats.org/officeDocument/2006/relationships/tags" Target="../tags/tag264.xml"/><Relationship Id="rId2" Type="http://schemas.openxmlformats.org/officeDocument/2006/relationships/tags" Target="../tags/tag263.xml"/><Relationship Id="rId18" Type="http://schemas.openxmlformats.org/officeDocument/2006/relationships/slideLayout" Target="../slideLayouts/slideLayout15.xml"/><Relationship Id="rId17" Type="http://schemas.openxmlformats.org/officeDocument/2006/relationships/tags" Target="../tags/tag278.xml"/><Relationship Id="rId16" Type="http://schemas.openxmlformats.org/officeDocument/2006/relationships/tags" Target="../tags/tag277.xml"/><Relationship Id="rId15" Type="http://schemas.openxmlformats.org/officeDocument/2006/relationships/tags" Target="../tags/tag276.xml"/><Relationship Id="rId14" Type="http://schemas.openxmlformats.org/officeDocument/2006/relationships/tags" Target="../tags/tag275.xml"/><Relationship Id="rId13" Type="http://schemas.openxmlformats.org/officeDocument/2006/relationships/tags" Target="../tags/tag274.xml"/><Relationship Id="rId12" Type="http://schemas.openxmlformats.org/officeDocument/2006/relationships/tags" Target="../tags/tag273.xml"/><Relationship Id="rId11" Type="http://schemas.openxmlformats.org/officeDocument/2006/relationships/tags" Target="../tags/tag272.xml"/><Relationship Id="rId10" Type="http://schemas.openxmlformats.org/officeDocument/2006/relationships/tags" Target="../tags/tag271.xml"/><Relationship Id="rId1" Type="http://schemas.openxmlformats.org/officeDocument/2006/relationships/tags" Target="../tags/tag262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287.xml"/><Relationship Id="rId8" Type="http://schemas.openxmlformats.org/officeDocument/2006/relationships/tags" Target="../tags/tag286.xml"/><Relationship Id="rId7" Type="http://schemas.openxmlformats.org/officeDocument/2006/relationships/tags" Target="../tags/tag285.xml"/><Relationship Id="rId6" Type="http://schemas.openxmlformats.org/officeDocument/2006/relationships/tags" Target="../tags/tag284.xml"/><Relationship Id="rId5" Type="http://schemas.openxmlformats.org/officeDocument/2006/relationships/tags" Target="../tags/tag283.xml"/><Relationship Id="rId4" Type="http://schemas.openxmlformats.org/officeDocument/2006/relationships/tags" Target="../tags/tag282.xml"/><Relationship Id="rId3" Type="http://schemas.openxmlformats.org/officeDocument/2006/relationships/tags" Target="../tags/tag281.xml"/><Relationship Id="rId2" Type="http://schemas.openxmlformats.org/officeDocument/2006/relationships/tags" Target="../tags/tag280.xml"/><Relationship Id="rId12" Type="http://schemas.openxmlformats.org/officeDocument/2006/relationships/notesSlide" Target="../notesSlides/notesSlide18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288.xml"/><Relationship Id="rId1" Type="http://schemas.openxmlformats.org/officeDocument/2006/relationships/tags" Target="../tags/tag27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91.xml"/><Relationship Id="rId2" Type="http://schemas.openxmlformats.org/officeDocument/2006/relationships/tags" Target="../tags/tag290.xml"/><Relationship Id="rId1" Type="http://schemas.openxmlformats.org/officeDocument/2006/relationships/tags" Target="../tags/tag28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295.xml"/><Relationship Id="rId3" Type="http://schemas.openxmlformats.org/officeDocument/2006/relationships/tags" Target="../tags/tag294.xml"/><Relationship Id="rId2" Type="http://schemas.openxmlformats.org/officeDocument/2006/relationships/tags" Target="../tags/tag293.xml"/><Relationship Id="rId1" Type="http://schemas.openxmlformats.org/officeDocument/2006/relationships/tags" Target="../tags/tag292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304.xml"/><Relationship Id="rId8" Type="http://schemas.openxmlformats.org/officeDocument/2006/relationships/tags" Target="../tags/tag303.xml"/><Relationship Id="rId7" Type="http://schemas.openxmlformats.org/officeDocument/2006/relationships/tags" Target="../tags/tag302.xml"/><Relationship Id="rId6" Type="http://schemas.openxmlformats.org/officeDocument/2006/relationships/tags" Target="../tags/tag301.xml"/><Relationship Id="rId5" Type="http://schemas.openxmlformats.org/officeDocument/2006/relationships/tags" Target="../tags/tag300.xml"/><Relationship Id="rId4" Type="http://schemas.openxmlformats.org/officeDocument/2006/relationships/tags" Target="../tags/tag299.xml"/><Relationship Id="rId3" Type="http://schemas.openxmlformats.org/officeDocument/2006/relationships/tags" Target="../tags/tag298.xml"/><Relationship Id="rId2" Type="http://schemas.openxmlformats.org/officeDocument/2006/relationships/tags" Target="../tags/tag297.xml"/><Relationship Id="rId18" Type="http://schemas.openxmlformats.org/officeDocument/2006/relationships/slideLayout" Target="../slideLayouts/slideLayout15.xml"/><Relationship Id="rId17" Type="http://schemas.openxmlformats.org/officeDocument/2006/relationships/tags" Target="../tags/tag312.xml"/><Relationship Id="rId16" Type="http://schemas.openxmlformats.org/officeDocument/2006/relationships/tags" Target="../tags/tag311.xml"/><Relationship Id="rId15" Type="http://schemas.openxmlformats.org/officeDocument/2006/relationships/tags" Target="../tags/tag310.xml"/><Relationship Id="rId14" Type="http://schemas.openxmlformats.org/officeDocument/2006/relationships/tags" Target="../tags/tag309.xml"/><Relationship Id="rId13" Type="http://schemas.openxmlformats.org/officeDocument/2006/relationships/tags" Target="../tags/tag308.xml"/><Relationship Id="rId12" Type="http://schemas.openxmlformats.org/officeDocument/2006/relationships/tags" Target="../tags/tag307.xml"/><Relationship Id="rId11" Type="http://schemas.openxmlformats.org/officeDocument/2006/relationships/tags" Target="../tags/tag306.xml"/><Relationship Id="rId10" Type="http://schemas.openxmlformats.org/officeDocument/2006/relationships/tags" Target="../tags/tag305.xml"/><Relationship Id="rId1" Type="http://schemas.openxmlformats.org/officeDocument/2006/relationships/tags" Target="../tags/tag296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321.xml"/><Relationship Id="rId8" Type="http://schemas.openxmlformats.org/officeDocument/2006/relationships/tags" Target="../tags/tag320.xml"/><Relationship Id="rId7" Type="http://schemas.openxmlformats.org/officeDocument/2006/relationships/tags" Target="../tags/tag319.xml"/><Relationship Id="rId6" Type="http://schemas.openxmlformats.org/officeDocument/2006/relationships/tags" Target="../tags/tag318.xml"/><Relationship Id="rId5" Type="http://schemas.openxmlformats.org/officeDocument/2006/relationships/tags" Target="../tags/tag317.xml"/><Relationship Id="rId4" Type="http://schemas.openxmlformats.org/officeDocument/2006/relationships/tags" Target="../tags/tag316.xml"/><Relationship Id="rId3" Type="http://schemas.openxmlformats.org/officeDocument/2006/relationships/tags" Target="../tags/tag315.xml"/><Relationship Id="rId2" Type="http://schemas.openxmlformats.org/officeDocument/2006/relationships/tags" Target="../tags/tag314.xml"/><Relationship Id="rId12" Type="http://schemas.openxmlformats.org/officeDocument/2006/relationships/notesSlide" Target="../notesSlides/notesSlide23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322.xml"/><Relationship Id="rId1" Type="http://schemas.openxmlformats.org/officeDocument/2006/relationships/tags" Target="../tags/tag3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tags" Target="../tags/tag32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329.xml"/><Relationship Id="rId3" Type="http://schemas.openxmlformats.org/officeDocument/2006/relationships/tags" Target="../tags/tag328.xml"/><Relationship Id="rId2" Type="http://schemas.openxmlformats.org/officeDocument/2006/relationships/tags" Target="../tags/tag327.xml"/><Relationship Id="rId1" Type="http://schemas.openxmlformats.org/officeDocument/2006/relationships/tags" Target="../tags/tag326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338.xml"/><Relationship Id="rId8" Type="http://schemas.openxmlformats.org/officeDocument/2006/relationships/tags" Target="../tags/tag337.xml"/><Relationship Id="rId7" Type="http://schemas.openxmlformats.org/officeDocument/2006/relationships/tags" Target="../tags/tag336.xml"/><Relationship Id="rId6" Type="http://schemas.openxmlformats.org/officeDocument/2006/relationships/tags" Target="../tags/tag335.xml"/><Relationship Id="rId5" Type="http://schemas.openxmlformats.org/officeDocument/2006/relationships/tags" Target="../tags/tag334.xml"/><Relationship Id="rId4" Type="http://schemas.openxmlformats.org/officeDocument/2006/relationships/tags" Target="../tags/tag333.xml"/><Relationship Id="rId3" Type="http://schemas.openxmlformats.org/officeDocument/2006/relationships/tags" Target="../tags/tag332.xml"/><Relationship Id="rId2" Type="http://schemas.openxmlformats.org/officeDocument/2006/relationships/tags" Target="../tags/tag331.xml"/><Relationship Id="rId12" Type="http://schemas.openxmlformats.org/officeDocument/2006/relationships/notesSlide" Target="../notesSlides/notesSlide28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339.xml"/><Relationship Id="rId1" Type="http://schemas.openxmlformats.org/officeDocument/2006/relationships/tags" Target="../tags/tag33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348.xml"/><Relationship Id="rId8" Type="http://schemas.openxmlformats.org/officeDocument/2006/relationships/tags" Target="../tags/tag347.xml"/><Relationship Id="rId7" Type="http://schemas.openxmlformats.org/officeDocument/2006/relationships/tags" Target="../tags/tag346.xml"/><Relationship Id="rId6" Type="http://schemas.openxmlformats.org/officeDocument/2006/relationships/tags" Target="../tags/tag345.xml"/><Relationship Id="rId5" Type="http://schemas.openxmlformats.org/officeDocument/2006/relationships/tags" Target="../tags/tag344.xml"/><Relationship Id="rId4" Type="http://schemas.openxmlformats.org/officeDocument/2006/relationships/tags" Target="../tags/tag343.xml"/><Relationship Id="rId3" Type="http://schemas.openxmlformats.org/officeDocument/2006/relationships/tags" Target="../tags/tag342.xml"/><Relationship Id="rId26" Type="http://schemas.openxmlformats.org/officeDocument/2006/relationships/notesSlide" Target="../notesSlides/notesSlide30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363.xml"/><Relationship Id="rId23" Type="http://schemas.openxmlformats.org/officeDocument/2006/relationships/tags" Target="../tags/tag362.xml"/><Relationship Id="rId22" Type="http://schemas.openxmlformats.org/officeDocument/2006/relationships/tags" Target="../tags/tag361.xml"/><Relationship Id="rId21" Type="http://schemas.openxmlformats.org/officeDocument/2006/relationships/tags" Target="../tags/tag360.xml"/><Relationship Id="rId20" Type="http://schemas.openxmlformats.org/officeDocument/2006/relationships/tags" Target="../tags/tag359.xml"/><Relationship Id="rId2" Type="http://schemas.openxmlformats.org/officeDocument/2006/relationships/tags" Target="../tags/tag341.xml"/><Relationship Id="rId19" Type="http://schemas.openxmlformats.org/officeDocument/2006/relationships/tags" Target="../tags/tag358.xml"/><Relationship Id="rId18" Type="http://schemas.openxmlformats.org/officeDocument/2006/relationships/tags" Target="../tags/tag357.xml"/><Relationship Id="rId17" Type="http://schemas.openxmlformats.org/officeDocument/2006/relationships/tags" Target="../tags/tag356.xml"/><Relationship Id="rId16" Type="http://schemas.openxmlformats.org/officeDocument/2006/relationships/tags" Target="../tags/tag355.xml"/><Relationship Id="rId15" Type="http://schemas.openxmlformats.org/officeDocument/2006/relationships/tags" Target="../tags/tag354.xml"/><Relationship Id="rId14" Type="http://schemas.openxmlformats.org/officeDocument/2006/relationships/tags" Target="../tags/tag353.xml"/><Relationship Id="rId13" Type="http://schemas.openxmlformats.org/officeDocument/2006/relationships/tags" Target="../tags/tag352.xml"/><Relationship Id="rId12" Type="http://schemas.openxmlformats.org/officeDocument/2006/relationships/tags" Target="../tags/tag351.xml"/><Relationship Id="rId11" Type="http://schemas.openxmlformats.org/officeDocument/2006/relationships/tags" Target="../tags/tag350.xml"/><Relationship Id="rId10" Type="http://schemas.openxmlformats.org/officeDocument/2006/relationships/tags" Target="../tags/tag349.xml"/><Relationship Id="rId1" Type="http://schemas.openxmlformats.org/officeDocument/2006/relationships/tags" Target="../tags/tag340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372.xml"/><Relationship Id="rId8" Type="http://schemas.openxmlformats.org/officeDocument/2006/relationships/tags" Target="../tags/tag371.xml"/><Relationship Id="rId7" Type="http://schemas.openxmlformats.org/officeDocument/2006/relationships/tags" Target="../tags/tag370.xml"/><Relationship Id="rId6" Type="http://schemas.openxmlformats.org/officeDocument/2006/relationships/tags" Target="../tags/tag369.xml"/><Relationship Id="rId5" Type="http://schemas.openxmlformats.org/officeDocument/2006/relationships/tags" Target="../tags/tag368.xml"/><Relationship Id="rId4" Type="http://schemas.openxmlformats.org/officeDocument/2006/relationships/tags" Target="../tags/tag367.xml"/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375.xml"/><Relationship Id="rId11" Type="http://schemas.openxmlformats.org/officeDocument/2006/relationships/tags" Target="../tags/tag374.xml"/><Relationship Id="rId10" Type="http://schemas.openxmlformats.org/officeDocument/2006/relationships/tags" Target="../tags/tag373.xml"/><Relationship Id="rId1" Type="http://schemas.openxmlformats.org/officeDocument/2006/relationships/tags" Target="../tags/tag36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tags" Target="../tags/tag384.xml"/><Relationship Id="rId8" Type="http://schemas.openxmlformats.org/officeDocument/2006/relationships/tags" Target="../tags/tag383.xml"/><Relationship Id="rId7" Type="http://schemas.openxmlformats.org/officeDocument/2006/relationships/tags" Target="../tags/tag382.xml"/><Relationship Id="rId6" Type="http://schemas.openxmlformats.org/officeDocument/2006/relationships/tags" Target="../tags/tag381.xml"/><Relationship Id="rId5" Type="http://schemas.openxmlformats.org/officeDocument/2006/relationships/tags" Target="../tags/tag380.xml"/><Relationship Id="rId4" Type="http://schemas.openxmlformats.org/officeDocument/2006/relationships/tags" Target="../tags/tag379.xml"/><Relationship Id="rId3" Type="http://schemas.openxmlformats.org/officeDocument/2006/relationships/tags" Target="../tags/tag378.xml"/><Relationship Id="rId2" Type="http://schemas.openxmlformats.org/officeDocument/2006/relationships/tags" Target="../tags/tag377.xml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387.xml"/><Relationship Id="rId11" Type="http://schemas.openxmlformats.org/officeDocument/2006/relationships/tags" Target="../tags/tag386.xml"/><Relationship Id="rId10" Type="http://schemas.openxmlformats.org/officeDocument/2006/relationships/tags" Target="../tags/tag385.xml"/><Relationship Id="rId1" Type="http://schemas.openxmlformats.org/officeDocument/2006/relationships/tags" Target="../tags/tag37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tags" Target="../tags/tag396.xml"/><Relationship Id="rId8" Type="http://schemas.openxmlformats.org/officeDocument/2006/relationships/tags" Target="../tags/tag395.xml"/><Relationship Id="rId7" Type="http://schemas.openxmlformats.org/officeDocument/2006/relationships/tags" Target="../tags/tag394.xml"/><Relationship Id="rId6" Type="http://schemas.openxmlformats.org/officeDocument/2006/relationships/tags" Target="../tags/tag393.xml"/><Relationship Id="rId5" Type="http://schemas.openxmlformats.org/officeDocument/2006/relationships/tags" Target="../tags/tag392.xml"/><Relationship Id="rId4" Type="http://schemas.openxmlformats.org/officeDocument/2006/relationships/tags" Target="../tags/tag391.xml"/><Relationship Id="rId3" Type="http://schemas.openxmlformats.org/officeDocument/2006/relationships/tags" Target="../tags/tag390.xml"/><Relationship Id="rId26" Type="http://schemas.openxmlformats.org/officeDocument/2006/relationships/notesSlide" Target="../notesSlides/notesSlide31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411.xml"/><Relationship Id="rId23" Type="http://schemas.openxmlformats.org/officeDocument/2006/relationships/tags" Target="../tags/tag410.xml"/><Relationship Id="rId22" Type="http://schemas.openxmlformats.org/officeDocument/2006/relationships/tags" Target="../tags/tag409.xml"/><Relationship Id="rId21" Type="http://schemas.openxmlformats.org/officeDocument/2006/relationships/tags" Target="../tags/tag408.xml"/><Relationship Id="rId20" Type="http://schemas.openxmlformats.org/officeDocument/2006/relationships/tags" Target="../tags/tag407.xml"/><Relationship Id="rId2" Type="http://schemas.openxmlformats.org/officeDocument/2006/relationships/tags" Target="../tags/tag389.xml"/><Relationship Id="rId19" Type="http://schemas.openxmlformats.org/officeDocument/2006/relationships/tags" Target="../tags/tag406.xml"/><Relationship Id="rId18" Type="http://schemas.openxmlformats.org/officeDocument/2006/relationships/tags" Target="../tags/tag405.xml"/><Relationship Id="rId17" Type="http://schemas.openxmlformats.org/officeDocument/2006/relationships/tags" Target="../tags/tag404.xml"/><Relationship Id="rId16" Type="http://schemas.openxmlformats.org/officeDocument/2006/relationships/tags" Target="../tags/tag403.xml"/><Relationship Id="rId15" Type="http://schemas.openxmlformats.org/officeDocument/2006/relationships/tags" Target="../tags/tag402.xml"/><Relationship Id="rId14" Type="http://schemas.openxmlformats.org/officeDocument/2006/relationships/tags" Target="../tags/tag401.xml"/><Relationship Id="rId13" Type="http://schemas.openxmlformats.org/officeDocument/2006/relationships/tags" Target="../tags/tag400.xml"/><Relationship Id="rId12" Type="http://schemas.openxmlformats.org/officeDocument/2006/relationships/tags" Target="../tags/tag399.xml"/><Relationship Id="rId11" Type="http://schemas.openxmlformats.org/officeDocument/2006/relationships/tags" Target="../tags/tag398.xml"/><Relationship Id="rId10" Type="http://schemas.openxmlformats.org/officeDocument/2006/relationships/tags" Target="../tags/tag397.xml"/><Relationship Id="rId1" Type="http://schemas.openxmlformats.org/officeDocument/2006/relationships/tags" Target="../tags/tag38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413.xml"/><Relationship Id="rId1" Type="http://schemas.openxmlformats.org/officeDocument/2006/relationships/tags" Target="../tags/tag412.xml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tags" Target="../tags/tag422.xml"/><Relationship Id="rId8" Type="http://schemas.openxmlformats.org/officeDocument/2006/relationships/tags" Target="../tags/tag421.xml"/><Relationship Id="rId7" Type="http://schemas.openxmlformats.org/officeDocument/2006/relationships/tags" Target="../tags/tag420.xml"/><Relationship Id="rId6" Type="http://schemas.openxmlformats.org/officeDocument/2006/relationships/tags" Target="../tags/tag419.xml"/><Relationship Id="rId5" Type="http://schemas.openxmlformats.org/officeDocument/2006/relationships/tags" Target="../tags/tag418.xml"/><Relationship Id="rId4" Type="http://schemas.openxmlformats.org/officeDocument/2006/relationships/tags" Target="../tags/tag417.xml"/><Relationship Id="rId3" Type="http://schemas.openxmlformats.org/officeDocument/2006/relationships/tags" Target="../tags/tag416.xml"/><Relationship Id="rId26" Type="http://schemas.openxmlformats.org/officeDocument/2006/relationships/notesSlide" Target="../notesSlides/notesSlide33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437.xml"/><Relationship Id="rId23" Type="http://schemas.openxmlformats.org/officeDocument/2006/relationships/tags" Target="../tags/tag436.xml"/><Relationship Id="rId22" Type="http://schemas.openxmlformats.org/officeDocument/2006/relationships/tags" Target="../tags/tag435.xml"/><Relationship Id="rId21" Type="http://schemas.openxmlformats.org/officeDocument/2006/relationships/tags" Target="../tags/tag434.xml"/><Relationship Id="rId20" Type="http://schemas.openxmlformats.org/officeDocument/2006/relationships/tags" Target="../tags/tag433.xml"/><Relationship Id="rId2" Type="http://schemas.openxmlformats.org/officeDocument/2006/relationships/tags" Target="../tags/tag415.xml"/><Relationship Id="rId19" Type="http://schemas.openxmlformats.org/officeDocument/2006/relationships/tags" Target="../tags/tag432.xml"/><Relationship Id="rId18" Type="http://schemas.openxmlformats.org/officeDocument/2006/relationships/tags" Target="../tags/tag431.xml"/><Relationship Id="rId17" Type="http://schemas.openxmlformats.org/officeDocument/2006/relationships/tags" Target="../tags/tag430.xml"/><Relationship Id="rId16" Type="http://schemas.openxmlformats.org/officeDocument/2006/relationships/tags" Target="../tags/tag429.xml"/><Relationship Id="rId15" Type="http://schemas.openxmlformats.org/officeDocument/2006/relationships/tags" Target="../tags/tag428.xml"/><Relationship Id="rId14" Type="http://schemas.openxmlformats.org/officeDocument/2006/relationships/tags" Target="../tags/tag427.xml"/><Relationship Id="rId13" Type="http://schemas.openxmlformats.org/officeDocument/2006/relationships/tags" Target="../tags/tag426.xml"/><Relationship Id="rId12" Type="http://schemas.openxmlformats.org/officeDocument/2006/relationships/tags" Target="../tags/tag425.xml"/><Relationship Id="rId11" Type="http://schemas.openxmlformats.org/officeDocument/2006/relationships/tags" Target="../tags/tag424.xml"/><Relationship Id="rId10" Type="http://schemas.openxmlformats.org/officeDocument/2006/relationships/tags" Target="../tags/tag423.xml"/><Relationship Id="rId1" Type="http://schemas.openxmlformats.org/officeDocument/2006/relationships/tags" Target="../tags/tag414.xml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tags" Target="../tags/tag445.xml"/><Relationship Id="rId8" Type="http://schemas.openxmlformats.org/officeDocument/2006/relationships/tags" Target="../tags/tag444.xml"/><Relationship Id="rId7" Type="http://schemas.openxmlformats.org/officeDocument/2006/relationships/tags" Target="../tags/tag443.xml"/><Relationship Id="rId6" Type="http://schemas.openxmlformats.org/officeDocument/2006/relationships/tags" Target="../tags/tag442.xml"/><Relationship Id="rId5" Type="http://schemas.openxmlformats.org/officeDocument/2006/relationships/image" Target="../media/image12.jpeg"/><Relationship Id="rId4" Type="http://schemas.openxmlformats.org/officeDocument/2006/relationships/tags" Target="../tags/tag441.xml"/><Relationship Id="rId3" Type="http://schemas.openxmlformats.org/officeDocument/2006/relationships/tags" Target="../tags/tag440.xml"/><Relationship Id="rId2" Type="http://schemas.openxmlformats.org/officeDocument/2006/relationships/tags" Target="../tags/tag439.xml"/><Relationship Id="rId13" Type="http://schemas.openxmlformats.org/officeDocument/2006/relationships/notesSlide" Target="../notesSlides/notesSlide34.xml"/><Relationship Id="rId12" Type="http://schemas.openxmlformats.org/officeDocument/2006/relationships/slideLayout" Target="../slideLayouts/slideLayout15.xml"/><Relationship Id="rId11" Type="http://schemas.openxmlformats.org/officeDocument/2006/relationships/tags" Target="../tags/tag446.xml"/><Relationship Id="rId10" Type="http://schemas.openxmlformats.org/officeDocument/2006/relationships/image" Target="../media/image13.png"/><Relationship Id="rId1" Type="http://schemas.openxmlformats.org/officeDocument/2006/relationships/tags" Target="../tags/tag438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27.xml"/><Relationship Id="rId3" Type="http://schemas.openxmlformats.org/officeDocument/2006/relationships/tags" Target="../tags/tag448.xml"/><Relationship Id="rId2" Type="http://schemas.openxmlformats.org/officeDocument/2006/relationships/tags" Target="../tags/tag447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1384935" y="2401888"/>
            <a:ext cx="9902825" cy="574040"/>
          </a:xfrm>
          <a:prstGeom prst="rect">
            <a:avLst/>
          </a:prstGeom>
          <a:noFill/>
        </p:spPr>
        <p:txBody>
          <a:bodyPr wrap="square" lIns="144145" bIns="36195" rtlCol="0" anchor="ctr" anchorCtr="1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buClrTx/>
              <a:buSzTx/>
              <a:buFontTx/>
            </a:pPr>
            <a:r>
              <a:rPr lang="zh-CN" altLang="en-US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第二章</a:t>
            </a:r>
            <a:r>
              <a:rPr lang="en-US" altLang="zh-CN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提示词工程</a:t>
            </a:r>
            <a:endParaRPr lang="zh-CN" altLang="en-US" sz="3200" b="1" dirty="0" smtClean="0">
              <a:latin typeface="Arial" panose="020B0604020202020204" pitchFamily="34" charset="0"/>
              <a:ea typeface="+mj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4784725" y="4558665"/>
            <a:ext cx="3103245" cy="4984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8A2F6"/>
              </a:gs>
              <a:gs pos="100000">
                <a:srgbClr val="266FE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4980305" y="4623435"/>
            <a:ext cx="27432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Kaiti SC Bold" charset="0"/>
                <a:ea typeface="Kaiti SC Bold" charset="0"/>
                <a:cs typeface="+mn-ea"/>
                <a:sym typeface="+mn-lt"/>
              </a:rPr>
              <a:t>智能体应用初探专项实战</a:t>
            </a:r>
            <a:endParaRPr lang="zh-CN" altLang="zh-CN" b="1" dirty="0">
              <a:solidFill>
                <a:schemeClr val="bg1"/>
              </a:solidFill>
              <a:latin typeface="Kaiti SC Bold" charset="0"/>
              <a:ea typeface="Kaiti SC Bold" charset="0"/>
              <a:cs typeface="+mn-ea"/>
              <a:sym typeface="+mn-lt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25" y="1602105"/>
            <a:ext cx="6863715" cy="4776470"/>
          </a:xfrm>
          <a:prstGeom prst="rect">
            <a:avLst/>
          </a:prstGeom>
          <a:noFill/>
        </p:spPr>
      </p:pic>
      <p:sp>
        <p:nvSpPr>
          <p:cNvPr id="2" name="文本框 1"/>
          <p:cNvSpPr txBox="1"/>
          <p:nvPr/>
        </p:nvSpPr>
        <p:spPr>
          <a:xfrm>
            <a:off x="1362075" y="624840"/>
            <a:ext cx="3579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1">
                    <a:lumMod val="75000"/>
                  </a:schemeClr>
                </a:solidFill>
              </a:rPr>
              <a:t>情境导入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09510" y="3428960"/>
            <a:ext cx="423925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introduction_image}}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11390" y="1715729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9890" y="1715770"/>
            <a:ext cx="6534785" cy="3629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某物流分拣中心每天处理上万件包裹，现有系统按固定流程操作。经理想引入新系统，让系统自己判断处理条码污损、易碎品等异常情况，并能根据实时车流调整分拣优先级。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535045" y="1271270"/>
            <a:ext cx="80340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同样是自动化，工作流和智能体有什么区别？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新系统需要具备什么功能才能在企业中稳定工作？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如何用自己的话对系统下指令来实现经理的想法？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62075" y="624840"/>
            <a:ext cx="2098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1">
                    <a:lumMod val="75000"/>
                  </a:schemeClr>
                </a:solidFill>
              </a:rPr>
              <a:t>思考一下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140" y="2500630"/>
            <a:ext cx="1237615" cy="2721610"/>
          </a:xfrm>
          <a:prstGeom prst="rect">
            <a:avLst/>
          </a:prstGeom>
        </p:spPr>
      </p:pic>
      <p:pic>
        <p:nvPicPr>
          <p:cNvPr id="7" name="图片 6" descr="31393935333436303b31393936353336343bcecabac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1045" y="562242"/>
            <a:ext cx="771525" cy="77152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457190" y="2889947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{{image:thinking_image}}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642620" y="3124800"/>
            <a:ext cx="53828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提示词工程</a:t>
            </a:r>
            <a:endParaRPr lang="zh-CN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07" name="椭圆 106"/>
          <p:cNvSpPr/>
          <p:nvPr/>
        </p:nvSpPr>
        <p:spPr>
          <a:xfrm>
            <a:off x="1812870" y="1985229"/>
            <a:ext cx="398145" cy="39814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4000" dirty="0">
              <a:latin typeface="Segoe UI" panose="020B0502040204020203" pitchFamily="34" charset="0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6315642" y="3786753"/>
            <a:ext cx="617635" cy="61763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4000" dirty="0">
              <a:latin typeface="Segoe UI" panose="020B0502040204020203" pitchFamily="34" charset="0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pic>
        <p:nvPicPr>
          <p:cNvPr id="90" name="图片 8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261" y="5867261"/>
            <a:ext cx="1714739" cy="990738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642406" y="657124"/>
            <a:ext cx="55899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任务二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31685" y="3532465"/>
            <a:ext cx="423925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{{image:st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art_image}}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33565" y="1819234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30997"/>
            <a:chOff x="1019810" y="3241423"/>
            <a:chExt cx="5267818" cy="830997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30997"/>
            <a:chOff x="1019810" y="5599430"/>
            <a:chExt cx="4068621" cy="830997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</a:t>
              </a:r>
              <a:r>
                <a:rPr kumimoji="0" lang="zh-CN" altLang="en-US" sz="2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储备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/>
          <p:cNvGrpSpPr/>
          <p:nvPr>
            <p:custDataLst>
              <p:tags r:id="rId13"/>
            </p:custDataLst>
          </p:nvPr>
        </p:nvGrpSpPr>
        <p:grpSpPr>
          <a:xfrm>
            <a:off x="6645792" y="2466861"/>
            <a:ext cx="4068621" cy="830997"/>
            <a:chOff x="1019810" y="3241423"/>
            <a:chExt cx="4068621" cy="830997"/>
          </a:xfrm>
        </p:grpSpPr>
        <p:sp>
          <p:nvSpPr>
            <p:cNvPr id="48" name="文本框 47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3424938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3241423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0" name="直接连接符 49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7"/>
            </p:custDataLst>
          </p:nvPr>
        </p:nvGrpSpPr>
        <p:grpSpPr>
          <a:xfrm>
            <a:off x="6645792" y="3379128"/>
            <a:ext cx="4068621" cy="830997"/>
            <a:chOff x="1019810" y="5599430"/>
            <a:chExt cx="4068621" cy="830997"/>
          </a:xfrm>
        </p:grpSpPr>
        <p:sp>
          <p:nvSpPr>
            <p:cNvPr id="56" name="文本框 55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任务小结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21"/>
            </p:custDataLst>
          </p:nvPr>
        </p:nvGrpSpPr>
        <p:grpSpPr>
          <a:xfrm>
            <a:off x="6645792" y="4262185"/>
            <a:ext cx="4068621" cy="830997"/>
            <a:chOff x="1019810" y="5599430"/>
            <a:chExt cx="4068621" cy="830997"/>
          </a:xfrm>
        </p:grpSpPr>
        <p:sp>
          <p:nvSpPr>
            <p:cNvPr id="60" name="文本框 59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 smtClean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任务二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提示词工程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9700895" y="621030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3006090" y="1358265"/>
            <a:ext cx="8279765" cy="17430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本章旨在帮助学员建立提示词工程的基础认知，理解提示词在智能体系统中的核心作用，掌握提示词工程的基本目标、基本原理和基本工作环境。通过本章学习，学员将认识到：提示词并不是对模型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随口一说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，而是对智能体行为边界、推理路径和输出形式的显式设计。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片 12" descr="tasks_2029px_1205684_easyicon.n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025" y="2726055"/>
            <a:ext cx="2023110" cy="20231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78000" y="792000"/>
            <a:ext cx="595312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描述</a:t>
            </a:r>
            <a:endParaRPr 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01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86150" y="3106738"/>
            <a:ext cx="26130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</a:t>
            </a:r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要求：</a:t>
            </a:r>
            <a:endParaRPr lang="zh-CN" altLang="en-US" sz="2400" b="1" dirty="0" smtClean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06090" y="356743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理解提示词的价值，建立行为设计意识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06000" y="403606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能围绕确定性、逻辑性、效率三个维度分析一个提示词是否优质；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06000" y="4503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RAGFlow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工作流开展提示词测试、记录和迭代优化；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06090" y="4971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能根据场景构建提示词，约束智能体输出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储备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任务二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提示词工程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780" y="1422400"/>
            <a:ext cx="265113" cy="26511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" name="组合 2"/>
          <p:cNvGrpSpPr/>
          <p:nvPr/>
        </p:nvGrpSpPr>
        <p:grpSpPr>
          <a:xfrm>
            <a:off x="901700" y="1970405"/>
            <a:ext cx="3784600" cy="3206750"/>
            <a:chOff x="4542865" y="2599283"/>
            <a:chExt cx="3785291" cy="3205882"/>
          </a:xfrm>
        </p:grpSpPr>
        <p:sp>
          <p:nvSpPr>
            <p:cNvPr id="10" name="任意多边形: 形状 9"/>
            <p:cNvSpPr>
              <a:spLocks noChangeAspect="1"/>
            </p:cNvSpPr>
            <p:nvPr/>
          </p:nvSpPr>
          <p:spPr bwMode="auto">
            <a:xfrm>
              <a:off x="4542865" y="2599283"/>
              <a:ext cx="3105717" cy="3205882"/>
            </a:xfrm>
            <a:custGeom>
              <a:avLst/>
              <a:gdLst>
                <a:gd name="connsiteX0" fmla="*/ 1670165 w 3340338"/>
                <a:gd name="connsiteY0" fmla="*/ 895968 h 3448053"/>
                <a:gd name="connsiteX1" fmla="*/ 842107 w 3340338"/>
                <a:gd name="connsiteY1" fmla="*/ 1724026 h 3448053"/>
                <a:gd name="connsiteX2" fmla="*/ 1670165 w 3340338"/>
                <a:gd name="connsiteY2" fmla="*/ 2552084 h 3448053"/>
                <a:gd name="connsiteX3" fmla="*/ 2498223 w 3340338"/>
                <a:gd name="connsiteY3" fmla="*/ 1724026 h 3448053"/>
                <a:gd name="connsiteX4" fmla="*/ 1670165 w 3340338"/>
                <a:gd name="connsiteY4" fmla="*/ 895968 h 3448053"/>
                <a:gd name="connsiteX5" fmla="*/ 1670347 w 3340338"/>
                <a:gd name="connsiteY5" fmla="*/ 830419 h 3448053"/>
                <a:gd name="connsiteX6" fmla="*/ 2564891 w 3340338"/>
                <a:gd name="connsiteY6" fmla="*/ 1724288 h 3448053"/>
                <a:gd name="connsiteX7" fmla="*/ 1670347 w 3340338"/>
                <a:gd name="connsiteY7" fmla="*/ 2617629 h 3448053"/>
                <a:gd name="connsiteX8" fmla="*/ 775280 w 3340338"/>
                <a:gd name="connsiteY8" fmla="*/ 1724288 h 3448053"/>
                <a:gd name="connsiteX9" fmla="*/ 1670347 w 3340338"/>
                <a:gd name="connsiteY9" fmla="*/ 830419 h 3448053"/>
                <a:gd name="connsiteX10" fmla="*/ 1670347 w 3340338"/>
                <a:gd name="connsiteY10" fmla="*/ 598661 h 3448053"/>
                <a:gd name="connsiteX11" fmla="*/ 543023 w 3340338"/>
                <a:gd name="connsiteY11" fmla="*/ 1724288 h 3448053"/>
                <a:gd name="connsiteX12" fmla="*/ 1670347 w 3340338"/>
                <a:gd name="connsiteY12" fmla="*/ 2849392 h 3448053"/>
                <a:gd name="connsiteX13" fmla="*/ 2797148 w 3340338"/>
                <a:gd name="connsiteY13" fmla="*/ 1724288 h 3448053"/>
                <a:gd name="connsiteX14" fmla="*/ 1670347 w 3340338"/>
                <a:gd name="connsiteY14" fmla="*/ 598661 h 3448053"/>
                <a:gd name="connsiteX15" fmla="*/ 1383667 w 3340338"/>
                <a:gd name="connsiteY15" fmla="*/ 0 h 3448053"/>
                <a:gd name="connsiteX16" fmla="*/ 1956505 w 3340338"/>
                <a:gd name="connsiteY16" fmla="*/ 0 h 3448053"/>
                <a:gd name="connsiteX17" fmla="*/ 2192343 w 3340338"/>
                <a:gd name="connsiteY17" fmla="*/ 235487 h 3448053"/>
                <a:gd name="connsiteX18" fmla="*/ 2192343 w 3340338"/>
                <a:gd name="connsiteY18" fmla="*/ 478302 h 3448053"/>
                <a:gd name="connsiteX19" fmla="*/ 2484789 w 3340338"/>
                <a:gd name="connsiteY19" fmla="*/ 652038 h 3448053"/>
                <a:gd name="connsiteX20" fmla="*/ 2699667 w 3340338"/>
                <a:gd name="connsiteY20" fmla="*/ 528013 h 3448053"/>
                <a:gd name="connsiteX21" fmla="*/ 2817586 w 3340338"/>
                <a:gd name="connsiteY21" fmla="*/ 496620 h 3448053"/>
                <a:gd name="connsiteX22" fmla="*/ 3022504 w 3340338"/>
                <a:gd name="connsiteY22" fmla="*/ 614363 h 3448053"/>
                <a:gd name="connsiteX23" fmla="*/ 3308662 w 3340338"/>
                <a:gd name="connsiteY23" fmla="*/ 1109408 h 3448053"/>
                <a:gd name="connsiteX24" fmla="*/ 3332243 w 3340338"/>
                <a:gd name="connsiteY24" fmla="*/ 1288374 h 3448053"/>
                <a:gd name="connsiteX25" fmla="*/ 3222186 w 3340338"/>
                <a:gd name="connsiteY25" fmla="*/ 1431240 h 3448053"/>
                <a:gd name="connsiteX26" fmla="*/ 3005733 w 3340338"/>
                <a:gd name="connsiteY26" fmla="*/ 1556306 h 3448053"/>
                <a:gd name="connsiteX27" fmla="*/ 3023027 w 3340338"/>
                <a:gd name="connsiteY27" fmla="*/ 1724288 h 3448053"/>
                <a:gd name="connsiteX28" fmla="*/ 3005733 w 3340338"/>
                <a:gd name="connsiteY28" fmla="*/ 1891748 h 3448053"/>
                <a:gd name="connsiteX29" fmla="*/ 3222186 w 3340338"/>
                <a:gd name="connsiteY29" fmla="*/ 2016814 h 3448053"/>
                <a:gd name="connsiteX30" fmla="*/ 3308662 w 3340338"/>
                <a:gd name="connsiteY30" fmla="*/ 2338651 h 3448053"/>
                <a:gd name="connsiteX31" fmla="*/ 3022504 w 3340338"/>
                <a:gd name="connsiteY31" fmla="*/ 2833696 h 3448053"/>
                <a:gd name="connsiteX32" fmla="*/ 2878905 w 3340338"/>
                <a:gd name="connsiteY32" fmla="*/ 2943588 h 3448053"/>
                <a:gd name="connsiteX33" fmla="*/ 2818109 w 3340338"/>
                <a:gd name="connsiteY33" fmla="*/ 2951439 h 3448053"/>
                <a:gd name="connsiteX34" fmla="*/ 2699667 w 3340338"/>
                <a:gd name="connsiteY34" fmla="*/ 2920041 h 3448053"/>
                <a:gd name="connsiteX35" fmla="*/ 2484789 w 3340338"/>
                <a:gd name="connsiteY35" fmla="*/ 2796015 h 3448053"/>
                <a:gd name="connsiteX36" fmla="*/ 2192343 w 3340338"/>
                <a:gd name="connsiteY36" fmla="*/ 2970280 h 3448053"/>
                <a:gd name="connsiteX37" fmla="*/ 2192343 w 3340338"/>
                <a:gd name="connsiteY37" fmla="*/ 3212566 h 3448053"/>
                <a:gd name="connsiteX38" fmla="*/ 1956505 w 3340338"/>
                <a:gd name="connsiteY38" fmla="*/ 3448053 h 3448053"/>
                <a:gd name="connsiteX39" fmla="*/ 1383667 w 3340338"/>
                <a:gd name="connsiteY39" fmla="*/ 3448053 h 3448053"/>
                <a:gd name="connsiteX40" fmla="*/ 1147828 w 3340338"/>
                <a:gd name="connsiteY40" fmla="*/ 3212566 h 3448053"/>
                <a:gd name="connsiteX41" fmla="*/ 1147828 w 3340338"/>
                <a:gd name="connsiteY41" fmla="*/ 2970280 h 3448053"/>
                <a:gd name="connsiteX42" fmla="*/ 854860 w 3340338"/>
                <a:gd name="connsiteY42" fmla="*/ 2796015 h 3448053"/>
                <a:gd name="connsiteX43" fmla="*/ 639981 w 3340338"/>
                <a:gd name="connsiteY43" fmla="*/ 2920041 h 3448053"/>
                <a:gd name="connsiteX44" fmla="*/ 522062 w 3340338"/>
                <a:gd name="connsiteY44" fmla="*/ 2951439 h 3448053"/>
                <a:gd name="connsiteX45" fmla="*/ 460743 w 3340338"/>
                <a:gd name="connsiteY45" fmla="*/ 2943588 h 3448053"/>
                <a:gd name="connsiteX46" fmla="*/ 318190 w 3340338"/>
                <a:gd name="connsiteY46" fmla="*/ 2833696 h 3448053"/>
                <a:gd name="connsiteX47" fmla="*/ 31509 w 3340338"/>
                <a:gd name="connsiteY47" fmla="*/ 2338122 h 3448053"/>
                <a:gd name="connsiteX48" fmla="*/ 117985 w 3340338"/>
                <a:gd name="connsiteY48" fmla="*/ 2016291 h 3448053"/>
                <a:gd name="connsiteX49" fmla="*/ 334438 w 3340338"/>
                <a:gd name="connsiteY49" fmla="*/ 1891748 h 3448053"/>
                <a:gd name="connsiteX50" fmla="*/ 317144 w 3340338"/>
                <a:gd name="connsiteY50" fmla="*/ 1724288 h 3448053"/>
                <a:gd name="connsiteX51" fmla="*/ 334438 w 3340338"/>
                <a:gd name="connsiteY51" fmla="*/ 1556306 h 3448053"/>
                <a:gd name="connsiteX52" fmla="*/ 117985 w 3340338"/>
                <a:gd name="connsiteY52" fmla="*/ 1431240 h 3448053"/>
                <a:gd name="connsiteX53" fmla="*/ 31509 w 3340338"/>
                <a:gd name="connsiteY53" fmla="*/ 1109408 h 3448053"/>
                <a:gd name="connsiteX54" fmla="*/ 318190 w 3340338"/>
                <a:gd name="connsiteY54" fmla="*/ 614363 h 3448053"/>
                <a:gd name="connsiteX55" fmla="*/ 460743 w 3340338"/>
                <a:gd name="connsiteY55" fmla="*/ 504465 h 3448053"/>
                <a:gd name="connsiteX56" fmla="*/ 522062 w 3340338"/>
                <a:gd name="connsiteY56" fmla="*/ 496620 h 3448053"/>
                <a:gd name="connsiteX57" fmla="*/ 639981 w 3340338"/>
                <a:gd name="connsiteY57" fmla="*/ 528013 h 3448053"/>
                <a:gd name="connsiteX58" fmla="*/ 854860 w 3340338"/>
                <a:gd name="connsiteY58" fmla="*/ 652038 h 3448053"/>
                <a:gd name="connsiteX59" fmla="*/ 1147828 w 3340338"/>
                <a:gd name="connsiteY59" fmla="*/ 478302 h 3448053"/>
                <a:gd name="connsiteX60" fmla="*/ 1147828 w 3340338"/>
                <a:gd name="connsiteY60" fmla="*/ 235487 h 3448053"/>
                <a:gd name="connsiteX61" fmla="*/ 1383667 w 3340338"/>
                <a:gd name="connsiteY61" fmla="*/ 0 h 344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40338" h="3448053">
                  <a:moveTo>
                    <a:pt x="1670165" y="895968"/>
                  </a:moveTo>
                  <a:cubicBezTo>
                    <a:pt x="1212841" y="895968"/>
                    <a:pt x="842107" y="1266702"/>
                    <a:pt x="842107" y="1724026"/>
                  </a:cubicBezTo>
                  <a:cubicBezTo>
                    <a:pt x="842107" y="2181350"/>
                    <a:pt x="1212841" y="2552084"/>
                    <a:pt x="1670165" y="2552084"/>
                  </a:cubicBezTo>
                  <a:cubicBezTo>
                    <a:pt x="2127489" y="2552084"/>
                    <a:pt x="2498223" y="2181350"/>
                    <a:pt x="2498223" y="1724026"/>
                  </a:cubicBezTo>
                  <a:cubicBezTo>
                    <a:pt x="2498223" y="1266702"/>
                    <a:pt x="2127489" y="895968"/>
                    <a:pt x="1670165" y="895968"/>
                  </a:cubicBezTo>
                  <a:close/>
                  <a:moveTo>
                    <a:pt x="1670347" y="830419"/>
                  </a:moveTo>
                  <a:cubicBezTo>
                    <a:pt x="2163475" y="830419"/>
                    <a:pt x="2564891" y="1231301"/>
                    <a:pt x="2564891" y="1724288"/>
                  </a:cubicBezTo>
                  <a:cubicBezTo>
                    <a:pt x="2564891" y="2216752"/>
                    <a:pt x="2163475" y="2617629"/>
                    <a:pt x="1670347" y="2617629"/>
                  </a:cubicBezTo>
                  <a:cubicBezTo>
                    <a:pt x="1176696" y="2617629"/>
                    <a:pt x="775280" y="2216752"/>
                    <a:pt x="775280" y="1724288"/>
                  </a:cubicBezTo>
                  <a:cubicBezTo>
                    <a:pt x="775280" y="1231301"/>
                    <a:pt x="1176696" y="830419"/>
                    <a:pt x="1670347" y="830419"/>
                  </a:cubicBezTo>
                  <a:close/>
                  <a:moveTo>
                    <a:pt x="1670347" y="598661"/>
                  </a:moveTo>
                  <a:cubicBezTo>
                    <a:pt x="1048777" y="598661"/>
                    <a:pt x="543023" y="1103649"/>
                    <a:pt x="543023" y="1724288"/>
                  </a:cubicBezTo>
                  <a:cubicBezTo>
                    <a:pt x="543023" y="2344927"/>
                    <a:pt x="1048777" y="2849392"/>
                    <a:pt x="1670347" y="2849392"/>
                  </a:cubicBezTo>
                  <a:cubicBezTo>
                    <a:pt x="2291394" y="2849392"/>
                    <a:pt x="2797148" y="2344927"/>
                    <a:pt x="2797148" y="1724288"/>
                  </a:cubicBezTo>
                  <a:cubicBezTo>
                    <a:pt x="2797148" y="1103649"/>
                    <a:pt x="2291394" y="598661"/>
                    <a:pt x="1670347" y="598661"/>
                  </a:cubicBezTo>
                  <a:close/>
                  <a:moveTo>
                    <a:pt x="1383667" y="0"/>
                  </a:moveTo>
                  <a:lnTo>
                    <a:pt x="1956505" y="0"/>
                  </a:lnTo>
                  <a:cubicBezTo>
                    <a:pt x="2086476" y="0"/>
                    <a:pt x="2192343" y="105185"/>
                    <a:pt x="2192343" y="235487"/>
                  </a:cubicBezTo>
                  <a:lnTo>
                    <a:pt x="2192343" y="478302"/>
                  </a:lnTo>
                  <a:cubicBezTo>
                    <a:pt x="2298211" y="522782"/>
                    <a:pt x="2394641" y="583488"/>
                    <a:pt x="2484789" y="652038"/>
                  </a:cubicBezTo>
                  <a:lnTo>
                    <a:pt x="2699667" y="528013"/>
                  </a:lnTo>
                  <a:cubicBezTo>
                    <a:pt x="2736875" y="506557"/>
                    <a:pt x="2777757" y="496620"/>
                    <a:pt x="2817586" y="496620"/>
                  </a:cubicBezTo>
                  <a:cubicBezTo>
                    <a:pt x="2899343" y="496620"/>
                    <a:pt x="2978479" y="539002"/>
                    <a:pt x="3022504" y="614363"/>
                  </a:cubicBezTo>
                  <a:lnTo>
                    <a:pt x="3308662" y="1109408"/>
                  </a:lnTo>
                  <a:cubicBezTo>
                    <a:pt x="3340106" y="1163831"/>
                    <a:pt x="3348491" y="1228197"/>
                    <a:pt x="3332243" y="1288374"/>
                  </a:cubicBezTo>
                  <a:cubicBezTo>
                    <a:pt x="3315995" y="1348556"/>
                    <a:pt x="3276166" y="1399841"/>
                    <a:pt x="3222186" y="1431240"/>
                  </a:cubicBezTo>
                  <a:lnTo>
                    <a:pt x="3005733" y="1556306"/>
                  </a:lnTo>
                  <a:cubicBezTo>
                    <a:pt x="3013073" y="1611781"/>
                    <a:pt x="3023027" y="1666727"/>
                    <a:pt x="3023027" y="1724288"/>
                  </a:cubicBezTo>
                  <a:cubicBezTo>
                    <a:pt x="3023027" y="1781855"/>
                    <a:pt x="3013073" y="1836278"/>
                    <a:pt x="3005733" y="1891748"/>
                  </a:cubicBezTo>
                  <a:lnTo>
                    <a:pt x="3222186" y="2016814"/>
                  </a:lnTo>
                  <a:cubicBezTo>
                    <a:pt x="3334864" y="2081709"/>
                    <a:pt x="3373648" y="2225615"/>
                    <a:pt x="3308662" y="2338651"/>
                  </a:cubicBezTo>
                  <a:lnTo>
                    <a:pt x="3022504" y="2833696"/>
                  </a:lnTo>
                  <a:cubicBezTo>
                    <a:pt x="2991060" y="2888119"/>
                    <a:pt x="2939173" y="2927369"/>
                    <a:pt x="2878905" y="2943588"/>
                  </a:cubicBezTo>
                  <a:cubicBezTo>
                    <a:pt x="2858991" y="2948824"/>
                    <a:pt x="2838547" y="2951439"/>
                    <a:pt x="2818109" y="2951439"/>
                  </a:cubicBezTo>
                  <a:cubicBezTo>
                    <a:pt x="2776705" y="2951439"/>
                    <a:pt x="2735829" y="2940973"/>
                    <a:pt x="2699667" y="2920041"/>
                  </a:cubicBezTo>
                  <a:lnTo>
                    <a:pt x="2484789" y="2796015"/>
                  </a:lnTo>
                  <a:cubicBezTo>
                    <a:pt x="2394641" y="2864571"/>
                    <a:pt x="2298211" y="2925794"/>
                    <a:pt x="2192343" y="2970280"/>
                  </a:cubicBezTo>
                  <a:lnTo>
                    <a:pt x="2192343" y="3212566"/>
                  </a:lnTo>
                  <a:cubicBezTo>
                    <a:pt x="2192343" y="3342868"/>
                    <a:pt x="2086476" y="3448053"/>
                    <a:pt x="1956505" y="3448053"/>
                  </a:cubicBezTo>
                  <a:lnTo>
                    <a:pt x="1383667" y="3448053"/>
                  </a:lnTo>
                  <a:cubicBezTo>
                    <a:pt x="1253172" y="3448053"/>
                    <a:pt x="1147828" y="3342868"/>
                    <a:pt x="1147828" y="3212566"/>
                  </a:cubicBezTo>
                  <a:lnTo>
                    <a:pt x="1147828" y="2970280"/>
                  </a:lnTo>
                  <a:cubicBezTo>
                    <a:pt x="1041437" y="2925794"/>
                    <a:pt x="946054" y="2864571"/>
                    <a:pt x="854860" y="2796015"/>
                  </a:cubicBezTo>
                  <a:lnTo>
                    <a:pt x="639981" y="2920041"/>
                  </a:lnTo>
                  <a:cubicBezTo>
                    <a:pt x="603819" y="2940973"/>
                    <a:pt x="563466" y="2951439"/>
                    <a:pt x="522062" y="2951439"/>
                  </a:cubicBezTo>
                  <a:cubicBezTo>
                    <a:pt x="501624" y="2951439"/>
                    <a:pt x="481181" y="2948824"/>
                    <a:pt x="460743" y="2943588"/>
                  </a:cubicBezTo>
                  <a:cubicBezTo>
                    <a:pt x="400999" y="2927369"/>
                    <a:pt x="349111" y="2888119"/>
                    <a:pt x="318190" y="2833696"/>
                  </a:cubicBezTo>
                  <a:lnTo>
                    <a:pt x="31509" y="2338122"/>
                  </a:lnTo>
                  <a:cubicBezTo>
                    <a:pt x="-33477" y="2225615"/>
                    <a:pt x="5307" y="2081709"/>
                    <a:pt x="117985" y="2016291"/>
                  </a:cubicBezTo>
                  <a:lnTo>
                    <a:pt x="334438" y="1891748"/>
                  </a:lnTo>
                  <a:cubicBezTo>
                    <a:pt x="327098" y="1836278"/>
                    <a:pt x="317144" y="1781855"/>
                    <a:pt x="317144" y="1724288"/>
                  </a:cubicBezTo>
                  <a:cubicBezTo>
                    <a:pt x="317144" y="1666727"/>
                    <a:pt x="327098" y="1611781"/>
                    <a:pt x="334438" y="1556306"/>
                  </a:cubicBezTo>
                  <a:lnTo>
                    <a:pt x="117985" y="1431240"/>
                  </a:lnTo>
                  <a:cubicBezTo>
                    <a:pt x="5307" y="1366350"/>
                    <a:pt x="-33477" y="1222438"/>
                    <a:pt x="31509" y="1109408"/>
                  </a:cubicBezTo>
                  <a:lnTo>
                    <a:pt x="318190" y="614363"/>
                  </a:lnTo>
                  <a:cubicBezTo>
                    <a:pt x="349111" y="559934"/>
                    <a:pt x="400999" y="520690"/>
                    <a:pt x="460743" y="504465"/>
                  </a:cubicBezTo>
                  <a:cubicBezTo>
                    <a:pt x="481181" y="499235"/>
                    <a:pt x="501624" y="496620"/>
                    <a:pt x="522062" y="496620"/>
                  </a:cubicBezTo>
                  <a:cubicBezTo>
                    <a:pt x="562943" y="496620"/>
                    <a:pt x="603819" y="507080"/>
                    <a:pt x="639981" y="528013"/>
                  </a:cubicBezTo>
                  <a:lnTo>
                    <a:pt x="854860" y="652038"/>
                  </a:lnTo>
                  <a:cubicBezTo>
                    <a:pt x="946054" y="583488"/>
                    <a:pt x="1041961" y="522782"/>
                    <a:pt x="1147828" y="478302"/>
                  </a:cubicBezTo>
                  <a:lnTo>
                    <a:pt x="1147828" y="235487"/>
                  </a:lnTo>
                  <a:cubicBezTo>
                    <a:pt x="1147828" y="105185"/>
                    <a:pt x="1253172" y="0"/>
                    <a:pt x="1383667" y="0"/>
                  </a:cubicBezTo>
                  <a:close/>
                </a:path>
              </a:pathLst>
            </a:custGeom>
            <a:gradFill>
              <a:gsLst>
                <a:gs pos="0">
                  <a:srgbClr val="174EA3"/>
                </a:gs>
                <a:gs pos="100000">
                  <a:srgbClr val="0070C0"/>
                </a:gs>
              </a:gsLst>
              <a:lin ang="5400000" scaled="1"/>
            </a:gra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1" name="组合 30"/>
            <p:cNvGrpSpPr/>
            <p:nvPr/>
          </p:nvGrpSpPr>
          <p:grpSpPr>
            <a:xfrm>
              <a:off x="7320086" y="3212985"/>
              <a:ext cx="1008070" cy="1993158"/>
              <a:chOff x="7275253" y="2863258"/>
              <a:chExt cx="1341688" cy="2281148"/>
            </a:xfrm>
          </p:grpSpPr>
          <p:sp>
            <p:nvSpPr>
              <p:cNvPr id="12" name="Shape 6928"/>
              <p:cNvSpPr/>
              <p:nvPr/>
            </p:nvSpPr>
            <p:spPr>
              <a:xfrm flipH="1">
                <a:off x="7444080" y="2863824"/>
                <a:ext cx="1172861" cy="0"/>
              </a:xfrm>
              <a:prstGeom prst="line">
                <a:avLst/>
              </a:prstGeom>
              <a:ln w="6350">
                <a:solidFill>
                  <a:srgbClr val="FFFFFF">
                    <a:lumMod val="65000"/>
                  </a:srgbClr>
                </a:solidFill>
                <a:prstDash val="dash"/>
                <a:miter lim="400000"/>
                <a:headEnd type="triangle"/>
              </a:ln>
            </p:spPr>
            <p:txBody>
              <a:bodyPr lIns="0" tIns="0" rIns="0" bIns="0"/>
              <a:lstStyle/>
              <a:p>
                <a:pPr marL="0" marR="0" lvl="0" indent="0" algn="l" defTabSz="5759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  <a:sym typeface="Helvetica"/>
                </a:endParaRPr>
              </a:p>
            </p:txBody>
          </p:sp>
          <p:sp>
            <p:nvSpPr>
              <p:cNvPr id="13" name="Shape 6929"/>
              <p:cNvSpPr/>
              <p:nvPr/>
            </p:nvSpPr>
            <p:spPr>
              <a:xfrm flipH="1">
                <a:off x="7275019" y="5145203"/>
                <a:ext cx="1341922" cy="0"/>
              </a:xfrm>
              <a:prstGeom prst="line">
                <a:avLst/>
              </a:prstGeom>
              <a:ln w="6350">
                <a:solidFill>
                  <a:srgbClr val="FFFFFF">
                    <a:lumMod val="65000"/>
                  </a:srgbClr>
                </a:solidFill>
                <a:prstDash val="dash"/>
                <a:miter lim="400000"/>
                <a:headEnd type="triangle"/>
              </a:ln>
            </p:spPr>
            <p:txBody>
              <a:bodyPr lIns="0" tIns="0" rIns="0" bIns="0"/>
              <a:lstStyle/>
              <a:p>
                <a:pPr marL="0" marR="0" lvl="0" indent="0" algn="l" defTabSz="5759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  <a:sym typeface="Helvetica"/>
                </a:endParaRPr>
              </a:p>
            </p:txBody>
          </p:sp>
        </p:grpSp>
      </p:grpSp>
      <p:sp>
        <p:nvSpPr>
          <p:cNvPr id="16" name="Freeform 870"/>
          <p:cNvSpPr>
            <a:spLocks noEditPoints="1"/>
          </p:cNvSpPr>
          <p:nvPr/>
        </p:nvSpPr>
        <p:spPr bwMode="auto">
          <a:xfrm>
            <a:off x="1967230" y="3126740"/>
            <a:ext cx="974090" cy="894080"/>
          </a:xfrm>
          <a:custGeom>
            <a:avLst/>
            <a:gdLst>
              <a:gd name="T0" fmla="*/ 196 w 290"/>
              <a:gd name="T1" fmla="*/ 9 h 266"/>
              <a:gd name="T2" fmla="*/ 251 w 290"/>
              <a:gd name="T3" fmla="*/ 22 h 266"/>
              <a:gd name="T4" fmla="*/ 266 w 290"/>
              <a:gd name="T5" fmla="*/ 6 h 266"/>
              <a:gd name="T6" fmla="*/ 273 w 290"/>
              <a:gd name="T7" fmla="*/ 86 h 266"/>
              <a:gd name="T8" fmla="*/ 214 w 290"/>
              <a:gd name="T9" fmla="*/ 130 h 266"/>
              <a:gd name="T10" fmla="*/ 214 w 290"/>
              <a:gd name="T11" fmla="*/ 142 h 266"/>
              <a:gd name="T12" fmla="*/ 169 w 290"/>
              <a:gd name="T13" fmla="*/ 170 h 266"/>
              <a:gd name="T14" fmla="*/ 98 w 290"/>
              <a:gd name="T15" fmla="*/ 249 h 266"/>
              <a:gd name="T16" fmla="*/ 62 w 290"/>
              <a:gd name="T17" fmla="*/ 261 h 266"/>
              <a:gd name="T18" fmla="*/ 14 w 290"/>
              <a:gd name="T19" fmla="*/ 166 h 266"/>
              <a:gd name="T20" fmla="*/ 61 w 290"/>
              <a:gd name="T21" fmla="*/ 130 h 266"/>
              <a:gd name="T22" fmla="*/ 106 w 290"/>
              <a:gd name="T23" fmla="*/ 93 h 266"/>
              <a:gd name="T24" fmla="*/ 151 w 290"/>
              <a:gd name="T25" fmla="*/ 61 h 266"/>
              <a:gd name="T26" fmla="*/ 196 w 290"/>
              <a:gd name="T27" fmla="*/ 9 h 266"/>
              <a:gd name="T28" fmla="*/ 204 w 290"/>
              <a:gd name="T29" fmla="*/ 17 h 266"/>
              <a:gd name="T30" fmla="*/ 165 w 290"/>
              <a:gd name="T31" fmla="*/ 65 h 266"/>
              <a:gd name="T32" fmla="*/ 196 w 290"/>
              <a:gd name="T33" fmla="*/ 83 h 266"/>
              <a:gd name="T34" fmla="*/ 242 w 290"/>
              <a:gd name="T35" fmla="*/ 31 h 266"/>
              <a:gd name="T36" fmla="*/ 204 w 290"/>
              <a:gd name="T37" fmla="*/ 17 h 266"/>
              <a:gd name="T38" fmla="*/ 202 w 290"/>
              <a:gd name="T39" fmla="*/ 92 h 266"/>
              <a:gd name="T40" fmla="*/ 212 w 290"/>
              <a:gd name="T41" fmla="*/ 116 h 266"/>
              <a:gd name="T42" fmla="*/ 265 w 290"/>
              <a:gd name="T43" fmla="*/ 77 h 266"/>
              <a:gd name="T44" fmla="*/ 265 w 290"/>
              <a:gd name="T45" fmla="*/ 25 h 266"/>
              <a:gd name="T46" fmla="*/ 202 w 290"/>
              <a:gd name="T47" fmla="*/ 92 h 266"/>
              <a:gd name="T48" fmla="*/ 124 w 290"/>
              <a:gd name="T49" fmla="*/ 102 h 266"/>
              <a:gd name="T50" fmla="*/ 54 w 290"/>
              <a:gd name="T51" fmla="*/ 148 h 266"/>
              <a:gd name="T52" fmla="*/ 81 w 290"/>
              <a:gd name="T53" fmla="*/ 194 h 266"/>
              <a:gd name="T54" fmla="*/ 94 w 290"/>
              <a:gd name="T55" fmla="*/ 190 h 266"/>
              <a:gd name="T56" fmla="*/ 83 w 290"/>
              <a:gd name="T57" fmla="*/ 162 h 266"/>
              <a:gd name="T58" fmla="*/ 159 w 290"/>
              <a:gd name="T59" fmla="*/ 110 h 266"/>
              <a:gd name="T60" fmla="*/ 124 w 290"/>
              <a:gd name="T61" fmla="*/ 102 h 266"/>
              <a:gd name="T62" fmla="*/ 98 w 290"/>
              <a:gd name="T63" fmla="*/ 166 h 266"/>
              <a:gd name="T64" fmla="*/ 108 w 290"/>
              <a:gd name="T65" fmla="*/ 218 h 266"/>
              <a:gd name="T66" fmla="*/ 178 w 290"/>
              <a:gd name="T67" fmla="*/ 145 h 266"/>
              <a:gd name="T68" fmla="*/ 168 w 290"/>
              <a:gd name="T69" fmla="*/ 121 h 266"/>
              <a:gd name="T70" fmla="*/ 98 w 290"/>
              <a:gd name="T71" fmla="*/ 166 h 266"/>
              <a:gd name="T72" fmla="*/ 25 w 290"/>
              <a:gd name="T73" fmla="*/ 171 h 266"/>
              <a:gd name="T74" fmla="*/ 61 w 290"/>
              <a:gd name="T75" fmla="*/ 249 h 266"/>
              <a:gd name="T76" fmla="*/ 87 w 290"/>
              <a:gd name="T77" fmla="*/ 244 h 266"/>
              <a:gd name="T78" fmla="*/ 96 w 290"/>
              <a:gd name="T79" fmla="*/ 199 h 266"/>
              <a:gd name="T80" fmla="*/ 67 w 290"/>
              <a:gd name="T81" fmla="*/ 225 h 266"/>
              <a:gd name="T82" fmla="*/ 34 w 290"/>
              <a:gd name="T83" fmla="*/ 197 h 266"/>
              <a:gd name="T84" fmla="*/ 64 w 290"/>
              <a:gd name="T85" fmla="*/ 175 h 266"/>
              <a:gd name="T86" fmla="*/ 39 w 290"/>
              <a:gd name="T87" fmla="*/ 156 h 266"/>
              <a:gd name="T88" fmla="*/ 25 w 290"/>
              <a:gd name="T89" fmla="*/ 171 h 266"/>
              <a:gd name="T90" fmla="*/ 46 w 290"/>
              <a:gd name="T91" fmla="*/ 202 h 266"/>
              <a:gd name="T92" fmla="*/ 64 w 290"/>
              <a:gd name="T93" fmla="*/ 218 h 266"/>
              <a:gd name="T94" fmla="*/ 68 w 290"/>
              <a:gd name="T95" fmla="*/ 187 h 266"/>
              <a:gd name="T96" fmla="*/ 46 w 290"/>
              <a:gd name="T97" fmla="*/ 202 h 266"/>
              <a:gd name="T98" fmla="*/ 188 w 290"/>
              <a:gd name="T99" fmla="*/ 175 h 266"/>
              <a:gd name="T100" fmla="*/ 208 w 290"/>
              <a:gd name="T101" fmla="*/ 263 h 266"/>
              <a:gd name="T102" fmla="*/ 213 w 290"/>
              <a:gd name="T103" fmla="*/ 241 h 266"/>
              <a:gd name="T104" fmla="*/ 232 w 290"/>
              <a:gd name="T105" fmla="*/ 246 h 266"/>
              <a:gd name="T106" fmla="*/ 206 w 290"/>
              <a:gd name="T107" fmla="*/ 180 h 266"/>
              <a:gd name="T108" fmla="*/ 218 w 290"/>
              <a:gd name="T109" fmla="*/ 148 h 266"/>
              <a:gd name="T110" fmla="*/ 188 w 290"/>
              <a:gd name="T111" fmla="*/ 175 h 266"/>
              <a:gd name="T112" fmla="*/ 210 w 290"/>
              <a:gd name="T113" fmla="*/ 184 h 266"/>
              <a:gd name="T114" fmla="*/ 270 w 290"/>
              <a:gd name="T115" fmla="*/ 228 h 266"/>
              <a:gd name="T116" fmla="*/ 260 w 290"/>
              <a:gd name="T117" fmla="*/ 206 h 266"/>
              <a:gd name="T118" fmla="*/ 280 w 290"/>
              <a:gd name="T119" fmla="*/ 200 h 266"/>
              <a:gd name="T120" fmla="*/ 224 w 290"/>
              <a:gd name="T121" fmla="*/ 167 h 266"/>
              <a:gd name="T122" fmla="*/ 210 w 290"/>
              <a:gd name="T123" fmla="*/ 184 h 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90" h="266">
                <a:moveTo>
                  <a:pt x="196" y="9"/>
                </a:moveTo>
                <a:cubicBezTo>
                  <a:pt x="215" y="0"/>
                  <a:pt x="236" y="10"/>
                  <a:pt x="251" y="22"/>
                </a:cubicBezTo>
                <a:cubicBezTo>
                  <a:pt x="256" y="17"/>
                  <a:pt x="261" y="12"/>
                  <a:pt x="266" y="6"/>
                </a:cubicBezTo>
                <a:cubicBezTo>
                  <a:pt x="283" y="28"/>
                  <a:pt x="290" y="63"/>
                  <a:pt x="273" y="86"/>
                </a:cubicBezTo>
                <a:cubicBezTo>
                  <a:pt x="254" y="102"/>
                  <a:pt x="233" y="115"/>
                  <a:pt x="214" y="130"/>
                </a:cubicBezTo>
                <a:cubicBezTo>
                  <a:pt x="214" y="133"/>
                  <a:pt x="214" y="139"/>
                  <a:pt x="214" y="142"/>
                </a:cubicBezTo>
                <a:cubicBezTo>
                  <a:pt x="200" y="153"/>
                  <a:pt x="189" y="172"/>
                  <a:pt x="169" y="170"/>
                </a:cubicBezTo>
                <a:cubicBezTo>
                  <a:pt x="143" y="194"/>
                  <a:pt x="120" y="222"/>
                  <a:pt x="98" y="249"/>
                </a:cubicBezTo>
                <a:cubicBezTo>
                  <a:pt x="90" y="260"/>
                  <a:pt x="75" y="266"/>
                  <a:pt x="62" y="261"/>
                </a:cubicBezTo>
                <a:cubicBezTo>
                  <a:pt x="23" y="250"/>
                  <a:pt x="0" y="204"/>
                  <a:pt x="14" y="166"/>
                </a:cubicBezTo>
                <a:cubicBezTo>
                  <a:pt x="22" y="146"/>
                  <a:pt x="45" y="142"/>
                  <a:pt x="61" y="130"/>
                </a:cubicBezTo>
                <a:cubicBezTo>
                  <a:pt x="77" y="119"/>
                  <a:pt x="98" y="112"/>
                  <a:pt x="106" y="93"/>
                </a:cubicBezTo>
                <a:cubicBezTo>
                  <a:pt x="118" y="78"/>
                  <a:pt x="133" y="65"/>
                  <a:pt x="151" y="61"/>
                </a:cubicBezTo>
                <a:cubicBezTo>
                  <a:pt x="169" y="46"/>
                  <a:pt x="181" y="26"/>
                  <a:pt x="196" y="9"/>
                </a:cubicBezTo>
                <a:close/>
                <a:moveTo>
                  <a:pt x="204" y="17"/>
                </a:moveTo>
                <a:cubicBezTo>
                  <a:pt x="192" y="33"/>
                  <a:pt x="179" y="50"/>
                  <a:pt x="165" y="65"/>
                </a:cubicBezTo>
                <a:cubicBezTo>
                  <a:pt x="176" y="70"/>
                  <a:pt x="186" y="76"/>
                  <a:pt x="196" y="83"/>
                </a:cubicBezTo>
                <a:cubicBezTo>
                  <a:pt x="211" y="66"/>
                  <a:pt x="231" y="51"/>
                  <a:pt x="242" y="31"/>
                </a:cubicBezTo>
                <a:cubicBezTo>
                  <a:pt x="232" y="20"/>
                  <a:pt x="218" y="17"/>
                  <a:pt x="204" y="17"/>
                </a:cubicBezTo>
                <a:close/>
                <a:moveTo>
                  <a:pt x="202" y="92"/>
                </a:moveTo>
                <a:cubicBezTo>
                  <a:pt x="205" y="100"/>
                  <a:pt x="209" y="108"/>
                  <a:pt x="212" y="116"/>
                </a:cubicBezTo>
                <a:cubicBezTo>
                  <a:pt x="229" y="103"/>
                  <a:pt x="249" y="92"/>
                  <a:pt x="265" y="77"/>
                </a:cubicBezTo>
                <a:cubicBezTo>
                  <a:pt x="275" y="62"/>
                  <a:pt x="270" y="41"/>
                  <a:pt x="265" y="25"/>
                </a:cubicBezTo>
                <a:cubicBezTo>
                  <a:pt x="245" y="48"/>
                  <a:pt x="224" y="71"/>
                  <a:pt x="202" y="92"/>
                </a:cubicBezTo>
                <a:close/>
                <a:moveTo>
                  <a:pt x="124" y="102"/>
                </a:moveTo>
                <a:cubicBezTo>
                  <a:pt x="102" y="118"/>
                  <a:pt x="78" y="134"/>
                  <a:pt x="54" y="148"/>
                </a:cubicBezTo>
                <a:cubicBezTo>
                  <a:pt x="68" y="159"/>
                  <a:pt x="77" y="176"/>
                  <a:pt x="81" y="194"/>
                </a:cubicBezTo>
                <a:cubicBezTo>
                  <a:pt x="85" y="192"/>
                  <a:pt x="90" y="191"/>
                  <a:pt x="94" y="190"/>
                </a:cubicBezTo>
                <a:cubicBezTo>
                  <a:pt x="90" y="181"/>
                  <a:pt x="86" y="172"/>
                  <a:pt x="83" y="162"/>
                </a:cubicBezTo>
                <a:cubicBezTo>
                  <a:pt x="108" y="145"/>
                  <a:pt x="138" y="133"/>
                  <a:pt x="159" y="110"/>
                </a:cubicBezTo>
                <a:cubicBezTo>
                  <a:pt x="149" y="105"/>
                  <a:pt x="135" y="92"/>
                  <a:pt x="124" y="102"/>
                </a:cubicBezTo>
                <a:close/>
                <a:moveTo>
                  <a:pt x="98" y="166"/>
                </a:moveTo>
                <a:cubicBezTo>
                  <a:pt x="105" y="183"/>
                  <a:pt x="109" y="200"/>
                  <a:pt x="108" y="218"/>
                </a:cubicBezTo>
                <a:cubicBezTo>
                  <a:pt x="129" y="192"/>
                  <a:pt x="154" y="168"/>
                  <a:pt x="178" y="145"/>
                </a:cubicBezTo>
                <a:cubicBezTo>
                  <a:pt x="174" y="137"/>
                  <a:pt x="171" y="129"/>
                  <a:pt x="168" y="121"/>
                </a:cubicBezTo>
                <a:cubicBezTo>
                  <a:pt x="145" y="137"/>
                  <a:pt x="123" y="154"/>
                  <a:pt x="98" y="166"/>
                </a:cubicBezTo>
                <a:close/>
                <a:moveTo>
                  <a:pt x="25" y="171"/>
                </a:moveTo>
                <a:cubicBezTo>
                  <a:pt x="15" y="201"/>
                  <a:pt x="31" y="238"/>
                  <a:pt x="61" y="249"/>
                </a:cubicBezTo>
                <a:cubicBezTo>
                  <a:pt x="70" y="252"/>
                  <a:pt x="81" y="252"/>
                  <a:pt x="87" y="244"/>
                </a:cubicBezTo>
                <a:cubicBezTo>
                  <a:pt x="97" y="231"/>
                  <a:pt x="97" y="214"/>
                  <a:pt x="96" y="199"/>
                </a:cubicBezTo>
                <a:cubicBezTo>
                  <a:pt x="86" y="208"/>
                  <a:pt x="77" y="217"/>
                  <a:pt x="67" y="225"/>
                </a:cubicBezTo>
                <a:cubicBezTo>
                  <a:pt x="49" y="231"/>
                  <a:pt x="37" y="212"/>
                  <a:pt x="34" y="197"/>
                </a:cubicBezTo>
                <a:cubicBezTo>
                  <a:pt x="44" y="190"/>
                  <a:pt x="54" y="183"/>
                  <a:pt x="64" y="175"/>
                </a:cubicBezTo>
                <a:cubicBezTo>
                  <a:pt x="57" y="168"/>
                  <a:pt x="50" y="158"/>
                  <a:pt x="39" y="156"/>
                </a:cubicBezTo>
                <a:cubicBezTo>
                  <a:pt x="32" y="159"/>
                  <a:pt x="26" y="164"/>
                  <a:pt x="25" y="171"/>
                </a:cubicBezTo>
                <a:close/>
                <a:moveTo>
                  <a:pt x="46" y="202"/>
                </a:moveTo>
                <a:cubicBezTo>
                  <a:pt x="51" y="208"/>
                  <a:pt x="57" y="213"/>
                  <a:pt x="64" y="218"/>
                </a:cubicBezTo>
                <a:cubicBezTo>
                  <a:pt x="68" y="208"/>
                  <a:pt x="70" y="198"/>
                  <a:pt x="68" y="187"/>
                </a:cubicBezTo>
                <a:cubicBezTo>
                  <a:pt x="61" y="192"/>
                  <a:pt x="53" y="197"/>
                  <a:pt x="46" y="202"/>
                </a:cubicBezTo>
                <a:close/>
                <a:moveTo>
                  <a:pt x="188" y="175"/>
                </a:moveTo>
                <a:cubicBezTo>
                  <a:pt x="183" y="206"/>
                  <a:pt x="191" y="237"/>
                  <a:pt x="208" y="263"/>
                </a:cubicBezTo>
                <a:cubicBezTo>
                  <a:pt x="209" y="256"/>
                  <a:pt x="211" y="248"/>
                  <a:pt x="213" y="241"/>
                </a:cubicBezTo>
                <a:cubicBezTo>
                  <a:pt x="219" y="243"/>
                  <a:pt x="225" y="245"/>
                  <a:pt x="232" y="246"/>
                </a:cubicBezTo>
                <a:cubicBezTo>
                  <a:pt x="218" y="227"/>
                  <a:pt x="207" y="205"/>
                  <a:pt x="206" y="180"/>
                </a:cubicBezTo>
                <a:cubicBezTo>
                  <a:pt x="215" y="171"/>
                  <a:pt x="219" y="160"/>
                  <a:pt x="218" y="148"/>
                </a:cubicBezTo>
                <a:cubicBezTo>
                  <a:pt x="207" y="156"/>
                  <a:pt x="197" y="164"/>
                  <a:pt x="188" y="175"/>
                </a:cubicBezTo>
                <a:close/>
                <a:moveTo>
                  <a:pt x="210" y="184"/>
                </a:moveTo>
                <a:cubicBezTo>
                  <a:pt x="226" y="204"/>
                  <a:pt x="247" y="218"/>
                  <a:pt x="270" y="228"/>
                </a:cubicBezTo>
                <a:cubicBezTo>
                  <a:pt x="267" y="221"/>
                  <a:pt x="264" y="214"/>
                  <a:pt x="260" y="206"/>
                </a:cubicBezTo>
                <a:cubicBezTo>
                  <a:pt x="267" y="204"/>
                  <a:pt x="274" y="202"/>
                  <a:pt x="280" y="200"/>
                </a:cubicBezTo>
                <a:cubicBezTo>
                  <a:pt x="259" y="193"/>
                  <a:pt x="239" y="183"/>
                  <a:pt x="224" y="167"/>
                </a:cubicBezTo>
                <a:cubicBezTo>
                  <a:pt x="220" y="173"/>
                  <a:pt x="215" y="179"/>
                  <a:pt x="210" y="184"/>
                </a:cubicBezTo>
                <a:close/>
              </a:path>
            </a:pathLst>
          </a:cu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0" y="792000"/>
            <a:ext cx="5611240" cy="659766"/>
            <a:chOff x="-9" y="1110"/>
            <a:chExt cx="8837" cy="1039"/>
          </a:xfrm>
        </p:grpSpPr>
        <p:grpSp>
          <p:nvGrpSpPr>
            <p:cNvPr id="22" name="组合 21"/>
            <p:cNvGrpSpPr/>
            <p:nvPr/>
          </p:nvGrpSpPr>
          <p:grpSpPr>
            <a:xfrm>
              <a:off x="2004" y="1110"/>
              <a:ext cx="6824" cy="1039"/>
              <a:chOff x="574557" y="613893"/>
              <a:chExt cx="4332551" cy="659964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574557" y="613893"/>
                <a:ext cx="4332551" cy="583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en-US"/>
                </a:defPPr>
                <a:lvl1pPr algn="ctr">
                  <a:defRPr sz="320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1"/>
                    </a:gradFill>
                  </a:defRPr>
                </a:lvl1pPr>
              </a:lstStyle>
              <a:p>
                <a:pPr algn="l"/>
                <a:r>
                  <a:rPr lang="zh-CN" altLang="en-US" b="1" dirty="0" smtClean="0">
                    <a:solidFill>
                      <a:srgbClr val="0064D2"/>
                    </a:solidFill>
                    <a:latin typeface="+mn-ea"/>
                    <a:cs typeface="+mn-ea"/>
                    <a:sym typeface="+mn-lt"/>
                  </a:rPr>
                  <a:t>任务目标和</a:t>
                </a:r>
                <a:r>
                  <a:rPr lang="zh-CN" altLang="en-US" b="1" dirty="0" smtClean="0">
                    <a:solidFill>
                      <a:srgbClr val="0064D2"/>
                    </a:solidFill>
                    <a:latin typeface="+mn-ea"/>
                    <a:cs typeface="+mn-ea"/>
                    <a:sym typeface="+mn-lt"/>
                  </a:rPr>
                  <a:t>重难点</a:t>
                </a:r>
                <a:endParaRPr lang="zh-CN" altLang="en-US" b="1" dirty="0" smtClean="0">
                  <a:solidFill>
                    <a:srgbClr val="0064D2"/>
                  </a:solidFill>
                  <a:latin typeface="+mn-ea"/>
                  <a:cs typeface="+mn-ea"/>
                  <a:sym typeface="+mn-lt"/>
                </a:endParaRP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873861" y="1273857"/>
                <a:ext cx="701130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/>
            <p:cNvSpPr txBox="1"/>
            <p:nvPr/>
          </p:nvSpPr>
          <p:spPr>
            <a:xfrm>
              <a:off x="-9" y="1110"/>
              <a:ext cx="1429" cy="91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3200" dirty="0" smtClean="0">
                  <a:solidFill>
                    <a:srgbClr val="3F396C"/>
                  </a:solidFill>
                  <a:latin typeface="思源宋体" panose="02020700000000000000" charset="-122"/>
                  <a:ea typeface="思源宋体" panose="02020700000000000000" charset="-122"/>
                </a:rPr>
                <a:t>02</a:t>
              </a:r>
              <a:endParaRPr lang="en-US" altLang="zh-CN" sz="3200" dirty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849495" y="1638000"/>
            <a:ext cx="26130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任务目标</a:t>
            </a:r>
            <a:endParaRPr lang="zh-CN" altLang="zh-CN" sz="2400" b="1" dirty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48225" y="3963600"/>
            <a:ext cx="2085975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任务重难点</a:t>
            </a:r>
            <a:endParaRPr lang="zh-CN" altLang="zh-CN" sz="2400" b="1" dirty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50400" y="2502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能围绕确定性、逻辑性、效率三个维度分析一个提示词是否优质；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50400" y="2034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从系统设计视角理解提示词价值，建立行为设计意识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50400" y="2970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能使用</a:t>
            </a:r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RAGFlow</a:t>
            </a:r>
            <a:r>
              <a:rPr lang="zh-CN" altLang="en-US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工作流开展提示词测试、记录和迭代优化；</a:t>
            </a:r>
            <a:endParaRPr lang="zh-CN" altLang="en-US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50400" y="3438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能根据场景构建提示词，约束智能体输出符合需求的内容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848495" y="4374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重点：理解提示词如何影响智能体的决策过程与输出稳定性；</a:t>
            </a:r>
            <a:endParaRPr lang="zh-CN" altLang="en-US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850400" y="4842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难点：从文字生成过渡到提示词塑造模型行为的系统化认知</a:t>
            </a:r>
            <a:endParaRPr lang="zh-CN" altLang="en-US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任务二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提示词工程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5382794" y="3951605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5236109" y="2458720"/>
            <a:ext cx="1892300" cy="1892300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438827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LLM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的工作原理简述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5826024" y="293687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  <a:sym typeface="+mn-ea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59563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一、什么是提示词工程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1443301" y="1852930"/>
            <a:ext cx="2087245" cy="2570480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2033216" y="30016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文本框1"/>
          <p:cNvSpPr txBox="1"/>
          <p:nvPr>
            <p:custDataLst>
              <p:tags r:id="rId13"/>
            </p:custDataLst>
          </p:nvPr>
        </p:nvSpPr>
        <p:spPr>
          <a:xfrm>
            <a:off x="814832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三、结构化提示词与版本管理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圆角矩形 34"/>
          <p:cNvSpPr/>
          <p:nvPr>
            <p:custDataLst>
              <p:tags r:id="rId14"/>
            </p:custDataLst>
          </p:nvPr>
        </p:nvSpPr>
        <p:spPr>
          <a:xfrm rot="2700000">
            <a:off x="8998585" y="2482850"/>
            <a:ext cx="1892300" cy="189230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圆角矩形 38"/>
          <p:cNvSpPr/>
          <p:nvPr>
            <p:custDataLst>
              <p:tags r:id="rId15"/>
            </p:custDataLst>
          </p:nvPr>
        </p:nvSpPr>
        <p:spPr>
          <a:xfrm rot="2700000">
            <a:off x="9251214" y="2748280"/>
            <a:ext cx="1387475" cy="1387475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9603004" y="290893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任意多边形 42"/>
          <p:cNvSpPr/>
          <p:nvPr>
            <p:custDataLst>
              <p:tags r:id="rId17"/>
            </p:custDataLst>
          </p:nvPr>
        </p:nvSpPr>
        <p:spPr>
          <a:xfrm>
            <a:off x="9143311" y="1760220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LLM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本身擅长语言理解与生成，但它并不会天然知道当前系统的目标、边界和优先级。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则是在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LLM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基础上叠加了记忆、规划、工具调用和行动能力的系统。此时，提示词起到的作用就不再只是发起一次对话，而是持续塑造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的决策逻辑。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例如，在一个客服智能体中，提示词可以规定：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你是售后服务助手，不是销售顾问。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先判断用户问题类别，再决定是否查询知识库。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若知识库无答案，不允许编造，必须明确告知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暂无法确认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输出必须包含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问题判断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处理建议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以及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是否需要人工介入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三个字段。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16990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493895" y="1978025"/>
            <a:ext cx="6997700" cy="418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几句话看似自然语言，实则已经在约束智能体的角色、流程、容错机制和输出结构。提示词写得越清晰，智能体的行为越可控；提示词写得越模糊，智能体越容易漂移。一个优质提示词，通常要兼顾以下三个目标：</a:t>
            </a:r>
            <a:endParaRPr 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9756" y="1773555"/>
            <a:ext cx="3507243" cy="46907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10285" y="1899920"/>
            <a:ext cx="6406515" cy="38849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确定性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确定性并不是要求模型每次一字不差，而是要求模型在相同输入下尽量给出风格稳定、结构稳定、结论边界稳定的回答。对于企业级智能体而言，稳定性往往比偶尔的一次惊艳回答更重要。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0"/>
          <p:cNvSpPr/>
          <p:nvPr/>
        </p:nvSpPr>
        <p:spPr>
          <a:xfrm>
            <a:off x="674370" y="1619885"/>
            <a:ext cx="7019290" cy="4445635"/>
          </a:xfrm>
          <a:custGeom>
            <a:avLst/>
            <a:gdLst/>
            <a:ahLst/>
            <a:cxnLst/>
            <a:rect l="l" t="t" r="r" b="b"/>
            <a:pathLst>
              <a:path w="1759038" h="1334706">
                <a:moveTo>
                  <a:pt x="65637" y="63758"/>
                </a:moveTo>
                <a:lnTo>
                  <a:pt x="65637" y="1271391"/>
                </a:lnTo>
                <a:lnTo>
                  <a:pt x="1711798" y="1271391"/>
                </a:lnTo>
                <a:lnTo>
                  <a:pt x="1711798" y="63758"/>
                </a:lnTo>
                <a:close/>
                <a:moveTo>
                  <a:pt x="0" y="0"/>
                </a:moveTo>
                <a:lnTo>
                  <a:pt x="1759038" y="0"/>
                </a:lnTo>
                <a:lnTo>
                  <a:pt x="1759038" y="1334706"/>
                </a:lnTo>
                <a:lnTo>
                  <a:pt x="0" y="133470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86725" y="2372361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 rot="0">
            <a:off x="4170045" y="1786255"/>
            <a:ext cx="7734935" cy="4715510"/>
            <a:chOff x="5049" y="1927"/>
            <a:chExt cx="9267" cy="5731"/>
          </a:xfrm>
          <a:solidFill>
            <a:srgbClr val="1E8CE5"/>
          </a:solidFill>
        </p:grpSpPr>
        <p:sp>
          <p:nvSpPr>
            <p:cNvPr id="16" name="任意多边形 15"/>
            <p:cNvSpPr/>
            <p:nvPr>
              <p:custDataLst>
                <p:tags r:id="rId1"/>
              </p:custDataLst>
            </p:nvPr>
          </p:nvSpPr>
          <p:spPr>
            <a:xfrm rot="10800000">
              <a:off x="11403" y="7498"/>
              <a:ext cx="1928" cy="150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1950" h="150">
                  <a:moveTo>
                    <a:pt x="157" y="0"/>
                  </a:moveTo>
                  <a:lnTo>
                    <a:pt x="1793" y="0"/>
                  </a:lnTo>
                  <a:lnTo>
                    <a:pt x="1950" y="150"/>
                  </a:lnTo>
                  <a:lnTo>
                    <a:pt x="0" y="150"/>
                  </a:lnTo>
                  <a:lnTo>
                    <a:pt x="15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2"/>
              </p:custDataLst>
            </p:nvPr>
          </p:nvSpPr>
          <p:spPr>
            <a:xfrm rot="5400000">
              <a:off x="6739" y="236"/>
              <a:ext cx="5731" cy="9112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4540" h="9270">
                  <a:moveTo>
                    <a:pt x="392" y="125"/>
                  </a:moveTo>
                  <a:lnTo>
                    <a:pt x="400" y="7061"/>
                  </a:lnTo>
                  <a:lnTo>
                    <a:pt x="152" y="7361"/>
                  </a:lnTo>
                  <a:lnTo>
                    <a:pt x="164" y="9131"/>
                  </a:lnTo>
                  <a:lnTo>
                    <a:pt x="4383" y="9145"/>
                  </a:lnTo>
                  <a:lnTo>
                    <a:pt x="4383" y="125"/>
                  </a:lnTo>
                  <a:lnTo>
                    <a:pt x="392" y="125"/>
                  </a:lnTo>
                  <a:close/>
                  <a:moveTo>
                    <a:pt x="252" y="0"/>
                  </a:moveTo>
                  <a:lnTo>
                    <a:pt x="4540" y="0"/>
                  </a:lnTo>
                  <a:lnTo>
                    <a:pt x="4540" y="830"/>
                  </a:lnTo>
                  <a:lnTo>
                    <a:pt x="4390" y="987"/>
                  </a:lnTo>
                  <a:lnTo>
                    <a:pt x="4390" y="2623"/>
                  </a:lnTo>
                  <a:lnTo>
                    <a:pt x="4540" y="2780"/>
                  </a:lnTo>
                  <a:lnTo>
                    <a:pt x="4540" y="9270"/>
                  </a:lnTo>
                  <a:lnTo>
                    <a:pt x="4342" y="9269"/>
                  </a:lnTo>
                  <a:lnTo>
                    <a:pt x="4238" y="9170"/>
                  </a:lnTo>
                  <a:lnTo>
                    <a:pt x="3418" y="9170"/>
                  </a:lnTo>
                  <a:lnTo>
                    <a:pt x="3317" y="9266"/>
                  </a:lnTo>
                  <a:lnTo>
                    <a:pt x="8" y="9256"/>
                  </a:lnTo>
                  <a:lnTo>
                    <a:pt x="0" y="7269"/>
                  </a:lnTo>
                  <a:lnTo>
                    <a:pt x="254" y="7041"/>
                  </a:lnTo>
                  <a:lnTo>
                    <a:pt x="2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梯形 17"/>
            <p:cNvSpPr/>
            <p:nvPr>
              <p:custDataLst>
                <p:tags r:id="rId3"/>
              </p:custDataLst>
            </p:nvPr>
          </p:nvSpPr>
          <p:spPr>
            <a:xfrm rot="5400000">
              <a:off x="13749" y="4156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梯形 18"/>
            <p:cNvSpPr/>
            <p:nvPr>
              <p:custDataLst>
                <p:tags r:id="rId4"/>
              </p:custDataLst>
            </p:nvPr>
          </p:nvSpPr>
          <p:spPr>
            <a:xfrm>
              <a:off x="6194" y="7431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503121" y="1842581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11650" y="2206625"/>
            <a:ext cx="7312025" cy="4109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逻辑性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逻辑性是指提示词要让模型清楚：先做什么，再做什么；依据什么判断；遇到异常怎么办；什么情况下该拒绝回答。逻辑清楚，模型的中间推理和最终输出才不容易跳步。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 rot="0">
            <a:off x="326390" y="1431290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9" name="矩形 8"/>
          <p:cNvSpPr/>
          <p:nvPr/>
        </p:nvSpPr>
        <p:spPr>
          <a:xfrm>
            <a:off x="83369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8470" y="2379980"/>
            <a:ext cx="7291705" cy="3641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效率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效率既包括模型响应效率，也包括开发效率和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成本。一个优质提示词不应堆砌无关描述，而应在有限上下文内，把最关键的约束表达清楚。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4241800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488334" y="1904999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686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所示，可将三者关系概括为：确定性保证可用，逻辑性保证可信，效率保证可落地。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影响大模型回复的因素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75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673100" y="1967230"/>
            <a:ext cx="7158355" cy="4202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提示词的质量直接决定智能体输出的效果。下面通过同一任务场景的两种系统提示词写法，展示优化前后的差异。</a:t>
            </a:r>
            <a:endParaRPr 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368684" y="1773555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0"/>
          <p:cNvSpPr/>
          <p:nvPr/>
        </p:nvSpPr>
        <p:spPr>
          <a:xfrm>
            <a:off x="4782820" y="1619885"/>
            <a:ext cx="7019290" cy="4445635"/>
          </a:xfrm>
          <a:custGeom>
            <a:avLst/>
            <a:gdLst/>
            <a:ahLst/>
            <a:cxnLst/>
            <a:rect l="l" t="t" r="r" b="b"/>
            <a:pathLst>
              <a:path w="1759038" h="1334706">
                <a:moveTo>
                  <a:pt x="65637" y="63758"/>
                </a:moveTo>
                <a:lnTo>
                  <a:pt x="65637" y="1271391"/>
                </a:lnTo>
                <a:lnTo>
                  <a:pt x="1711798" y="1271391"/>
                </a:lnTo>
                <a:lnTo>
                  <a:pt x="1711798" y="63758"/>
                </a:lnTo>
                <a:close/>
                <a:moveTo>
                  <a:pt x="0" y="0"/>
                </a:moveTo>
                <a:lnTo>
                  <a:pt x="1759038" y="0"/>
                </a:lnTo>
                <a:lnTo>
                  <a:pt x="1759038" y="1334706"/>
                </a:lnTo>
                <a:lnTo>
                  <a:pt x="0" y="133470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2775" y="2370138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031105" y="1828165"/>
            <a:ext cx="6608445" cy="4003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糟糕的提示词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我们可以对这个提示词进行分析，如表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1-1- 8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从应用场景、角色设计、上下文要求等因素来总结它存在的问题：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简陋提示词的潜在问题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说明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角色太泛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未定义具体领域身份，模型不知道以何种专业角度回答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缺少上下文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没有说明业务场景，无法准确理解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用户的问题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无流程要求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模型不知道应先分类、再检索还是直接回答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无输出约束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回答格式不固定，后续程序难以解析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 rot="0">
            <a:off x="385445" y="1786255"/>
            <a:ext cx="7734935" cy="4715510"/>
            <a:chOff x="5049" y="1927"/>
            <a:chExt cx="9267" cy="5731"/>
          </a:xfrm>
          <a:solidFill>
            <a:srgbClr val="1E8CE5"/>
          </a:solidFill>
        </p:grpSpPr>
        <p:sp>
          <p:nvSpPr>
            <p:cNvPr id="16" name="任意多边形 15"/>
            <p:cNvSpPr/>
            <p:nvPr>
              <p:custDataLst>
                <p:tags r:id="rId1"/>
              </p:custDataLst>
            </p:nvPr>
          </p:nvSpPr>
          <p:spPr>
            <a:xfrm rot="10800000">
              <a:off x="11403" y="7498"/>
              <a:ext cx="1928" cy="150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1950" h="150">
                  <a:moveTo>
                    <a:pt x="157" y="0"/>
                  </a:moveTo>
                  <a:lnTo>
                    <a:pt x="1793" y="0"/>
                  </a:lnTo>
                  <a:lnTo>
                    <a:pt x="1950" y="150"/>
                  </a:lnTo>
                  <a:lnTo>
                    <a:pt x="0" y="150"/>
                  </a:lnTo>
                  <a:lnTo>
                    <a:pt x="15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2"/>
              </p:custDataLst>
            </p:nvPr>
          </p:nvSpPr>
          <p:spPr>
            <a:xfrm rot="5400000">
              <a:off x="6739" y="236"/>
              <a:ext cx="5731" cy="9112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4540" h="9270">
                  <a:moveTo>
                    <a:pt x="392" y="125"/>
                  </a:moveTo>
                  <a:lnTo>
                    <a:pt x="400" y="7061"/>
                  </a:lnTo>
                  <a:lnTo>
                    <a:pt x="152" y="7361"/>
                  </a:lnTo>
                  <a:lnTo>
                    <a:pt x="164" y="9131"/>
                  </a:lnTo>
                  <a:lnTo>
                    <a:pt x="4383" y="9145"/>
                  </a:lnTo>
                  <a:lnTo>
                    <a:pt x="4383" y="125"/>
                  </a:lnTo>
                  <a:lnTo>
                    <a:pt x="392" y="125"/>
                  </a:lnTo>
                  <a:close/>
                  <a:moveTo>
                    <a:pt x="252" y="0"/>
                  </a:moveTo>
                  <a:lnTo>
                    <a:pt x="4540" y="0"/>
                  </a:lnTo>
                  <a:lnTo>
                    <a:pt x="4540" y="830"/>
                  </a:lnTo>
                  <a:lnTo>
                    <a:pt x="4390" y="987"/>
                  </a:lnTo>
                  <a:lnTo>
                    <a:pt x="4390" y="2623"/>
                  </a:lnTo>
                  <a:lnTo>
                    <a:pt x="4540" y="2780"/>
                  </a:lnTo>
                  <a:lnTo>
                    <a:pt x="4540" y="9270"/>
                  </a:lnTo>
                  <a:lnTo>
                    <a:pt x="4342" y="9269"/>
                  </a:lnTo>
                  <a:lnTo>
                    <a:pt x="4238" y="9170"/>
                  </a:lnTo>
                  <a:lnTo>
                    <a:pt x="3418" y="9170"/>
                  </a:lnTo>
                  <a:lnTo>
                    <a:pt x="3317" y="9266"/>
                  </a:lnTo>
                  <a:lnTo>
                    <a:pt x="8" y="9256"/>
                  </a:lnTo>
                  <a:lnTo>
                    <a:pt x="0" y="7269"/>
                  </a:lnTo>
                  <a:lnTo>
                    <a:pt x="254" y="7041"/>
                  </a:lnTo>
                  <a:lnTo>
                    <a:pt x="2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梯形 17"/>
            <p:cNvSpPr/>
            <p:nvPr>
              <p:custDataLst>
                <p:tags r:id="rId3"/>
              </p:custDataLst>
            </p:nvPr>
          </p:nvSpPr>
          <p:spPr>
            <a:xfrm rot="5400000">
              <a:off x="13749" y="4156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梯形 18"/>
            <p:cNvSpPr/>
            <p:nvPr>
              <p:custDataLst>
                <p:tags r:id="rId4"/>
              </p:custDataLst>
            </p:nvPr>
          </p:nvSpPr>
          <p:spPr>
            <a:xfrm>
              <a:off x="6194" y="7431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8275521" y="1842581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27050" y="2218055"/>
            <a:ext cx="7366000" cy="4097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优化后的提示词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根据测试初版提示词中发生的问题，如表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1-1- 9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提出解决问题的约束，优化出新的提示词版本：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提示词优化逻辑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优化点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明确角色与业务范围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限定为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智能门锁售后支持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，缩小任务边界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增加步骤约束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引导模型按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→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诊断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→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补全信息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→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拒答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顺序处理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增加拒答规则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明确禁止编造，降低幻觉风险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固定输出格式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便于程序自动化解析，减少后处理成本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5382794" y="3951605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5236109" y="2458720"/>
            <a:ext cx="1892300" cy="1892300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438827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LLM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的工作原理简述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5826024" y="293687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  <a:sym typeface="+mn-ea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589112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一、什么是提示词工程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1443301" y="1852930"/>
            <a:ext cx="2087245" cy="2570480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2033216" y="30016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文本框1"/>
          <p:cNvSpPr txBox="1"/>
          <p:nvPr>
            <p:custDataLst>
              <p:tags r:id="rId13"/>
            </p:custDataLst>
          </p:nvPr>
        </p:nvSpPr>
        <p:spPr>
          <a:xfrm>
            <a:off x="8146800" y="521144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LLM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的工作原理简述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圆角矩形 34"/>
          <p:cNvSpPr/>
          <p:nvPr>
            <p:custDataLst>
              <p:tags r:id="rId14"/>
            </p:custDataLst>
          </p:nvPr>
        </p:nvSpPr>
        <p:spPr>
          <a:xfrm rot="2700000">
            <a:off x="8998585" y="2482850"/>
            <a:ext cx="1892300" cy="189230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圆角矩形 38"/>
          <p:cNvSpPr/>
          <p:nvPr>
            <p:custDataLst>
              <p:tags r:id="rId15"/>
            </p:custDataLst>
          </p:nvPr>
        </p:nvSpPr>
        <p:spPr>
          <a:xfrm rot="2700000">
            <a:off x="9251214" y="2748280"/>
            <a:ext cx="1387475" cy="1387475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9603004" y="290893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任意多边形 42"/>
          <p:cNvSpPr/>
          <p:nvPr>
            <p:custDataLst>
              <p:tags r:id="rId17"/>
            </p:custDataLst>
          </p:nvPr>
        </p:nvSpPr>
        <p:spPr>
          <a:xfrm>
            <a:off x="9143311" y="1760220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当我们输入一句提示词时，模型会把整段上下文编码成内部向量表示，然后基于训练中学到的模式，预测下一个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的概率分布。如图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今天天气很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之后，模型可能会认为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等词都有不同概率。最终输出什么，取决于上下文、模型参数以及采样方式。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大模型输出原理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意味着模型输出不是从零开始编一个答案，而是基于上文判断下文概率最高的延续。因此如果提示词模糊，模型会在更多可能性中摇摆，输出更不稳定；反之如果提示词明确，概率空间被压缩，模型更容易落在期望答案附近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因此，提示词工程的核心之一，就是通过清晰的上下文和明确的约束，把模型的概率分布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收紧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到更可控的区域。许多初学者会认为，只要把任务说出来就够了。实际上，在大模型场景中，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说什么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只是目标层，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怎么说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决定了模型如何理解这个目标。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例如，下面两个提示词表面上都在要求总结文章：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V1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V2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者的差别不在是否要求总结，而在于第二种写法明确了身份、读者、提取维度、长度和风格，从而显著提升了输出质量。换句话说，模型并不是听懂一句话就能自动补全所有隐含要求，它更像一个极其强大但需要明确边界的执行者。提示词写法越清楚，模型越容易朝正确方向生成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16990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493895" y="1978025"/>
            <a:ext cx="6997700" cy="418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更进一步，除了明确身份、维度、长度和风格外，还有一种更直接、更强大的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怎么说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方式：给模型提供示例（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few-shot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9756" y="1773555"/>
            <a:ext cx="3507243" cy="46907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10285" y="1899920"/>
            <a:ext cx="6406515" cy="38849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仍以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总结文章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为例。即使你已经写好了第二种提示词（明确了身份、读者、提取维度和风格），模型在处理不同文章时，依然可能在某些细节上偏离预期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核心观点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写成了两句话，或者在企业启示部分写得过于空泛。这时，你可以在提示词中直接放入一个真实的输入输出示例，让模型照模板来回复。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0"/>
          <p:cNvSpPr/>
          <p:nvPr/>
        </p:nvSpPr>
        <p:spPr>
          <a:xfrm>
            <a:off x="674370" y="1619885"/>
            <a:ext cx="7019290" cy="4445635"/>
          </a:xfrm>
          <a:custGeom>
            <a:avLst/>
            <a:gdLst/>
            <a:ahLst/>
            <a:cxnLst/>
            <a:rect l="l" t="t" r="r" b="b"/>
            <a:pathLst>
              <a:path w="1759038" h="1334706">
                <a:moveTo>
                  <a:pt x="65637" y="63758"/>
                </a:moveTo>
                <a:lnTo>
                  <a:pt x="65637" y="1271391"/>
                </a:lnTo>
                <a:lnTo>
                  <a:pt x="1711798" y="1271391"/>
                </a:lnTo>
                <a:lnTo>
                  <a:pt x="1711798" y="63758"/>
                </a:lnTo>
                <a:close/>
                <a:moveTo>
                  <a:pt x="0" y="0"/>
                </a:moveTo>
                <a:lnTo>
                  <a:pt x="1759038" y="0"/>
                </a:lnTo>
                <a:lnTo>
                  <a:pt x="1759038" y="1334706"/>
                </a:lnTo>
                <a:lnTo>
                  <a:pt x="0" y="133470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86725" y="2372361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 rot="0">
            <a:off x="4170045" y="1786255"/>
            <a:ext cx="7734935" cy="4715510"/>
            <a:chOff x="5049" y="1927"/>
            <a:chExt cx="9267" cy="5731"/>
          </a:xfrm>
          <a:solidFill>
            <a:srgbClr val="1E8CE5"/>
          </a:solidFill>
        </p:grpSpPr>
        <p:sp>
          <p:nvSpPr>
            <p:cNvPr id="16" name="任意多边形 15"/>
            <p:cNvSpPr/>
            <p:nvPr>
              <p:custDataLst>
                <p:tags r:id="rId1"/>
              </p:custDataLst>
            </p:nvPr>
          </p:nvSpPr>
          <p:spPr>
            <a:xfrm rot="10800000">
              <a:off x="11403" y="7498"/>
              <a:ext cx="1928" cy="150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1950" h="150">
                  <a:moveTo>
                    <a:pt x="157" y="0"/>
                  </a:moveTo>
                  <a:lnTo>
                    <a:pt x="1793" y="0"/>
                  </a:lnTo>
                  <a:lnTo>
                    <a:pt x="1950" y="150"/>
                  </a:lnTo>
                  <a:lnTo>
                    <a:pt x="0" y="150"/>
                  </a:lnTo>
                  <a:lnTo>
                    <a:pt x="15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2"/>
              </p:custDataLst>
            </p:nvPr>
          </p:nvSpPr>
          <p:spPr>
            <a:xfrm rot="5400000">
              <a:off x="6739" y="236"/>
              <a:ext cx="5731" cy="9112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4540" h="9270">
                  <a:moveTo>
                    <a:pt x="392" y="125"/>
                  </a:moveTo>
                  <a:lnTo>
                    <a:pt x="400" y="7061"/>
                  </a:lnTo>
                  <a:lnTo>
                    <a:pt x="152" y="7361"/>
                  </a:lnTo>
                  <a:lnTo>
                    <a:pt x="164" y="9131"/>
                  </a:lnTo>
                  <a:lnTo>
                    <a:pt x="4383" y="9145"/>
                  </a:lnTo>
                  <a:lnTo>
                    <a:pt x="4383" y="125"/>
                  </a:lnTo>
                  <a:lnTo>
                    <a:pt x="392" y="125"/>
                  </a:lnTo>
                  <a:close/>
                  <a:moveTo>
                    <a:pt x="252" y="0"/>
                  </a:moveTo>
                  <a:lnTo>
                    <a:pt x="4540" y="0"/>
                  </a:lnTo>
                  <a:lnTo>
                    <a:pt x="4540" y="830"/>
                  </a:lnTo>
                  <a:lnTo>
                    <a:pt x="4390" y="987"/>
                  </a:lnTo>
                  <a:lnTo>
                    <a:pt x="4390" y="2623"/>
                  </a:lnTo>
                  <a:lnTo>
                    <a:pt x="4540" y="2780"/>
                  </a:lnTo>
                  <a:lnTo>
                    <a:pt x="4540" y="9270"/>
                  </a:lnTo>
                  <a:lnTo>
                    <a:pt x="4342" y="9269"/>
                  </a:lnTo>
                  <a:lnTo>
                    <a:pt x="4238" y="9170"/>
                  </a:lnTo>
                  <a:lnTo>
                    <a:pt x="3418" y="9170"/>
                  </a:lnTo>
                  <a:lnTo>
                    <a:pt x="3317" y="9266"/>
                  </a:lnTo>
                  <a:lnTo>
                    <a:pt x="8" y="9256"/>
                  </a:lnTo>
                  <a:lnTo>
                    <a:pt x="0" y="7269"/>
                  </a:lnTo>
                  <a:lnTo>
                    <a:pt x="254" y="7041"/>
                  </a:lnTo>
                  <a:lnTo>
                    <a:pt x="2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梯形 17"/>
            <p:cNvSpPr/>
            <p:nvPr>
              <p:custDataLst>
                <p:tags r:id="rId3"/>
              </p:custDataLst>
            </p:nvPr>
          </p:nvSpPr>
          <p:spPr>
            <a:xfrm rot="5400000">
              <a:off x="13749" y="4156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梯形 18"/>
            <p:cNvSpPr/>
            <p:nvPr>
              <p:custDataLst>
                <p:tags r:id="rId4"/>
              </p:custDataLst>
            </p:nvPr>
          </p:nvSpPr>
          <p:spPr>
            <a:xfrm>
              <a:off x="6194" y="7431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503121" y="1842581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11650" y="2206625"/>
            <a:ext cx="7312025" cy="4109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比如，针对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总结文章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的任务，可以这样构造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few-shot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提示词：将这段提示词复制到步骤（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）中第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版提示词的末尾。通过这个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few-shot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示例，模型不仅知道你要什么维度的信息，还看到了每个维度应该写多长、用什么句式、观点和事实如何分离。相比于只有指令的第二版提示词，加上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few-shot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后，输出的稳定性和一致性会再次明显提升。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5382794" y="3951605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5236109" y="2458720"/>
            <a:ext cx="1892300" cy="1892300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4388270" y="513778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LLM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的工作原理简述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5826024" y="293687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  <a:sym typeface="+mn-ea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59400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一、什么是提示词工程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1443301" y="1852930"/>
            <a:ext cx="2087245" cy="2570480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2033216" y="30016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文本框1"/>
          <p:cNvSpPr txBox="1"/>
          <p:nvPr>
            <p:custDataLst>
              <p:tags r:id="rId13"/>
            </p:custDataLst>
          </p:nvPr>
        </p:nvSpPr>
        <p:spPr>
          <a:xfrm>
            <a:off x="8146800" y="516826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LLM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的工作原理简述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圆角矩形 34"/>
          <p:cNvSpPr/>
          <p:nvPr>
            <p:custDataLst>
              <p:tags r:id="rId14"/>
            </p:custDataLst>
          </p:nvPr>
        </p:nvSpPr>
        <p:spPr>
          <a:xfrm rot="2700000">
            <a:off x="8998585" y="2482850"/>
            <a:ext cx="1892300" cy="189230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圆角矩形 38"/>
          <p:cNvSpPr/>
          <p:nvPr>
            <p:custDataLst>
              <p:tags r:id="rId15"/>
            </p:custDataLst>
          </p:nvPr>
        </p:nvSpPr>
        <p:spPr>
          <a:xfrm rot="2700000">
            <a:off x="9251214" y="2748280"/>
            <a:ext cx="1387475" cy="1387475"/>
          </a:xfrm>
          <a:prstGeom prst="roundRect">
            <a:avLst>
              <a:gd name="adj" fmla="val 631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9603004" y="290893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任意多边形 42"/>
          <p:cNvSpPr/>
          <p:nvPr>
            <p:custDataLst>
              <p:tags r:id="rId17"/>
            </p:custDataLst>
          </p:nvPr>
        </p:nvSpPr>
        <p:spPr>
          <a:xfrm>
            <a:off x="9143311" y="1760220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 rot="0">
            <a:off x="326390" y="1431290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9" name="矩形 8"/>
          <p:cNvSpPr/>
          <p:nvPr/>
        </p:nvSpPr>
        <p:spPr>
          <a:xfrm>
            <a:off x="83369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8470" y="2379980"/>
            <a:ext cx="7291705" cy="3641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构建大模型的系统提示词时，结构化设计是确保模型输出稳定性、准确性和专业性的核心。相比于碎片化的指令，结构化的提示词能够为模型建立一个清晰的逻辑框架。其核心思想是将复杂的任务拆解为若干个标准化的模块。通过清晰的分隔符和逻辑层次，引导模型更精准地理解意图。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4241800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488334" y="1904999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686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一个成熟的结构化提示词通常包含以下五个核心模块：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角色设定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(Role)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：定义模型的身分。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背景信息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(Context)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：提供任务的上下文或目标受众。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任务目标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(Task)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：明确模型需要执行的具体动作。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约束与规则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(Constraints)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：规定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不能做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的边界。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输出格式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(Output)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：规定返回结果的形式。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75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673100" y="1967230"/>
            <a:ext cx="7158355" cy="4202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在一组系统提示词中，相对于编辑成一段的长文本，模型更容易识别具有物理边界的段落结构。因此建议使用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Markdown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标题、分隔符（如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---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###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）或特定的标签（如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&lt;Task&gt;&lt;/Task&gt;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）来组织内容。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368684" y="1773555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0"/>
          <p:cNvSpPr/>
          <p:nvPr/>
        </p:nvSpPr>
        <p:spPr>
          <a:xfrm>
            <a:off x="4782820" y="1619885"/>
            <a:ext cx="7019290" cy="4445635"/>
          </a:xfrm>
          <a:custGeom>
            <a:avLst/>
            <a:gdLst/>
            <a:ahLst/>
            <a:cxnLst/>
            <a:rect l="l" t="t" r="r" b="b"/>
            <a:pathLst>
              <a:path w="1759038" h="1334706">
                <a:moveTo>
                  <a:pt x="65637" y="63758"/>
                </a:moveTo>
                <a:lnTo>
                  <a:pt x="65637" y="1271391"/>
                </a:lnTo>
                <a:lnTo>
                  <a:pt x="1711798" y="1271391"/>
                </a:lnTo>
                <a:lnTo>
                  <a:pt x="1711798" y="63758"/>
                </a:lnTo>
                <a:close/>
                <a:moveTo>
                  <a:pt x="0" y="0"/>
                </a:moveTo>
                <a:lnTo>
                  <a:pt x="1759038" y="0"/>
                </a:lnTo>
                <a:lnTo>
                  <a:pt x="1759038" y="1334706"/>
                </a:lnTo>
                <a:lnTo>
                  <a:pt x="0" y="133470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2775" y="2370138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031105" y="1828165"/>
            <a:ext cx="6608445" cy="4003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结构化构建不仅是为了提升模型表现，更是为了可维护性。当输出不符合预期时，你可以快速定位是角色设定不够具体，还是约束条件存在冲突，从而进行针对性的优化，将提示词工程从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玄学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转化为科学的迭代过程。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 rot="0">
            <a:off x="385445" y="1786255"/>
            <a:ext cx="7734935" cy="4715510"/>
            <a:chOff x="5049" y="1927"/>
            <a:chExt cx="9267" cy="5731"/>
          </a:xfrm>
          <a:solidFill>
            <a:srgbClr val="1E8CE5"/>
          </a:solidFill>
        </p:grpSpPr>
        <p:sp>
          <p:nvSpPr>
            <p:cNvPr id="16" name="任意多边形 15"/>
            <p:cNvSpPr/>
            <p:nvPr>
              <p:custDataLst>
                <p:tags r:id="rId1"/>
              </p:custDataLst>
            </p:nvPr>
          </p:nvSpPr>
          <p:spPr>
            <a:xfrm rot="10800000">
              <a:off x="11403" y="7498"/>
              <a:ext cx="1928" cy="150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1950" h="150">
                  <a:moveTo>
                    <a:pt x="157" y="0"/>
                  </a:moveTo>
                  <a:lnTo>
                    <a:pt x="1793" y="0"/>
                  </a:lnTo>
                  <a:lnTo>
                    <a:pt x="1950" y="150"/>
                  </a:lnTo>
                  <a:lnTo>
                    <a:pt x="0" y="150"/>
                  </a:lnTo>
                  <a:lnTo>
                    <a:pt x="15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2"/>
              </p:custDataLst>
            </p:nvPr>
          </p:nvSpPr>
          <p:spPr>
            <a:xfrm rot="5400000">
              <a:off x="6739" y="236"/>
              <a:ext cx="5731" cy="9112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4540" h="9270">
                  <a:moveTo>
                    <a:pt x="392" y="125"/>
                  </a:moveTo>
                  <a:lnTo>
                    <a:pt x="400" y="7061"/>
                  </a:lnTo>
                  <a:lnTo>
                    <a:pt x="152" y="7361"/>
                  </a:lnTo>
                  <a:lnTo>
                    <a:pt x="164" y="9131"/>
                  </a:lnTo>
                  <a:lnTo>
                    <a:pt x="4383" y="9145"/>
                  </a:lnTo>
                  <a:lnTo>
                    <a:pt x="4383" y="125"/>
                  </a:lnTo>
                  <a:lnTo>
                    <a:pt x="392" y="125"/>
                  </a:lnTo>
                  <a:close/>
                  <a:moveTo>
                    <a:pt x="252" y="0"/>
                  </a:moveTo>
                  <a:lnTo>
                    <a:pt x="4540" y="0"/>
                  </a:lnTo>
                  <a:lnTo>
                    <a:pt x="4540" y="830"/>
                  </a:lnTo>
                  <a:lnTo>
                    <a:pt x="4390" y="987"/>
                  </a:lnTo>
                  <a:lnTo>
                    <a:pt x="4390" y="2623"/>
                  </a:lnTo>
                  <a:lnTo>
                    <a:pt x="4540" y="2780"/>
                  </a:lnTo>
                  <a:lnTo>
                    <a:pt x="4540" y="9270"/>
                  </a:lnTo>
                  <a:lnTo>
                    <a:pt x="4342" y="9269"/>
                  </a:lnTo>
                  <a:lnTo>
                    <a:pt x="4238" y="9170"/>
                  </a:lnTo>
                  <a:lnTo>
                    <a:pt x="3418" y="9170"/>
                  </a:lnTo>
                  <a:lnTo>
                    <a:pt x="3317" y="9266"/>
                  </a:lnTo>
                  <a:lnTo>
                    <a:pt x="8" y="9256"/>
                  </a:lnTo>
                  <a:lnTo>
                    <a:pt x="0" y="7269"/>
                  </a:lnTo>
                  <a:lnTo>
                    <a:pt x="254" y="7041"/>
                  </a:lnTo>
                  <a:lnTo>
                    <a:pt x="2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梯形 17"/>
            <p:cNvSpPr/>
            <p:nvPr>
              <p:custDataLst>
                <p:tags r:id="rId3"/>
              </p:custDataLst>
            </p:nvPr>
          </p:nvSpPr>
          <p:spPr>
            <a:xfrm rot="5400000">
              <a:off x="13749" y="4156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梯形 18"/>
            <p:cNvSpPr/>
            <p:nvPr>
              <p:custDataLst>
                <p:tags r:id="rId4"/>
              </p:custDataLst>
            </p:nvPr>
          </p:nvSpPr>
          <p:spPr>
            <a:xfrm>
              <a:off x="6194" y="7431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8275521" y="1842581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27050" y="2218055"/>
            <a:ext cx="7366000" cy="4097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很多初学者在调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Prompt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时，常见问题不是不会写，而是改乱了。改了一句之后效果变好还是变差，说不清；模型参数变了还是提示词变了，也记不住。久而久之，优化过程变成了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玄学试错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因此，提示词工程必须建立版本管理意识。至少要做到以下几点：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每次修改只改一个关键变量，例如只改角色描述，或只改输出格式。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为每个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Prompt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版本编号，例如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v1.0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v1.1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v2.0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记录修改目的，例如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增加拒答机制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优化表格输出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减少废话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固定测试样本，避免每次都换问题导致无法公平比较。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记录评估结果，包括准确率、完整性、格式稳定性、是否出现幻觉。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一个简单的版本记录表例如表：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提示词版本迭代记录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版本号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修改内容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修改目的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测试样本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结果评价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v1.0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初始版本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完成基础问答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个用户问题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输出较泛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v1.1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增加角色和业务背景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提升专业性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同样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个问题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更贴近场景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v1.2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增加输出格式和拒答规则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提升稳定性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同样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个问题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结构更统一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任务二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提示词工程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7538194" y="4134567"/>
            <a:ext cx="1941223" cy="1149108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7391459" y="2641172"/>
            <a:ext cx="1892947" cy="1892947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6184076" y="5350373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sz="2400" dirty="0" smtClean="0">
                <a:cs typeface="+mn-ea"/>
                <a:sym typeface="+mn-lt"/>
              </a:rPr>
              <a:t>二、会议纪要生成</a:t>
            </a:r>
            <a:endParaRPr lang="zh-CN" sz="2400" dirty="0" smtClean="0"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7981576" y="3119490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1483995" y="5350510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一、智能客服回复优化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2691210" y="2004060"/>
            <a:ext cx="2087958" cy="2571359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3281327" y="3153168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某智能门锁企业的客服部门希望上线一个客服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，用于自动处理用户的常见咨询。教师希望通过这个案例让学员理解：同一项任务，如果提示词不够清晰，模型输出会缺乏专业性和稳定性；如果提示词结构清晰，输出会明显更贴近业务场景。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用户输入示例如下：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V1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版提示词：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RAGFlow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中设置简易提示词并提问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根据用户问题和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的基础系统提示词，思考如何利用所学的评估方法测试这组提示词的潜在问题，并用提示词工程为其添加约束，尝试构建新的提示词版本，并记录常见问题，如回答泛化、缺少分类、遗漏已知信息、缺少边界提示。反复测试提问，根据产生的问题迭代提示词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版提示词示例：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扩充测试样例：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对比采用两版提示词得到的输出结果，将结果记录在表格中（见附录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）。可以看到，第一版通常会直接给建议，但很少体现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售后支持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的身份。优化版更容易先识别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联网问题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，并按结构输出。优化版更适合后续接入工单系统或页面展示。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7538194" y="4134567"/>
            <a:ext cx="1941223" cy="1149108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7391459" y="2641172"/>
            <a:ext cx="1892947" cy="1892947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rgbClr val="006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6184076" y="5350373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sz="2400" b="1" dirty="0" smtClean="0">
                <a:solidFill>
                  <a:srgbClr val="0064D2"/>
                </a:solidFill>
                <a:cs typeface="+mn-ea"/>
                <a:sym typeface="+mn-lt"/>
              </a:rPr>
              <a:t>二、会议纪要生成</a:t>
            </a:r>
            <a:endParaRPr lang="zh-CN" sz="2400" b="1" dirty="0" smtClean="0">
              <a:solidFill>
                <a:srgbClr val="0064D2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7981576" y="3119490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1483995" y="5350510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一、智能客服回复优化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2691210" y="2004060"/>
            <a:ext cx="2087958" cy="2571359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3281327" y="3153168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某项目组希望让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Agent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根据会议内容自动生成纪要。通过这个案例要引导大家理解在和智能体的沟通中，怎么说比说什么更重要，因为用户的意图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帮我总结会议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看起来很简单，但实际业务中往往还要求区分决议、待办事项和责任人等。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用户输入示例：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V1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版提示词：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如上文所说，在实际业务中需要智能体对会议内容进行格式化总结，因此在构建系统提示词时，需要告知大模型用什么样的格式进行总结，具体可以参考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版提示词示例：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分别运行两组关键词，观察模型是否会漏掉责任人和时间节点。再和其他同学的运行结果对比，看看是否有明显差异。将结果统计在实验结果表格中（见附录）。</a:t>
            </a:r>
            <a:endParaRPr 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通过这两个案例，希望学院理解以下几点信息：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1.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简单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Prompt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常常只能生成摘要，却不能直接形成协作结果；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2.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一旦要求责任人和截止时间等细节信息，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Prompt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的业务导向就会明显增强；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3.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提示词工程不是语言修饰，而是业务信息提取设计。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任务小结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任务二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提示词工程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51025" y="1375410"/>
            <a:ext cx="8822055" cy="1753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dirty="0">
                <a:latin typeface="Arial" panose="020B0604020202020204" pitchFamily="34" charset="0"/>
                <a:cs typeface="Arial" panose="020B0604020202020204" pitchFamily="34" charset="0"/>
              </a:rPr>
              <a:t>提示词并不是模型交互中的附属品，而是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Agent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行为设计的核心入口。它决定了模型如何理解任务、如何分配注意力、如何组织推理、如何控制输出。提示词工程的目标不是把话说得更华丽，而是把要求说得更明确、更稳定、更高效。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23770" y="3274695"/>
            <a:ext cx="7743825" cy="32677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200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05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8000" y="79200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任务</a:t>
            </a: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小结</a:t>
            </a:r>
            <a:endParaRPr 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76370" y="4642485"/>
            <a:ext cx="4239260" cy="532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{{image:summary_image}}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78000" y="792000"/>
            <a:ext cx="4998745" cy="5835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</a:t>
            </a:r>
            <a:r>
              <a:rPr lang="zh-CN" altLang="en-US" b="1" dirty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难点</a:t>
            </a: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05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www.koppt.cn"/>
          <p:cNvSpPr/>
          <p:nvPr/>
        </p:nvSpPr>
        <p:spPr>
          <a:xfrm>
            <a:off x="1321200" y="2391777"/>
            <a:ext cx="1693017" cy="426365"/>
          </a:xfrm>
          <a:prstGeom prst="roundRect">
            <a:avLst>
              <a:gd name="adj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+mj-ea"/>
                <a:ea typeface="+mj-ea"/>
              </a:rPr>
              <a:t>重点内容总结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9" name="www.koppt.cn"/>
          <p:cNvSpPr/>
          <p:nvPr/>
        </p:nvSpPr>
        <p:spPr>
          <a:xfrm>
            <a:off x="6665277" y="2391776"/>
            <a:ext cx="1806257" cy="42636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+mj-ea"/>
                <a:ea typeface="+mj-ea"/>
              </a:rPr>
              <a:t>难点内容总结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69670" y="3154045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</a:rPr>
              <a:t>提示词是智能体的行为说明书；</a:t>
            </a:r>
            <a:endParaRPr lang="zh-CN" sz="2000" dirty="0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511925" y="3155315"/>
            <a:ext cx="5040000" cy="5397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从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LLM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到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Agent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的决策逻辑认知；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69670" y="3693600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</a:rPr>
              <a:t>优质提示词兼顾确定性、逻辑性、效率；</a:t>
            </a:r>
            <a:endParaRPr lang="zh-CN" sz="2000" dirty="0"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69670" y="4234870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</a:rPr>
              <a:t>结构化提示词与版本管理确保可维护性。</a:t>
            </a:r>
            <a:endParaRPr lang="zh-CN" sz="2000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511925" y="3693600"/>
            <a:ext cx="5040000" cy="54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提示词如何塑造模型行为而非简单提问；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11925" y="4233600"/>
            <a:ext cx="5040000" cy="54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从概率生成到可控输出的系统化设计。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任务拓展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任务二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提示词工程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78000" y="792000"/>
            <a:ext cx="4998745" cy="5835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</a:t>
            </a: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拓展</a:t>
            </a:r>
            <a:endParaRPr lang="zh-CN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06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52270" y="1375410"/>
            <a:ext cx="7481570" cy="23094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 algn="l" fontAlgn="auto">
              <a:lnSpc>
                <a:spcPct val="150000"/>
              </a:lnSpc>
              <a:buSzPct val="25000"/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为任务实施中的系统提示词添加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few-shot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提示，判断一下对回复结果有无影响，并总结原因。如果要为一个企业客服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写第一版系统提示词，你认为最不能缺少的三项约束是什么？尝试构架一个这样的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，对比其他同学的回复结果，看看谁的想法更好。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: 圆角 4"/>
          <p:cNvSpPr/>
          <p:nvPr>
            <p:custDataLst>
              <p:tags r:id="rId2"/>
            </p:custDataLst>
          </p:nvPr>
        </p:nvSpPr>
        <p:spPr>
          <a:xfrm rot="20700000">
            <a:off x="2093869" y="4066512"/>
            <a:ext cx="480695" cy="25527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rgbClr val="00A5CC">
              <a:shade val="50000"/>
            </a:srgbClr>
          </a:lnRef>
          <a:fillRef idx="1">
            <a:srgbClr val="00A5CC"/>
          </a:fillRef>
          <a:effectRef idx="0">
            <a:srgbClr val="00A5CC"/>
          </a:effectRef>
          <a:fontRef idx="minor">
            <a:srgbClr val="FFFFFF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3348000" y="3924935"/>
            <a:ext cx="5789295" cy="2376170"/>
          </a:xfrm>
          <a:prstGeom prst="rect">
            <a:avLst/>
          </a:prstGeom>
          <a:noFill/>
        </p:spPr>
        <p:txBody>
          <a:bodyPr wrap="square" lIns="91440" tIns="45720" rIns="91440" bIns="45720" rtlCol="0"/>
          <a:lstStyle/>
          <a:p>
            <a:pPr indent="457200" algn="l" fontAlgn="auto">
              <a:lnSpc>
                <a:spcPct val="150000"/>
              </a:lnSpc>
              <a:buSzPct val="25000"/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通过添加示例让模型模仿输出格式，提升一致性；最不能缺少的三项约束：明确角色与业务范围、定义处理流程步骤、设置拒答与输出格式规则。</a:t>
            </a:r>
            <a:endParaRPr 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69290" y="4500880"/>
            <a:ext cx="2085975" cy="1280160"/>
            <a:chOff x="1467" y="5006"/>
            <a:chExt cx="3285" cy="2016"/>
          </a:xfrm>
        </p:grpSpPr>
        <p:sp>
          <p:nvSpPr>
            <p:cNvPr id="8" name="任意多边形 216"/>
            <p:cNvSpPr/>
            <p:nvPr>
              <p:custDataLst>
                <p:tags r:id="rId4"/>
              </p:custDataLst>
            </p:nvPr>
          </p:nvSpPr>
          <p:spPr>
            <a:xfrm>
              <a:off x="1467" y="5006"/>
              <a:ext cx="2487" cy="2017"/>
            </a:xfrm>
            <a:custGeom>
              <a:avLst/>
              <a:gdLst>
                <a:gd name="connsiteX0" fmla="*/ 2197509 w 3598606"/>
                <a:gd name="connsiteY0" fmla="*/ 0 h 2772696"/>
                <a:gd name="connsiteX1" fmla="*/ 3598606 w 3598606"/>
                <a:gd name="connsiteY1" fmla="*/ 1386348 h 2772696"/>
                <a:gd name="connsiteX2" fmla="*/ 2197509 w 3598606"/>
                <a:gd name="connsiteY2" fmla="*/ 2772696 h 2772696"/>
                <a:gd name="connsiteX3" fmla="*/ 1206784 w 3598606"/>
                <a:gd name="connsiteY3" fmla="*/ 2366644 h 2772696"/>
                <a:gd name="connsiteX4" fmla="*/ 1182168 w 3598606"/>
                <a:gd name="connsiteY4" fmla="*/ 2339845 h 2772696"/>
                <a:gd name="connsiteX5" fmla="*/ 1179866 w 3598606"/>
                <a:gd name="connsiteY5" fmla="*/ 2340077 h 2772696"/>
                <a:gd name="connsiteX6" fmla="*/ 235979 w 3598606"/>
                <a:gd name="connsiteY6" fmla="*/ 2340077 h 2772696"/>
                <a:gd name="connsiteX7" fmla="*/ 0 w 3598606"/>
                <a:gd name="connsiteY7" fmla="*/ 2104098 h 2772696"/>
                <a:gd name="connsiteX8" fmla="*/ 0 w 3598606"/>
                <a:gd name="connsiteY8" fmla="*/ 934069 h 2772696"/>
                <a:gd name="connsiteX9" fmla="*/ 235979 w 3598606"/>
                <a:gd name="connsiteY9" fmla="*/ 698090 h 2772696"/>
                <a:gd name="connsiteX10" fmla="*/ 982366 w 3598606"/>
                <a:gd name="connsiteY10" fmla="*/ 698090 h 2772696"/>
                <a:gd name="connsiteX11" fmla="*/ 1035697 w 3598606"/>
                <a:gd name="connsiteY11" fmla="*/ 611228 h 2772696"/>
                <a:gd name="connsiteX12" fmla="*/ 2197509 w 3598606"/>
                <a:gd name="connsiteY12" fmla="*/ 0 h 27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8606" h="2772696">
                  <a:moveTo>
                    <a:pt x="2197509" y="0"/>
                  </a:moveTo>
                  <a:cubicBezTo>
                    <a:pt x="2971314" y="0"/>
                    <a:pt x="3598606" y="620689"/>
                    <a:pt x="3598606" y="1386348"/>
                  </a:cubicBezTo>
                  <a:cubicBezTo>
                    <a:pt x="3598606" y="2152007"/>
                    <a:pt x="2971314" y="2772696"/>
                    <a:pt x="2197509" y="2772696"/>
                  </a:cubicBezTo>
                  <a:cubicBezTo>
                    <a:pt x="1810607" y="2772696"/>
                    <a:pt x="1460332" y="2617524"/>
                    <a:pt x="1206784" y="2366644"/>
                  </a:cubicBezTo>
                  <a:lnTo>
                    <a:pt x="1182168" y="2339845"/>
                  </a:lnTo>
                  <a:lnTo>
                    <a:pt x="1179866" y="2340077"/>
                  </a:lnTo>
                  <a:lnTo>
                    <a:pt x="235979" y="2340077"/>
                  </a:lnTo>
                  <a:cubicBezTo>
                    <a:pt x="105651" y="2340077"/>
                    <a:pt x="0" y="2234426"/>
                    <a:pt x="0" y="2104098"/>
                  </a:cubicBezTo>
                  <a:lnTo>
                    <a:pt x="0" y="934069"/>
                  </a:lnTo>
                  <a:cubicBezTo>
                    <a:pt x="0" y="803741"/>
                    <a:pt x="105651" y="698090"/>
                    <a:pt x="235979" y="698090"/>
                  </a:cubicBezTo>
                  <a:lnTo>
                    <a:pt x="982366" y="698090"/>
                  </a:lnTo>
                  <a:lnTo>
                    <a:pt x="1035697" y="611228"/>
                  </a:lnTo>
                  <a:cubicBezTo>
                    <a:pt x="1287485" y="242457"/>
                    <a:pt x="1713881" y="0"/>
                    <a:pt x="2197509" y="0"/>
                  </a:cubicBezTo>
                  <a:close/>
                </a:path>
              </a:pathLst>
            </a:cu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任意多边形 30"/>
            <p:cNvSpPr/>
            <p:nvPr>
              <p:custDataLst>
                <p:tags r:id="rId6"/>
              </p:custDataLst>
            </p:nvPr>
          </p:nvSpPr>
          <p:spPr>
            <a:xfrm>
              <a:off x="1615" y="5125"/>
              <a:ext cx="2193" cy="1779"/>
            </a:xfrm>
            <a:custGeom>
              <a:avLst/>
              <a:gdLst>
                <a:gd name="connsiteX0" fmla="*/ 2197509 w 3598606"/>
                <a:gd name="connsiteY0" fmla="*/ 0 h 2772696"/>
                <a:gd name="connsiteX1" fmla="*/ 3598606 w 3598606"/>
                <a:gd name="connsiteY1" fmla="*/ 1386348 h 2772696"/>
                <a:gd name="connsiteX2" fmla="*/ 2197509 w 3598606"/>
                <a:gd name="connsiteY2" fmla="*/ 2772696 h 2772696"/>
                <a:gd name="connsiteX3" fmla="*/ 1206784 w 3598606"/>
                <a:gd name="connsiteY3" fmla="*/ 2366644 h 2772696"/>
                <a:gd name="connsiteX4" fmla="*/ 1182168 w 3598606"/>
                <a:gd name="connsiteY4" fmla="*/ 2339845 h 2772696"/>
                <a:gd name="connsiteX5" fmla="*/ 1179866 w 3598606"/>
                <a:gd name="connsiteY5" fmla="*/ 2340077 h 2772696"/>
                <a:gd name="connsiteX6" fmla="*/ 235979 w 3598606"/>
                <a:gd name="connsiteY6" fmla="*/ 2340077 h 2772696"/>
                <a:gd name="connsiteX7" fmla="*/ 0 w 3598606"/>
                <a:gd name="connsiteY7" fmla="*/ 2104098 h 2772696"/>
                <a:gd name="connsiteX8" fmla="*/ 0 w 3598606"/>
                <a:gd name="connsiteY8" fmla="*/ 934069 h 2772696"/>
                <a:gd name="connsiteX9" fmla="*/ 235979 w 3598606"/>
                <a:gd name="connsiteY9" fmla="*/ 698090 h 2772696"/>
                <a:gd name="connsiteX10" fmla="*/ 982366 w 3598606"/>
                <a:gd name="connsiteY10" fmla="*/ 698090 h 2772696"/>
                <a:gd name="connsiteX11" fmla="*/ 1035697 w 3598606"/>
                <a:gd name="connsiteY11" fmla="*/ 611228 h 2772696"/>
                <a:gd name="connsiteX12" fmla="*/ 2197509 w 3598606"/>
                <a:gd name="connsiteY12" fmla="*/ 0 h 27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8606" h="2772696">
                  <a:moveTo>
                    <a:pt x="2197509" y="0"/>
                  </a:moveTo>
                  <a:cubicBezTo>
                    <a:pt x="2971314" y="0"/>
                    <a:pt x="3598606" y="620689"/>
                    <a:pt x="3598606" y="1386348"/>
                  </a:cubicBezTo>
                  <a:cubicBezTo>
                    <a:pt x="3598606" y="2152007"/>
                    <a:pt x="2971314" y="2772696"/>
                    <a:pt x="2197509" y="2772696"/>
                  </a:cubicBezTo>
                  <a:cubicBezTo>
                    <a:pt x="1810607" y="2772696"/>
                    <a:pt x="1460332" y="2617524"/>
                    <a:pt x="1206784" y="2366644"/>
                  </a:cubicBezTo>
                  <a:lnTo>
                    <a:pt x="1182168" y="2339845"/>
                  </a:lnTo>
                  <a:lnTo>
                    <a:pt x="1179866" y="2340077"/>
                  </a:lnTo>
                  <a:lnTo>
                    <a:pt x="235979" y="2340077"/>
                  </a:lnTo>
                  <a:cubicBezTo>
                    <a:pt x="105651" y="2340077"/>
                    <a:pt x="0" y="2234426"/>
                    <a:pt x="0" y="2104098"/>
                  </a:cubicBezTo>
                  <a:lnTo>
                    <a:pt x="0" y="934069"/>
                  </a:lnTo>
                  <a:cubicBezTo>
                    <a:pt x="0" y="803741"/>
                    <a:pt x="105651" y="698090"/>
                    <a:pt x="235979" y="698090"/>
                  </a:cubicBezTo>
                  <a:lnTo>
                    <a:pt x="982366" y="698090"/>
                  </a:lnTo>
                  <a:lnTo>
                    <a:pt x="1035697" y="611228"/>
                  </a:lnTo>
                  <a:cubicBezTo>
                    <a:pt x="1287485" y="242457"/>
                    <a:pt x="1713881" y="0"/>
                    <a:pt x="2197509" y="0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: 圆角 27"/>
            <p:cNvSpPr/>
            <p:nvPr>
              <p:custDataLst>
                <p:tags r:id="rId7"/>
              </p:custDataLst>
            </p:nvPr>
          </p:nvSpPr>
          <p:spPr>
            <a:xfrm rot="20817892">
              <a:off x="3767" y="5140"/>
              <a:ext cx="793" cy="371"/>
            </a:xfrm>
            <a:prstGeom prst="roundRect">
              <a:avLst>
                <a:gd name="adj" fmla="val 50000"/>
              </a:avLst>
            </a:prstGeom>
            <a:solidFill>
              <a:srgbClr val="1E74AD"/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" name="矩形: 圆角 28"/>
            <p:cNvSpPr/>
            <p:nvPr>
              <p:custDataLst>
                <p:tags r:id="rId8"/>
              </p:custDataLst>
            </p:nvPr>
          </p:nvSpPr>
          <p:spPr>
            <a:xfrm>
              <a:off x="3954" y="6217"/>
              <a:ext cx="799" cy="432"/>
            </a:xfrm>
            <a:prstGeom prst="roundRect">
              <a:avLst>
                <a:gd name="adj" fmla="val 50000"/>
              </a:avLst>
            </a:prstGeom>
            <a:solidFill>
              <a:srgbClr val="0DBBAF"/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>
              <p:custDataLst>
                <p:tags r:id="rId9"/>
              </p:custDataLst>
            </p:nvPr>
          </p:nvSpPr>
          <p:spPr>
            <a:xfrm>
              <a:off x="2242" y="5531"/>
              <a:ext cx="1244" cy="9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解题</a:t>
              </a:r>
              <a:b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</a:br>
              <a: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思路</a:t>
              </a:r>
              <a:endParaRPr lang="zh-CN" altLang="en-US" sz="1600" b="1" spc="3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264015" y="3105150"/>
            <a:ext cx="2187575" cy="3347085"/>
            <a:chOff x="17395952" y="4962815"/>
            <a:chExt cx="1235881" cy="2128737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95952" y="4962815"/>
              <a:ext cx="1235881" cy="2128737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7713801" y="5281459"/>
              <a:ext cx="600541" cy="371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提示</a:t>
              </a:r>
              <a:endParaRPr lang="zh-CN" altLang="en-US" sz="3200" dirty="0"/>
            </a:p>
          </p:txBody>
        </p:sp>
      </p:grp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2802890" y="2288540"/>
            <a:ext cx="7174865" cy="7683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buClrTx/>
              <a:buSzTx/>
              <a:buFontTx/>
            </a:pPr>
            <a:r>
              <a:rPr lang="zh-CN" altLang="zh-CN" sz="4400" b="1" dirty="0">
                <a:latin typeface="+mj-ea"/>
                <a:ea typeface="+mj-ea"/>
                <a:cs typeface="+mj-ea"/>
                <a:sym typeface="+mn-ea"/>
              </a:rPr>
              <a:t>谢谢大家学习</a:t>
            </a:r>
            <a:endParaRPr lang="zh-CN" altLang="zh-CN" sz="4400" b="1" dirty="0"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676" y="4489933"/>
            <a:ext cx="6096000" cy="113505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ctr" latinLnBrk="1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2F5496"/>
                </a:solidFill>
                <a:latin typeface="+mn-ea"/>
              </a:rPr>
              <a:t>The wise lead The willing follow</a:t>
            </a:r>
            <a:endParaRPr lang="zh-CN" altLang="zh-CN" sz="2400" b="1" kern="100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zh-CN" sz="2400" b="1" kern="100" dirty="0">
                <a:solidFill>
                  <a:srgbClr val="2F5496"/>
                </a:solidFill>
                <a:latin typeface="+mn-ea"/>
                <a:cs typeface="Times New Roman" panose="02020603050405020304" charset="0"/>
              </a:rPr>
              <a:t>让学习者与优秀者同行</a:t>
            </a:r>
            <a:endParaRPr lang="zh-CN" altLang="en-US" sz="2400" b="1" dirty="0">
              <a:latin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32.xml><?xml version="1.0" encoding="utf-8"?>
<p:tagLst xmlns:p="http://schemas.openxmlformats.org/presentationml/2006/main">
  <p:tag name="KSO_WM_FULL_TEXT_BEAUTIFY_COPY_ID" val="35"/>
</p:tagLst>
</file>

<file path=ppt/tags/tag133.xml><?xml version="1.0" encoding="utf-8"?>
<p:tagLst xmlns:p="http://schemas.openxmlformats.org/presentationml/2006/main">
  <p:tag name="KSO_WM_FULL_TEXT_BEAUTIFY_COPY_ID" val="5"/>
</p:tagLst>
</file>

<file path=ppt/tags/tag134.xml><?xml version="1.0" encoding="utf-8"?>
<p:tagLst xmlns:p="http://schemas.openxmlformats.org/presentationml/2006/main">
  <p:tag name="KSO_WM_FULL_TEXT_BEAUTIFY_COPY_ID" val="10"/>
</p:tagLst>
</file>

<file path=ppt/tags/tag135.xml><?xml version="1.0" encoding="utf-8"?>
<p:tagLst xmlns:p="http://schemas.openxmlformats.org/presentationml/2006/main">
  <p:tag name="KSO_WM_FULL_TEXT_BEAUTIFY_COPY_ID" val="150995359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ISLIDE.PICTURE" val="#237962;"/>
  <p:tag name="ISLIDE.VECTOR" val="#431601;"/>
</p:tagLst>
</file>

<file path=ppt/tags/tag13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3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4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5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6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7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8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3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4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5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6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7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8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1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212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213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214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215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216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217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218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219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220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221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222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223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224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225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226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227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239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256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263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264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265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266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267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268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269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270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271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272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273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274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275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276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277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278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290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297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298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299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300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301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302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303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304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305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306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307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308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309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310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311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312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32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4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4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4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4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4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4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4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4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4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5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5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5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5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5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5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5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5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5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5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6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6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6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6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64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365.xml><?xml version="1.0" encoding="utf-8"?>
<p:tagLst xmlns:p="http://schemas.openxmlformats.org/presentationml/2006/main">
  <p:tag name="KSO_WM_DIAGRAM_VIRTUALLY_FRAME" val="{&quot;height&quot;:333.6891855480546,&quot;left&quot;:181.0367716535433,&quot;top&quot;:150.5,&quot;width&quot;:585.2126771653544}"/>
</p:tagLst>
</file>

<file path=ppt/tags/tag366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367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368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369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370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371.xml><?xml version="1.0" encoding="utf-8"?>
<p:tagLst xmlns:p="http://schemas.openxmlformats.org/presentationml/2006/main">
  <p:tag name="KSO_WM_DIAGRAM_VIRTUALLY_FRAME" val="{&quot;height&quot;:333.6891855480546,&quot;left&quot;:181.0367716535433,&quot;top&quot;:150.5,&quot;width&quot;:585.2126771653544}"/>
</p:tagLst>
</file>

<file path=ppt/tags/tag372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373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374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375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376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377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378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379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380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381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382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383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384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385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386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387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38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8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9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9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9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9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9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9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9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9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9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9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0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0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0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0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0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0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0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0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0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0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1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1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505_1*a*1"/>
  <p:tag name="KSO_WM_TEMPLATE_CATEGORY" val="diagram"/>
  <p:tag name="KSO_WM_TEMPLATE_INDEX" val="2021250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fb909eadf484dc3876a0256f2cb5a48"/>
  <p:tag name="KSO_WM_UNIT_DECORATE_INFO" val=""/>
  <p:tag name="KSO_WM_UNIT_SM_LIMIT_TYPE" val=""/>
  <p:tag name="KSO_WM_CHIP_FILLAREA_FILL_RULE" val="{&quot;fill_align&quot;:&quot;lb&quot;,&quot;fill_mode&quot;:&quot;full&quot;,&quot;sacle_strategy&quot;:&quot;smart&quot;}"/>
  <p:tag name="KSO_WM_ASSEMBLE_CHIP_INDEX" val="ec7b93d0206d4dd484ef81e61a7129e0"/>
  <p:tag name="KSO_WM_UNIT_TEXT_FILL_FORE_SCHEMECOLOR_INDEX_BRIGHTNESS" val="0"/>
  <p:tag name="KSO_WM_UNIT_TEXT_FILL_FORE_SCHEMECOLOR_INDEX" val="13"/>
  <p:tag name="KSO_WM_UNIT_TEXT_FILL_TYPE" val="1"/>
  <p:tag name="KSO_WM_TEMPLATE_ASSEMBLE_XID" val="5f9fcf8958547e52881a49e8"/>
  <p:tag name="KSO_WM_TEMPLATE_ASSEMBLE_GROUPID" val="5f9fcf8958547e52881a49e8"/>
</p:tagLst>
</file>

<file path=ppt/tags/tag413.xml><?xml version="1.0" encoding="utf-8"?>
<p:tagLst xmlns:p="http://schemas.openxmlformats.org/presentationml/2006/main">
  <p:tag name="KSO_WM_SLIDE_ID" val="diagram2021250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505"/>
  <p:tag name="KSO_WM_SLIDE_TYPE" val="text"/>
  <p:tag name="KSO_WM_SLIDE_SUBTYPE" val="picTxt"/>
  <p:tag name="KSO_WM_SLIDE_SIZE" val="959*539"/>
  <p:tag name="KSO_WM_SLIDE_POSITION" val="0*0"/>
  <p:tag name="KSO_WM_DIAGRAM_GROUP_CODE" val="m1-1"/>
  <p:tag name="KSO_WM_SLIDE_DIAGTYPE" val="m"/>
  <p:tag name="KSO_WM_SLIDE_LAYOUT" val="a_d_f"/>
  <p:tag name="KSO_WM_SLIDE_LAYOUT_CNT" val="1_1_1"/>
  <p:tag name="KSO_WM_SLIDE_COLORSCHEME_VERSION" val="3.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1-02T17:21:13&quot;,&quot;maxSize&quot;:{&quot;size1&quot;:49.99961833602962},&quot;minSize&quot;:{&quot;size1&quot;:37.49961833602962},&quot;normalSize&quot;:{&quot;size1&quot;:48.599618336029621},&quot;subLayout&quot;:[{&quot;id&quot;:&quot;2020-11-02T17:21:13&quot;,&quot;maxSize&quot;:{&quot;size1&quot;:51.100000000000001},&quot;minSize&quot;:{&quot;size1&quot;:31.100000000000001},&quot;normalSize&quot;:{&quot;size1&quot;:40.100000000000001},&quot;subLayout&quot;:[{&quot;id&quot;:&quot;2020-11-02T17:21:13&quot;,&quot;margin&quot;:{&quot;bottom&quot;:0.026000002399086952,&quot;left&quot;:2.5399999618530273,&quot;right&quot;:0.026000002399086952,&quot;top&quot;:3.809999942779541},&quot;type&quot;:0},{&quot;id&quot;:&quot;2020-11-02T17:21:13&quot;,&quot;margin&quot;:{&quot;bottom&quot;:4.2329998016357422,&quot;left&quot;:2.5399999618530273,&quot;right&quot;:0.026000002399086952,&quot;top&quot;:0.81999999284744263},&quot;type&quot;:0}],&quot;type&quot;:0},{&quot;id&quot;:&quot;2020-11-02T17:21:13&quot;,&quot;margin&quot;:{&quot;bottom&quot;:1.6929999589920044,&quot;left&quot;:2.1170001029968262,&quot;right&quot;:2.5399999618530273,&quot;top&quot;:1.6929999589920044},&quot;type&quot;:0}],&quot;type&quot;:0}"/>
  <p:tag name="KSO_WM_SLIDE_BACKGROUND" val="[&quot;general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d72ddcd8164b47abbb844c26f9b1c22e&quot;,&quot;fill_align&quot;:&quot;lb&quot;,&quot;text_align&quot;:&quot;lb&quot;,&quot;text_direction&quot;:&quot;horizontal&quot;,&quot;chip_types&quot;:[&quot;header&quot;]},{&quot;fill_id&quot;:&quot;ac4bd4ae6b3343f1999d7f7c8f946581&quot;,&quot;fill_align&quot;:&quot;lt&quot;,&quot;text_align&quot;:&quot;lt&quot;,&quot;text_direction&quot;:&quot;horizontal&quot;,&quot;chip_types&quot;:[&quot;text&quot;,&quot;chart&quot;,&quot;table&quot;]},{&quot;fill_id&quot;:&quot;0d50cc8ab1cb48459d90f269727d3fbc&quot;,&quot;fill_align&quot;:&quot;lm&quot;,&quot;text_align&quot;:&quot;lm&quot;,&quot;text_direction&quot;:&quot;horizontal&quot;,&quot;chip_types&quot;:[&quot;pictext&quot;,&quot;picture&quot;,&quot;chart&quot;,&quot;table&quot;,&quot;video&quot;],&quot;support_features&quot;:[&quot;collage&quot;,&quot;carousel&quot;,&quot;creativecrop&quot;]}]]"/>
  <p:tag name="KSO_WM_CHIP_XID" val="5ef3191ec6295c63c1a2e033"/>
  <p:tag name="KSO_WM_CHIP_GROUPID" val="5ef3191ec6295c63c1a2e032"/>
  <p:tag name="KSO_WM_SLIDE_BK_DARK_LIGHT" val="2"/>
  <p:tag name="KSO_WM_SLIDE_BACKGROUND_TYPE" val="general"/>
  <p:tag name="KSO_WM_SLIDE_SUPPORT_FEATURE_TYPE" val="7"/>
  <p:tag name="KSO_WM_TEMPLATE_ASSEMBLE_XID" val="5f9fcf8958547e52881a49e8"/>
  <p:tag name="KSO_WM_TEMPLATE_ASSEMBLE_GROUPID" val="5f9fcf8958547e52881a49e8"/>
</p:tagLst>
</file>

<file path=ppt/tags/tag41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1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1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1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1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1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2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2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2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2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2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2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2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2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2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2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3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3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3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3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3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3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3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3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3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505_1*a*1"/>
  <p:tag name="KSO_WM_TEMPLATE_CATEGORY" val="diagram"/>
  <p:tag name="KSO_WM_TEMPLATE_INDEX" val="2021250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fb909eadf484dc3876a0256f2cb5a48"/>
  <p:tag name="KSO_WM_UNIT_DECORATE_INFO" val=""/>
  <p:tag name="KSO_WM_UNIT_SM_LIMIT_TYPE" val=""/>
  <p:tag name="KSO_WM_CHIP_FILLAREA_FILL_RULE" val="{&quot;fill_align&quot;:&quot;lb&quot;,&quot;fill_mode&quot;:&quot;full&quot;,&quot;sacle_strategy&quot;:&quot;smart&quot;}"/>
  <p:tag name="KSO_WM_ASSEMBLE_CHIP_INDEX" val="ec7b93d0206d4dd484ef81e61a7129e0"/>
  <p:tag name="KSO_WM_UNIT_TEXT_FILL_FORE_SCHEMECOLOR_INDEX_BRIGHTNESS" val="0"/>
  <p:tag name="KSO_WM_UNIT_TEXT_FILL_FORE_SCHEMECOLOR_INDEX" val="13"/>
  <p:tag name="KSO_WM_UNIT_TEXT_FILL_TYPE" val="1"/>
  <p:tag name="KSO_WM_TEMPLATE_ASSEMBLE_XID" val="5f9fcf8958547e52881a49e8"/>
  <p:tag name="KSO_WM_TEMPLATE_ASSEMBLE_GROUPID" val="5f9fcf8958547e52881a49e8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1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440.xml><?xml version="1.0" encoding="utf-8"?>
<p:tagLst xmlns:p="http://schemas.openxmlformats.org/presentationml/2006/main">
  <p:tag name="KSO_WM_UNIT_PRESET_TEXT" val="单击此处添加文本具体内容，简明扼要地阐述你的观点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f*1_2_1_1"/>
  <p:tag name="KSO_WM_TEMPLATE_CATEGORY" val="diagram"/>
  <p:tag name="KSO_WM_TEMPLATE_INDEX" val="20169686"/>
  <p:tag name="KSO_WM_UNIT_LAYERLEVEL" val="1_1_1_1"/>
  <p:tag name="KSO_WM_TAG_VERSION" val="1.0"/>
  <p:tag name="KSO_WM_UNIT_TEXT_FILL_FORE_SCHEMECOLOR_INDEX" val="13"/>
  <p:tag name="KSO_WM_UNIT_TEXT_FILL_TYPE" val="1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1"/>
  <p:tag name="KSO_WM_TEMPLATE_CATEGORY" val="diagram"/>
  <p:tag name="KSO_WM_TEMPLATE_INDEX" val="20169686"/>
  <p:tag name="KSO_WM_UNIT_LAYERLEVEL" val="1_1_1"/>
  <p:tag name="KSO_WM_TAG_VERSION" val="1.0"/>
  <p:tag name="KSO_WM_UNIT_TEXT_FILL_FORE_SCHEMECOLOR_INDEX" val="2"/>
  <p:tag name="KSO_WM_UNIT_TEXT_FILL_TYPE" val="1"/>
</p:tagLst>
</file>

<file path=ppt/tags/tag4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2"/>
  <p:tag name="KSO_WM_TEMPLATE_CATEGORY" val="diagram"/>
  <p:tag name="KSO_WM_TEMPLATE_INDEX" val="20169686"/>
  <p:tag name="KSO_WM_UNIT_LAYERLEVEL" val="1_1_1"/>
  <p:tag name="KSO_WM_TAG_VERSION" val="1.0"/>
  <p:tag name="KSO_WM_UNIT_FILL_FORE_SCHEMECOLOR_INDEX" val="14"/>
  <p:tag name="KSO_WM_UNIT_FILL_TYPE" val="1"/>
  <p:tag name="KSO_WM_UNIT_TEXT_FILL_FORE_SCHEMECOLOR_INDEX" val="2"/>
  <p:tag name="KSO_WM_UNIT_TEXT_FILL_TYPE" val="1"/>
</p:tagLst>
</file>

<file path=ppt/tags/tag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2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6"/>
  <p:tag name="KSO_WM_UNIT_FILL_TYPE" val="1"/>
  <p:tag name="KSO_WM_UNIT_TEXT_FILL_FORE_SCHEMECOLOR_INDEX" val="14"/>
  <p:tag name="KSO_WM_UNIT_TEXT_FILL_TYPE" val="1"/>
</p:tagLst>
</file>

<file path=ppt/tags/tag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3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4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3"/>
  <p:tag name="KSO_WM_TEMPLATE_CATEGORY" val="diagram"/>
  <p:tag name="KSO_WM_TEMPLATE_INDEX" val="20169686"/>
  <p:tag name="KSO_WM_UNIT_LAYERLEVEL" val="1_1_1"/>
  <p:tag name="KSO_WM_TAG_VERSION" val="1.0"/>
  <p:tag name="KSO_WM_UNIT_TEXT_FILL_FORE_SCHEMECOLOR_INDEX" val="13"/>
  <p:tag name="KSO_WM_UNIT_TEXT_FILL_TYPE" val="1"/>
</p:tagLst>
</file>

<file path=ppt/tags/tag446.xml><?xml version="1.0" encoding="utf-8"?>
<p:tagLst xmlns:p="http://schemas.openxmlformats.org/presentationml/2006/main">
  <p:tag name="KSO_WM_SLIDE_ID" val="diagram2021250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505"/>
  <p:tag name="KSO_WM_SLIDE_TYPE" val="text"/>
  <p:tag name="KSO_WM_SLIDE_SUBTYPE" val="picTxt"/>
  <p:tag name="KSO_WM_SLIDE_SIZE" val="959*539"/>
  <p:tag name="KSO_WM_SLIDE_POSITION" val="0*0"/>
  <p:tag name="KSO_WM_DIAGRAM_GROUP_CODE" val="m1-1"/>
  <p:tag name="KSO_WM_SLIDE_DIAGTYPE" val="m"/>
  <p:tag name="KSO_WM_SLIDE_LAYOUT" val="a_d_f"/>
  <p:tag name="KSO_WM_SLIDE_LAYOUT_CNT" val="1_1_1"/>
  <p:tag name="KSO_WM_SLIDE_COLORSCHEME_VERSION" val="3.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1-02T17:21:13&quot;,&quot;maxSize&quot;:{&quot;size1&quot;:49.99961833602962},&quot;minSize&quot;:{&quot;size1&quot;:37.49961833602962},&quot;normalSize&quot;:{&quot;size1&quot;:48.599618336029621},&quot;subLayout&quot;:[{&quot;id&quot;:&quot;2020-11-02T17:21:13&quot;,&quot;maxSize&quot;:{&quot;size1&quot;:51.100000000000001},&quot;minSize&quot;:{&quot;size1&quot;:31.100000000000001},&quot;normalSize&quot;:{&quot;size1&quot;:40.100000000000001},&quot;subLayout&quot;:[{&quot;id&quot;:&quot;2020-11-02T17:21:13&quot;,&quot;margin&quot;:{&quot;bottom&quot;:0.026000002399086952,&quot;left&quot;:2.5399999618530273,&quot;right&quot;:0.026000002399086952,&quot;top&quot;:3.809999942779541},&quot;type&quot;:0},{&quot;id&quot;:&quot;2020-11-02T17:21:13&quot;,&quot;margin&quot;:{&quot;bottom&quot;:4.2329998016357422,&quot;left&quot;:2.5399999618530273,&quot;right&quot;:0.026000002399086952,&quot;top&quot;:0.81999999284744263},&quot;type&quot;:0}],&quot;type&quot;:0},{&quot;id&quot;:&quot;2020-11-02T17:21:13&quot;,&quot;margin&quot;:{&quot;bottom&quot;:1.6929999589920044,&quot;left&quot;:2.1170001029968262,&quot;right&quot;:2.5399999618530273,&quot;top&quot;:1.6929999589920044},&quot;type&quot;:0}],&quot;type&quot;:0}"/>
  <p:tag name="KSO_WM_SLIDE_BACKGROUND" val="[&quot;general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d72ddcd8164b47abbb844c26f9b1c22e&quot;,&quot;fill_align&quot;:&quot;lb&quot;,&quot;text_align&quot;:&quot;lb&quot;,&quot;text_direction&quot;:&quot;horizontal&quot;,&quot;chip_types&quot;:[&quot;header&quot;]},{&quot;fill_id&quot;:&quot;ac4bd4ae6b3343f1999d7f7c8f946581&quot;,&quot;fill_align&quot;:&quot;lt&quot;,&quot;text_align&quot;:&quot;lt&quot;,&quot;text_direction&quot;:&quot;horizontal&quot;,&quot;chip_types&quot;:[&quot;text&quot;,&quot;chart&quot;,&quot;table&quot;]},{&quot;fill_id&quot;:&quot;0d50cc8ab1cb48459d90f269727d3fbc&quot;,&quot;fill_align&quot;:&quot;lm&quot;,&quot;text_align&quot;:&quot;lm&quot;,&quot;text_direction&quot;:&quot;horizontal&quot;,&quot;chip_types&quot;:[&quot;pictext&quot;,&quot;picture&quot;,&quot;chart&quot;,&quot;table&quot;,&quot;video&quot;],&quot;support_features&quot;:[&quot;collage&quot;,&quot;carousel&quot;,&quot;creativecrop&quot;]}]]"/>
  <p:tag name="KSO_WM_CHIP_XID" val="5ef3191ec6295c63c1a2e033"/>
  <p:tag name="KSO_WM_CHIP_GROUPID" val="5ef3191ec6295c63c1a2e032"/>
  <p:tag name="KSO_WM_SLIDE_BK_DARK_LIGHT" val="2"/>
  <p:tag name="KSO_WM_SLIDE_BACKGROUND_TYPE" val="general"/>
  <p:tag name="KSO_WM_SLIDE_SUPPORT_FEATURE_TYPE" val="7"/>
  <p:tag name="KSO_WM_TEMPLATE_ASSEMBLE_XID" val="5f9fcf8958547e52881a49e8"/>
  <p:tag name="KSO_WM_TEMPLATE_ASSEMBLE_GROUPID" val="5f9fcf8958547e52881a49e8"/>
</p:tagLst>
</file>

<file path=ppt/tags/tag447.xml><?xml version="1.0" encoding="utf-8"?>
<p:tagLst xmlns:p="http://schemas.openxmlformats.org/presentationml/2006/main">
  <p:tag name="KSO_WM_FULL_TEXT_BEAUTIFY_COPY_ID" val="35"/>
</p:tagLst>
</file>

<file path=ppt/tags/tag448.xml><?xml version="1.0" encoding="utf-8"?>
<p:tagLst xmlns:p="http://schemas.openxmlformats.org/presentationml/2006/main">
  <p:tag name="KSO_WM_FULL_TEXT_BEAUTIFY_COPY_ID" val="150995359"/>
</p:tagLst>
</file>

<file path=ppt/tags/tag449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bIns="36195" rtlCol="0" anchor="ctr" anchorCtr="1">
        <a:spAutoFit/>
        <a:scene3d>
          <a:camera prst="orthographicFront"/>
          <a:lightRig rig="threePt" dir="t"/>
        </a:scene3d>
        <a:sp3d contourW="12700"/>
      </a:bodyPr>
      <a:lstStyle>
        <a:defPPr algn="ctr">
          <a:buClrTx/>
          <a:buSzTx/>
          <a:buFontTx/>
          <a:defRPr lang="zh-CN" altLang="en-US" sz="3200" b="1" dirty="0" smtClean="0">
            <a:latin typeface="+mj-ea"/>
            <a:ea typeface="+mj-ea"/>
            <a:cs typeface="+mj-ea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5711</Words>
  <Application>WPS 演示</Application>
  <PresentationFormat>宽屏</PresentationFormat>
  <Paragraphs>563</Paragraphs>
  <Slides>50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50</vt:i4>
      </vt:variant>
    </vt:vector>
  </HeadingPairs>
  <TitlesOfParts>
    <vt:vector size="67" baseType="lpstr">
      <vt:lpstr>Arial</vt:lpstr>
      <vt:lpstr>宋体</vt:lpstr>
      <vt:lpstr>Wingdings</vt:lpstr>
      <vt:lpstr>微软雅黑</vt:lpstr>
      <vt:lpstr>Wingdings</vt:lpstr>
      <vt:lpstr>Kaiti SC Bold</vt:lpstr>
      <vt:lpstr>JetBrainsMono NF</vt:lpstr>
      <vt:lpstr>Segoe UI</vt:lpstr>
      <vt:lpstr>Arial</vt:lpstr>
      <vt:lpstr>思源宋体</vt:lpstr>
      <vt:lpstr>Helvetica</vt:lpstr>
      <vt:lpstr>Times New Roman</vt:lpstr>
      <vt:lpstr>等线</vt:lpstr>
      <vt:lpstr>DIN-BoldItalic</vt:lpstr>
      <vt:lpstr>1_自定义设计方案</vt:lpstr>
      <vt:lpstr>自定义设计方案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1177</cp:revision>
  <dcterms:created xsi:type="dcterms:W3CDTF">2019-06-19T02:08:00Z</dcterms:created>
  <dcterms:modified xsi:type="dcterms:W3CDTF">2026-05-23T11:55:24Z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1C68FE03B46E417E9E90957A2D68133F_13</vt:lpwstr>
  </property>
</Properties>
</file>