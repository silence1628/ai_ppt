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47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49" r:id="rId15"/>
    <p:sldId id="2850" r:id="rId16"/>
    <p:sldId id="2851" r:id="rId17"/>
    <p:sldId id="2852" r:id="rId18"/>
    <p:sldId id="2853" r:id="rId19"/>
    <p:sldId id="2854" r:id="rId20"/>
    <p:sldId id="2855" r:id="rId21"/>
    <p:sldId id="2856" r:id="rId22"/>
    <p:sldId id="2857" r:id="rId23"/>
    <p:sldId id="2858" r:id="rId24"/>
    <p:sldId id="2859" r:id="rId25"/>
    <p:sldId id="2860" r:id="rId26"/>
    <p:sldId id="2861" r:id="rId27"/>
    <p:sldId id="2862" r:id="rId28"/>
    <p:sldId id="2830" r:id="rId29"/>
    <p:sldId id="2838" r:id="rId30"/>
    <p:sldId id="2839" r:id="rId31"/>
    <p:sldId id="2840" r:id="rId32"/>
    <p:sldId id="2841" r:id="rId33"/>
    <p:sldId id="2842" r:id="rId34"/>
    <p:sldId id="2843" r:id="rId35"/>
    <p:sldId id="2844" r:id="rId36"/>
    <p:sldId id="2845" r:id="rId37"/>
    <p:sldId id="2846" r:id="rId38"/>
    <p:sldId id="2847" r:id="rId39"/>
    <p:sldId id="2848" r:id="rId40"/>
    <p:sldId id="2832" r:id="rId41"/>
    <p:sldId id="2833" r:id="rId42"/>
    <p:sldId id="2835" r:id="rId43"/>
    <p:sldId id="2836" r:id="rId44"/>
    <p:sldId id="2837" r:id="rId45"/>
    <p:sldId id="1698" r:id="rId46"/>
  </p:sldIdLst>
  <p:sldSz cx="12192000" cy="6858000"/>
  <p:notesSz cx="6858000" cy="9144000"/>
  <p:custDataLst>
    <p:tags r:id="rId5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49"/>
            <p14:sldId id="2850"/>
            <p14:sldId id="2851"/>
            <p14:sldId id="2852"/>
            <p14:sldId id="2853"/>
            <p14:sldId id="2854"/>
            <p14:sldId id="2855"/>
            <p14:sldId id="2856"/>
            <p14:sldId id="2857"/>
            <p14:sldId id="2858"/>
            <p14:sldId id="2859"/>
            <p14:sldId id="2860"/>
            <p14:sldId id="2861"/>
            <p14:sldId id="2862"/>
            <p14:sldId id="2830"/>
            <p14:sldId id="2838"/>
            <p14:sldId id="2839"/>
            <p14:sldId id="2840"/>
            <p14:sldId id="2841"/>
            <p14:sldId id="2842"/>
            <p14:sldId id="2843"/>
            <p14:sldId id="2844"/>
            <p14:sldId id="2845"/>
            <p14:sldId id="2846"/>
            <p14:sldId id="2847"/>
            <p14:sldId id="2848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2" Type="http://schemas.openxmlformats.org/officeDocument/2006/relationships/tags" Target="tags/tag370.xml"/><Relationship Id="rId51" Type="http://schemas.openxmlformats.org/officeDocument/2006/relationships/commentAuthors" Target="commentAuthors.xml"/><Relationship Id="rId50" Type="http://schemas.openxmlformats.org/officeDocument/2006/relationships/tableStyles" Target="tableStyles.xml"/><Relationship Id="rId5" Type="http://schemas.openxmlformats.org/officeDocument/2006/relationships/slide" Target="slides/slide1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handoutMaster" Target="handoutMasters/handoutMaster1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0" Type="http://schemas.openxmlformats.org/officeDocument/2006/relationships/slide" Target="slides/slide35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" Type="http://schemas.openxmlformats.org/officeDocument/2006/relationships/tags" Target="../tags/tag212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31.xml"/><Relationship Id="rId8" Type="http://schemas.openxmlformats.org/officeDocument/2006/relationships/tags" Target="../tags/tag230.xml"/><Relationship Id="rId7" Type="http://schemas.openxmlformats.org/officeDocument/2006/relationships/tags" Target="../tags/tag229.xml"/><Relationship Id="rId6" Type="http://schemas.openxmlformats.org/officeDocument/2006/relationships/tags" Target="../tags/tag228.xml"/><Relationship Id="rId5" Type="http://schemas.openxmlformats.org/officeDocument/2006/relationships/tags" Target="../tags/tag227.xml"/><Relationship Id="rId4" Type="http://schemas.openxmlformats.org/officeDocument/2006/relationships/tags" Target="../tags/tag226.xml"/><Relationship Id="rId3" Type="http://schemas.openxmlformats.org/officeDocument/2006/relationships/tags" Target="../tags/tag225.xml"/><Relationship Id="rId2" Type="http://schemas.openxmlformats.org/officeDocument/2006/relationships/tags" Target="../tags/tag224.xml"/><Relationship Id="rId12" Type="http://schemas.openxmlformats.org/officeDocument/2006/relationships/notesSlide" Target="../notesSlides/notesSlide8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232.xml"/><Relationship Id="rId1" Type="http://schemas.openxmlformats.org/officeDocument/2006/relationships/tags" Target="../tags/tag2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35.xml"/><Relationship Id="rId2" Type="http://schemas.openxmlformats.org/officeDocument/2006/relationships/tags" Target="../tags/tag234.xml"/><Relationship Id="rId1" Type="http://schemas.openxmlformats.org/officeDocument/2006/relationships/tags" Target="../tags/tag233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44.xml"/><Relationship Id="rId8" Type="http://schemas.openxmlformats.org/officeDocument/2006/relationships/tags" Target="../tags/tag243.xml"/><Relationship Id="rId7" Type="http://schemas.openxmlformats.org/officeDocument/2006/relationships/tags" Target="../tags/tag242.xml"/><Relationship Id="rId6" Type="http://schemas.openxmlformats.org/officeDocument/2006/relationships/tags" Target="../tags/tag241.xml"/><Relationship Id="rId5" Type="http://schemas.openxmlformats.org/officeDocument/2006/relationships/tags" Target="../tags/tag240.xml"/><Relationship Id="rId4" Type="http://schemas.openxmlformats.org/officeDocument/2006/relationships/tags" Target="../tags/tag239.xml"/><Relationship Id="rId3" Type="http://schemas.openxmlformats.org/officeDocument/2006/relationships/tags" Target="../tags/tag238.xml"/><Relationship Id="rId2" Type="http://schemas.openxmlformats.org/officeDocument/2006/relationships/tags" Target="../tags/tag237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247.xml"/><Relationship Id="rId11" Type="http://schemas.openxmlformats.org/officeDocument/2006/relationships/tags" Target="../tags/tag246.xml"/><Relationship Id="rId10" Type="http://schemas.openxmlformats.org/officeDocument/2006/relationships/tags" Target="../tags/tag245.xml"/><Relationship Id="rId1" Type="http://schemas.openxmlformats.org/officeDocument/2006/relationships/tags" Target="../tags/tag23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251.xml"/><Relationship Id="rId3" Type="http://schemas.openxmlformats.org/officeDocument/2006/relationships/tags" Target="../tags/tag250.xml"/><Relationship Id="rId2" Type="http://schemas.openxmlformats.org/officeDocument/2006/relationships/tags" Target="../tags/tag249.xml"/><Relationship Id="rId1" Type="http://schemas.openxmlformats.org/officeDocument/2006/relationships/tags" Target="../tags/tag248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60.xml"/><Relationship Id="rId8" Type="http://schemas.openxmlformats.org/officeDocument/2006/relationships/tags" Target="../tags/tag259.xml"/><Relationship Id="rId7" Type="http://schemas.openxmlformats.org/officeDocument/2006/relationships/tags" Target="../tags/tag258.xml"/><Relationship Id="rId6" Type="http://schemas.openxmlformats.org/officeDocument/2006/relationships/tags" Target="../tags/tag257.xml"/><Relationship Id="rId5" Type="http://schemas.openxmlformats.org/officeDocument/2006/relationships/tags" Target="../tags/tag256.xml"/><Relationship Id="rId4" Type="http://schemas.openxmlformats.org/officeDocument/2006/relationships/tags" Target="../tags/tag255.xml"/><Relationship Id="rId3" Type="http://schemas.openxmlformats.org/officeDocument/2006/relationships/tags" Target="../tags/tag254.xml"/><Relationship Id="rId2" Type="http://schemas.openxmlformats.org/officeDocument/2006/relationships/tags" Target="../tags/tag253.xml"/><Relationship Id="rId12" Type="http://schemas.openxmlformats.org/officeDocument/2006/relationships/notesSlide" Target="../notesSlides/notesSlide13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261.xml"/><Relationship Id="rId1" Type="http://schemas.openxmlformats.org/officeDocument/2006/relationships/tags" Target="../tags/tag25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64.xml"/><Relationship Id="rId2" Type="http://schemas.openxmlformats.org/officeDocument/2006/relationships/tags" Target="../tags/tag263.xml"/><Relationship Id="rId1" Type="http://schemas.openxmlformats.org/officeDocument/2006/relationships/tags" Target="../tags/tag26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268.xml"/><Relationship Id="rId3" Type="http://schemas.openxmlformats.org/officeDocument/2006/relationships/tags" Target="../tags/tag267.xml"/><Relationship Id="rId2" Type="http://schemas.openxmlformats.org/officeDocument/2006/relationships/tags" Target="../tags/tag266.xml"/><Relationship Id="rId1" Type="http://schemas.openxmlformats.org/officeDocument/2006/relationships/tags" Target="../tags/tag265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277.xml"/><Relationship Id="rId8" Type="http://schemas.openxmlformats.org/officeDocument/2006/relationships/tags" Target="../tags/tag276.xml"/><Relationship Id="rId7" Type="http://schemas.openxmlformats.org/officeDocument/2006/relationships/tags" Target="../tags/tag275.xml"/><Relationship Id="rId6" Type="http://schemas.openxmlformats.org/officeDocument/2006/relationships/tags" Target="../tags/tag274.xml"/><Relationship Id="rId5" Type="http://schemas.openxmlformats.org/officeDocument/2006/relationships/tags" Target="../tags/tag273.xml"/><Relationship Id="rId4" Type="http://schemas.openxmlformats.org/officeDocument/2006/relationships/tags" Target="../tags/tag272.xml"/><Relationship Id="rId3" Type="http://schemas.openxmlformats.org/officeDocument/2006/relationships/tags" Target="../tags/tag271.xml"/><Relationship Id="rId2" Type="http://schemas.openxmlformats.org/officeDocument/2006/relationships/tags" Target="../tags/tag270.xml"/><Relationship Id="rId12" Type="http://schemas.openxmlformats.org/officeDocument/2006/relationships/notesSlide" Target="../notesSlides/notesSlide18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278.xml"/><Relationship Id="rId1" Type="http://schemas.openxmlformats.org/officeDocument/2006/relationships/tags" Target="../tags/tag26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87.xml"/><Relationship Id="rId8" Type="http://schemas.openxmlformats.org/officeDocument/2006/relationships/tags" Target="../tags/tag286.xml"/><Relationship Id="rId7" Type="http://schemas.openxmlformats.org/officeDocument/2006/relationships/tags" Target="../tags/tag285.xml"/><Relationship Id="rId6" Type="http://schemas.openxmlformats.org/officeDocument/2006/relationships/tags" Target="../tags/tag284.xml"/><Relationship Id="rId5" Type="http://schemas.openxmlformats.org/officeDocument/2006/relationships/tags" Target="../tags/tag283.xml"/><Relationship Id="rId4" Type="http://schemas.openxmlformats.org/officeDocument/2006/relationships/tags" Target="../tags/tag282.xml"/><Relationship Id="rId3" Type="http://schemas.openxmlformats.org/officeDocument/2006/relationships/tags" Target="../tags/tag281.xml"/><Relationship Id="rId26" Type="http://schemas.openxmlformats.org/officeDocument/2006/relationships/notesSlide" Target="../notesSlides/notesSlide20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02.xml"/><Relationship Id="rId23" Type="http://schemas.openxmlformats.org/officeDocument/2006/relationships/tags" Target="../tags/tag301.xml"/><Relationship Id="rId22" Type="http://schemas.openxmlformats.org/officeDocument/2006/relationships/tags" Target="../tags/tag300.xml"/><Relationship Id="rId21" Type="http://schemas.openxmlformats.org/officeDocument/2006/relationships/tags" Target="../tags/tag299.xml"/><Relationship Id="rId20" Type="http://schemas.openxmlformats.org/officeDocument/2006/relationships/tags" Target="../tags/tag298.xml"/><Relationship Id="rId2" Type="http://schemas.openxmlformats.org/officeDocument/2006/relationships/tags" Target="../tags/tag280.xml"/><Relationship Id="rId19" Type="http://schemas.openxmlformats.org/officeDocument/2006/relationships/tags" Target="../tags/tag297.xml"/><Relationship Id="rId18" Type="http://schemas.openxmlformats.org/officeDocument/2006/relationships/tags" Target="../tags/tag296.xml"/><Relationship Id="rId17" Type="http://schemas.openxmlformats.org/officeDocument/2006/relationships/tags" Target="../tags/tag295.xml"/><Relationship Id="rId16" Type="http://schemas.openxmlformats.org/officeDocument/2006/relationships/tags" Target="../tags/tag294.xml"/><Relationship Id="rId15" Type="http://schemas.openxmlformats.org/officeDocument/2006/relationships/tags" Target="../tags/tag293.xml"/><Relationship Id="rId14" Type="http://schemas.openxmlformats.org/officeDocument/2006/relationships/tags" Target="../tags/tag292.xml"/><Relationship Id="rId13" Type="http://schemas.openxmlformats.org/officeDocument/2006/relationships/tags" Target="../tags/tag291.xml"/><Relationship Id="rId12" Type="http://schemas.openxmlformats.org/officeDocument/2006/relationships/tags" Target="../tags/tag290.xml"/><Relationship Id="rId11" Type="http://schemas.openxmlformats.org/officeDocument/2006/relationships/tags" Target="../tags/tag289.xml"/><Relationship Id="rId10" Type="http://schemas.openxmlformats.org/officeDocument/2006/relationships/tags" Target="../tags/tag288.xml"/><Relationship Id="rId1" Type="http://schemas.openxmlformats.org/officeDocument/2006/relationships/tags" Target="../tags/tag279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5.xml"/><Relationship Id="rId6" Type="http://schemas.openxmlformats.org/officeDocument/2006/relationships/tags" Target="../tags/tag308.xml"/><Relationship Id="rId5" Type="http://schemas.openxmlformats.org/officeDocument/2006/relationships/tags" Target="../tags/tag307.xml"/><Relationship Id="rId4" Type="http://schemas.openxmlformats.org/officeDocument/2006/relationships/tags" Target="../tags/tag306.xml"/><Relationship Id="rId3" Type="http://schemas.openxmlformats.org/officeDocument/2006/relationships/tags" Target="../tags/tag305.xml"/><Relationship Id="rId2" Type="http://schemas.openxmlformats.org/officeDocument/2006/relationships/tags" Target="../tags/tag304.xml"/><Relationship Id="rId1" Type="http://schemas.openxmlformats.org/officeDocument/2006/relationships/tags" Target="../tags/tag30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9" Type="http://schemas.openxmlformats.org/officeDocument/2006/relationships/tags" Target="../tags/tag317.xml"/><Relationship Id="rId8" Type="http://schemas.openxmlformats.org/officeDocument/2006/relationships/tags" Target="../tags/tag316.xml"/><Relationship Id="rId7" Type="http://schemas.openxmlformats.org/officeDocument/2006/relationships/tags" Target="../tags/tag315.xml"/><Relationship Id="rId6" Type="http://schemas.openxmlformats.org/officeDocument/2006/relationships/tags" Target="../tags/tag314.xml"/><Relationship Id="rId5" Type="http://schemas.openxmlformats.org/officeDocument/2006/relationships/tags" Target="../tags/tag313.xml"/><Relationship Id="rId4" Type="http://schemas.openxmlformats.org/officeDocument/2006/relationships/tags" Target="../tags/tag312.xml"/><Relationship Id="rId3" Type="http://schemas.openxmlformats.org/officeDocument/2006/relationships/tags" Target="../tags/tag311.xml"/><Relationship Id="rId26" Type="http://schemas.openxmlformats.org/officeDocument/2006/relationships/notesSlide" Target="../notesSlides/notesSlide2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32.xml"/><Relationship Id="rId23" Type="http://schemas.openxmlformats.org/officeDocument/2006/relationships/tags" Target="../tags/tag331.xml"/><Relationship Id="rId22" Type="http://schemas.openxmlformats.org/officeDocument/2006/relationships/tags" Target="../tags/tag330.xml"/><Relationship Id="rId21" Type="http://schemas.openxmlformats.org/officeDocument/2006/relationships/tags" Target="../tags/tag329.xml"/><Relationship Id="rId20" Type="http://schemas.openxmlformats.org/officeDocument/2006/relationships/tags" Target="../tags/tag328.xml"/><Relationship Id="rId2" Type="http://schemas.openxmlformats.org/officeDocument/2006/relationships/tags" Target="../tags/tag310.xml"/><Relationship Id="rId19" Type="http://schemas.openxmlformats.org/officeDocument/2006/relationships/tags" Target="../tags/tag327.xml"/><Relationship Id="rId18" Type="http://schemas.openxmlformats.org/officeDocument/2006/relationships/tags" Target="../tags/tag326.xml"/><Relationship Id="rId17" Type="http://schemas.openxmlformats.org/officeDocument/2006/relationships/tags" Target="../tags/tag325.xml"/><Relationship Id="rId16" Type="http://schemas.openxmlformats.org/officeDocument/2006/relationships/tags" Target="../tags/tag324.xml"/><Relationship Id="rId15" Type="http://schemas.openxmlformats.org/officeDocument/2006/relationships/tags" Target="../tags/tag323.xml"/><Relationship Id="rId14" Type="http://schemas.openxmlformats.org/officeDocument/2006/relationships/tags" Target="../tags/tag322.xml"/><Relationship Id="rId13" Type="http://schemas.openxmlformats.org/officeDocument/2006/relationships/tags" Target="../tags/tag321.xml"/><Relationship Id="rId12" Type="http://schemas.openxmlformats.org/officeDocument/2006/relationships/tags" Target="../tags/tag320.xml"/><Relationship Id="rId11" Type="http://schemas.openxmlformats.org/officeDocument/2006/relationships/tags" Target="../tags/tag319.xml"/><Relationship Id="rId10" Type="http://schemas.openxmlformats.org/officeDocument/2006/relationships/tags" Target="../tags/tag318.xml"/><Relationship Id="rId1" Type="http://schemas.openxmlformats.org/officeDocument/2006/relationships/tags" Target="../tags/tag30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334.xml"/><Relationship Id="rId1" Type="http://schemas.openxmlformats.org/officeDocument/2006/relationships/tags" Target="../tags/tag333.xml"/></Relationships>
</file>

<file path=ppt/slides/_rels/slide39.xml.rels><?xml version="1.0" encoding="UTF-8" standalone="yes"?>
<Relationships xmlns="http://schemas.openxmlformats.org/package/2006/relationships"><Relationship Id="rId9" Type="http://schemas.openxmlformats.org/officeDocument/2006/relationships/tags" Target="../tags/tag343.xml"/><Relationship Id="rId8" Type="http://schemas.openxmlformats.org/officeDocument/2006/relationships/tags" Target="../tags/tag342.xml"/><Relationship Id="rId7" Type="http://schemas.openxmlformats.org/officeDocument/2006/relationships/tags" Target="../tags/tag341.xml"/><Relationship Id="rId6" Type="http://schemas.openxmlformats.org/officeDocument/2006/relationships/tags" Target="../tags/tag340.xml"/><Relationship Id="rId5" Type="http://schemas.openxmlformats.org/officeDocument/2006/relationships/tags" Target="../tags/tag339.xml"/><Relationship Id="rId4" Type="http://schemas.openxmlformats.org/officeDocument/2006/relationships/tags" Target="../tags/tag338.xml"/><Relationship Id="rId3" Type="http://schemas.openxmlformats.org/officeDocument/2006/relationships/tags" Target="../tags/tag337.xml"/><Relationship Id="rId26" Type="http://schemas.openxmlformats.org/officeDocument/2006/relationships/notesSlide" Target="../notesSlides/notesSlide23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58.xml"/><Relationship Id="rId23" Type="http://schemas.openxmlformats.org/officeDocument/2006/relationships/tags" Target="../tags/tag357.xml"/><Relationship Id="rId22" Type="http://schemas.openxmlformats.org/officeDocument/2006/relationships/tags" Target="../tags/tag356.xml"/><Relationship Id="rId21" Type="http://schemas.openxmlformats.org/officeDocument/2006/relationships/tags" Target="../tags/tag355.xml"/><Relationship Id="rId20" Type="http://schemas.openxmlformats.org/officeDocument/2006/relationships/tags" Target="../tags/tag354.xml"/><Relationship Id="rId2" Type="http://schemas.openxmlformats.org/officeDocument/2006/relationships/tags" Target="../tags/tag336.xml"/><Relationship Id="rId19" Type="http://schemas.openxmlformats.org/officeDocument/2006/relationships/tags" Target="../tags/tag353.xml"/><Relationship Id="rId18" Type="http://schemas.openxmlformats.org/officeDocument/2006/relationships/tags" Target="../tags/tag352.xml"/><Relationship Id="rId17" Type="http://schemas.openxmlformats.org/officeDocument/2006/relationships/tags" Target="../tags/tag351.xml"/><Relationship Id="rId16" Type="http://schemas.openxmlformats.org/officeDocument/2006/relationships/tags" Target="../tags/tag350.xml"/><Relationship Id="rId15" Type="http://schemas.openxmlformats.org/officeDocument/2006/relationships/tags" Target="../tags/tag349.xml"/><Relationship Id="rId14" Type="http://schemas.openxmlformats.org/officeDocument/2006/relationships/tags" Target="../tags/tag348.xml"/><Relationship Id="rId13" Type="http://schemas.openxmlformats.org/officeDocument/2006/relationships/tags" Target="../tags/tag347.xml"/><Relationship Id="rId12" Type="http://schemas.openxmlformats.org/officeDocument/2006/relationships/tags" Target="../tags/tag346.xml"/><Relationship Id="rId11" Type="http://schemas.openxmlformats.org/officeDocument/2006/relationships/tags" Target="../tags/tag345.xml"/><Relationship Id="rId10" Type="http://schemas.openxmlformats.org/officeDocument/2006/relationships/tags" Target="../tags/tag344.xml"/><Relationship Id="rId1" Type="http://schemas.openxmlformats.org/officeDocument/2006/relationships/tags" Target="../tags/tag335.xml"/></Relationships>
</file>

<file path=ppt/slides/_rels/slide40.xml.rels><?xml version="1.0" encoding="UTF-8" standalone="yes"?>
<Relationships xmlns="http://schemas.openxmlformats.org/package/2006/relationships"><Relationship Id="rId9" Type="http://schemas.openxmlformats.org/officeDocument/2006/relationships/tags" Target="../tags/tag366.xml"/><Relationship Id="rId8" Type="http://schemas.openxmlformats.org/officeDocument/2006/relationships/tags" Target="../tags/tag365.xml"/><Relationship Id="rId7" Type="http://schemas.openxmlformats.org/officeDocument/2006/relationships/tags" Target="../tags/tag364.xml"/><Relationship Id="rId6" Type="http://schemas.openxmlformats.org/officeDocument/2006/relationships/tags" Target="../tags/tag363.xml"/><Relationship Id="rId5" Type="http://schemas.openxmlformats.org/officeDocument/2006/relationships/image" Target="../media/image12.jpeg"/><Relationship Id="rId4" Type="http://schemas.openxmlformats.org/officeDocument/2006/relationships/tags" Target="../tags/tag362.xml"/><Relationship Id="rId3" Type="http://schemas.openxmlformats.org/officeDocument/2006/relationships/tags" Target="../tags/tag361.xml"/><Relationship Id="rId2" Type="http://schemas.openxmlformats.org/officeDocument/2006/relationships/tags" Target="../tags/tag360.xml"/><Relationship Id="rId13" Type="http://schemas.openxmlformats.org/officeDocument/2006/relationships/notesSlide" Target="../notesSlides/notesSlide24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367.xml"/><Relationship Id="rId10" Type="http://schemas.openxmlformats.org/officeDocument/2006/relationships/image" Target="../media/image13.png"/><Relationship Id="rId1" Type="http://schemas.openxmlformats.org/officeDocument/2006/relationships/tags" Target="../tags/tag359.xml"/></Relationships>
</file>

<file path=ppt/slides/_rels/slide4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369.xml"/><Relationship Id="rId2" Type="http://schemas.openxmlformats.org/officeDocument/2006/relationships/tags" Target="../tags/tag368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第二章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提示词工程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智能体应用初探专项实战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715770"/>
            <a:ext cx="6534785" cy="36290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某物流分拣中心每天处理上万件包裹，从卸货到装车需经过扫码、称重、分拣、复核等固定步骤，操作员只需照屏幕提示执行，这套流程已稳定运行三年。然而，经理希望引入新系统：让系统自主判断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遇到条码污损包裹，先清洁再扫码；发现疑似易碎品，自动改走缓降滑道；还能根据实时车流调整分拣优先级。这引发了与传统自动化流程的本质差异思考：新系统需要具备哪些功能才能在企业场景中稳定工作？如何用指令让系统理解并执行经理的设想？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新系统与传统工作流的核心区别是什么？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新系统需要具备哪些功能才能稳定工作？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如何用你的话对系统下指令来实现经理的想法？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本章旨在帮助学员建立提示词工程的基础认知，理解提示词在智能体系统中的核心作用，掌握提示词工程的基本目标、基本原理和基本工作环境。</a:t>
            </a:r>
            <a:endParaRPr 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理解提示词在智能体系统中的核心作用；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掌握提示词工程的基本目标、基本原理和基本工作环境；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认识到提示词是对智能体行为的显式设计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能从系统设计视角理解提示词即行为设计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能围绕确定性、逻辑性、效率三个维度分析一个提示词是否优质；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能围绕确定性、逻辑性、效率三个维度分析一个提示词是否优质；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从智能体系统设计视角理解提示词即行为设计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能使用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RAGFlow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工作流开展提示词测试、记录和迭代优化；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能判断如何构建提示词，约束智能体输出符合场景需求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重点：理解提示词如何影响智能体的决策过程与输出稳定性；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难点：从文字生成过渡到提示词塑造模型行为的系统化认知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dirty="0" smtClean="0">
                <a:cs typeface="+mn-ea"/>
                <a:sym typeface="+mn-lt"/>
              </a:rPr>
              <a:t>Agent Skill</a:t>
            </a:r>
            <a:endParaRPr lang="en-US" sz="2400" dirty="0" smtClean="0"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工具调用基础原理与配置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的平台实践中，学员会接触到两类工具调用能力：平台内置工具和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Function Calling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（自定义函数）。内置工具接入门槛低，适合快速体验和原型验证；而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Function Calling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灵活度高，能够更贴合具体业务需求。无论选择哪种方式，两者共同的工程要求是必须拥有清晰的输入输出定义，最好以结构化的方式明确字段类型并稳定输出内容。同时，必须为每个工具调用设计兜底结果，以应对调用失败或异常场景。如果工具返回的是长篇原始文本，后续节点往往难以有效消费这些数据；相反，如果返回的是结构化字段（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对象），则工作流更容易稳定运行。这一判断是工具设计中的核心工程原则，直接影响工作流的健壮性和可维护性。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对低代码工作流而言，工具调用前的门控机制是一项基础却极易被忽视的设计。许多学员在接好工具后，习惯性地将用户输入直接连接到工具节点，期望系统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边理解边执行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种做法在演示环境中偶尔能跑通，但在真实任务中非常容易失控，导致接口被错误触发或参数不完整。更专业的做法是先做门控，再进行调用。所谓门控，就是在进入工具节点前，先判断当前任务是否已具备执行条件。以市场需求分析场景为例，至少应先确认产品方向、行业范围、关注主题等关键信息是否齐全；如果条件不足，则应走追问分支，而不是勉强发起调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RAGflow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中，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IF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节点可以很好地实现门控机制。学员需要理解，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IF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节点在这里不仅是一个流程语法，更承担着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执行授权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的角色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只有当前置条件满足时，工具节点才获得执行资格。这种设计带来三个核心价值：第一，减少无意义调用，避免接口被错误触发，节省资源；第二，提高参数质量，降低调用失败率，确保每次调用都有完整输入；第三，让后续排障更清晰，能够快速定位问题出在条件判断环节还是调用本身。学员应借此建立认知：工作流中的每一次外部调用，都应被视为有成本、有风险的动作，而不是模型想到就做的随手行为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rgbClr val="006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b="1" dirty="0" smtClean="0">
                <a:solidFill>
                  <a:srgbClr val="0064D2"/>
                </a:solidFill>
                <a:cs typeface="+mn-ea"/>
                <a:sym typeface="+mn-lt"/>
              </a:rPr>
              <a:t>Agent Skill</a:t>
            </a:r>
            <a:endParaRPr lang="en-US" sz="2400" b="1" dirty="0" smtClean="0">
              <a:solidFill>
                <a:srgbClr val="0064D2"/>
              </a:solidFill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工具调用基础原理与配置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 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Anthropic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公司提出的概念，旨在解决复杂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系统中能力复用与组合的问题，目前已成为行业中的标准设计模式。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是一个模块化、可复用、可组合的能力包，能够被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 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按需加载和调用。与传统的把所有规则写在一个提示词里不同，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将某类任务相关的指令、资源和工具封装成一个独立的单元。为了更好地理解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的独特性，可以将其与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进行对比：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Prompt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是对单次推理的语言约束，面向模型输出，不可跨任务复用；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是对外部执行能力的调用接口，通常是函数、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API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或脚本，无内嵌规则；而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则是围绕某类任务沉淀的可复用能力单元，包含指令、资源、示例，可组合使用。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41700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5031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11650" y="2206625"/>
            <a:ext cx="731202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从软件工程角度看，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对应了关注点分离与高内聚低耦合的设计原则。模块化的设计让每项能力边界清晰，便于独立开发、测试和版本管理。同一个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可以在多个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或流程中被按需复用加载，这样既能避免重复劳动，又能减少常驻上下文占用。多个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还可以像积木一样组合，形成更复杂的能力，从而提升整个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系统的灵活性和可维护性。这种设计思路使得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成为构建高效、可扩展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AI 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系统的关键组件。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 rot="0">
            <a:off x="326390" y="1431290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" name="矩形 8"/>
          <p:cNvSpPr/>
          <p:nvPr/>
        </p:nvSpPr>
        <p:spPr>
          <a:xfrm>
            <a:off x="83369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58470" y="2379980"/>
            <a:ext cx="7291705" cy="3641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根据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2026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年的工程最佳实践，一个规范的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通常包含三层结构：元数据层、指令层和资源层。元数据层包括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名称、简要描述、适用场景、版本号等信息，其作用是帮助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发现并选择哪个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适合当前任务。指令层包含详细的执行规则、约束条件、步骤分解、输出格式要求等，在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激活时加载到上下文中，用于指导模型的行为。资源层则提供具体的数据、工具函数、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示例、模板、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API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密钥等，在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执行时被调用，为实际运行提供所需的素材。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4241800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488334" y="1904999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686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一三层架构的设计思想是分层解耦：元数据用于发现，指令用于行为约束，资源用于实际执行。三层各有侧重，便于独立演进。例如，当业务规则发生变化时，只需修改指令层的内容，而无需改动元数据和资源层；同样，当需要更新数据源或工具时，也只需调整资源层。这种分层设计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的维护和升级更加灵活高效，也降低了各层之间的耦合度，符合软件工程中的最佳实践。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2975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673100" y="1967230"/>
            <a:ext cx="7158355" cy="42024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一个可复用的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必须明确其输入输出的形式与规则，这类似于编程中函数的签名。接口定义不清的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会变成黑盒，难以被其他开发者或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正确调用。与软件开发类似，接口设计是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能否被复用的关键。如果输入输出不明确，后续组合或替换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时会非常困难。因此，在设计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时，需要清晰地定义输入参数的类型、结构和含义，以及输出结果的格式和内容。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8368684" y="1773555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0"/>
          <p:cNvSpPr/>
          <p:nvPr/>
        </p:nvSpPr>
        <p:spPr>
          <a:xfrm>
            <a:off x="478282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12775" y="2370138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031105" y="1828165"/>
            <a:ext cx="6608445" cy="40030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在实践中，可以先从最简单的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处理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→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模式开始，逐步增加校验、异常处理和版本管理。例如，一个数据清洗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的输入可以是一个包含原始数据的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对象，输出则是清洗后的规范数据。随着使用场景的扩展，可以逐步加入输入参数校验、错误处理机制以及版本号管理，确保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的稳定性和可追溯性。通过这样的迭代优化，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的接口会越来越健壮，复用性也会越来越高。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3854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82755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27050" y="2218055"/>
            <a:ext cx="7366000" cy="4097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判断一个逻辑是否适合封装为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，可以从三个维度来考量。首先是是否多次使用：如果某段逻辑只在当前对话流程中用到，换一个场景就毫无意义，那就没有必要单独建立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相反，如果同样的处理步骤在多个业务场景、不同用户请求中都会出现，那么把它固化下来，就能避免每次都重新描述规则的重复劳动。例如需求标准化，将用户口语化、模糊的输入转化为结构化的任务参数，这种转换逻辑在几乎每一个意图理解环节中都会被调用，天然适合封装。数据清洗、结果摘要生成、多语言翻译等也是类似的例子，这些能力一旦做好，就可以在多个下游任务中直接调用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其次是输入输出是否稳定。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本质类似于编程中的函数，要想被放心地调用，就必须有明确、可靠的签名。这意味着输入参数要类型明确、结构固定，不能随上下文变化；输出结构也应当相对确定，调用者能够稳定地预期结果格式。如果一个逻辑的输入高度依赖于当前对话的瞬时状态，比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把上一轮回答中的第二个数字加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，这种指令与特定对话历史紧紧绑在一起，换一个对话就完全失效，那就很难作为独立的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来设计。此外，过于简单的逻辑，比如一句代码就能完成的类型转换，封装成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虽然形式上满足输入输出稳定，但实际上增加了调用链的复杂度，得不偿失。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最后是是否值得单独维护。一个适合封装的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应当是相对独立的，不与其他能力高度耦合，职责清晰。同时，需要预见到它在未来有迭代优化的可能，比如数据清洗规则会随着业务变化而调整，或者翻译术语库需要持续更新。将这些逻辑聚拢在一个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Skill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内部，后续的修改就只需要在一个地方进行，不会牵一发而动全身。相反，如果某段逻辑只在一个特定流程里用一次，且未来几乎不会再变，单独把它抽出来反而会增加项目的理解和导航成本。因此，在决定是否封装时，需要综合评估复用频率、接口稳定性和维护收益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1"/>
            </p:custDataLst>
          </p:nvPr>
        </p:nvSpPr>
        <p:spPr>
          <a:xfrm>
            <a:off x="3844925" y="5423535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新能源汽车市场简报助手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2"/>
            </p:custDataLst>
          </p:nvPr>
        </p:nvGrpSpPr>
        <p:grpSpPr>
          <a:xfrm>
            <a:off x="5052140" y="2077085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5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5642257" y="3226193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本案例使用的原始数据来源于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Our World in Data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网站的电动汽车专题页面，该页面提供了全球电动汽车市场的公开统计数据。为了适配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平台的上传操作，我们将原始数据处理成一份教学样本，其中包含了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2019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年至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个国家的相关数据。这份教学样本以表格形式存储，存放在指定的路径中，是后续所有分析工作的基础材料。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该表格包含多个关键字段，每个字段都有明确的含义。其中，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“country”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字段代表国家或地区名称；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“code”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是三位国家代码；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“region”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表示该国家所属的区域；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“year”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字段记录数据对应的年份；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指新能源汽车的销量；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表示新能源汽车销量占当年新车总销量的百分比，在本案例样本中，该字段直接采用百分比数值表示，例如字段值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即代表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38%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“ev_stock”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则记录了新能源汽车的保有量。此外，表格还包含了数据来源名称、来源链接以及许可说明等信息，确保了数据的可追溯性和合规性。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中搭建一个智能体工作流，核心目标是允许用户在流程开始时上传文件。首先，需要新建一个智能体工作流，并将开始节点的模式设置为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任务模式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。在开始节点中，可以看到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区域，这是流程启动前需要用户提供信息的地方。点击加号添加变量，在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，并将键和名称都设置为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“csv_file”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，确认后即可成功添加一个用于接收上传文件的变量。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为了验证文件上传功能，可以在回复节点中直接添加该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csv_file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变量进行回复。保存并运行工作流后，系统会弹出文档上传窗口。选择路径下的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“ev_market_sample.csv”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文件，上传成功后，文件内容会以文本形式在窗口中显示。选择下一步，即可看到文件内容被完整地打印出来。值得注意的是，如果选择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对话流模式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，效果类似，用户发送任意提问后，文件内容也会以同样的文本形式返回，这为后续的数据处理奠定了基础。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上传文件后，返回的内容不仅包含以字典格式呈现的文本数据，还包含了文件的相关元信息。因此，直接使用这些原始数据并不方便，需要先对这段文本进行清洗和格式化，才能被后续的节点有效利用。虽然可以让智能体直接处理文件，但这会消耗大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和上下文资源，效率较低。更优的解决方案是调用代码工具来实现这一处理过程。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具体操作是创建一个代码节点，将上传的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文件作为传入参数。在代码中，将读取到的文本内容从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格式转换为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列表的格式，这样每条数据都成为一个结构化的对象。最后，将输出格式设置为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“object”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，确保数据以标准的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对象形式传递。再次运行工作流并上传文件后，可以看到数据结果已经成功转换为预期的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格式列表，结构清晰，便于后续程序化处理和分析。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格式化后的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数据虽然结构清晰，但对于人类阅读者来说，直接查看列表仍然不够直观。为了更直观地洞察数据，可以再添加一个代码节点来实现简单的数据分析功能。本步骤的目标是分析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“Europe”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区域中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名，并以简报形式描述结果。实现这一功能的核心是排序，即从限定条件的数据集中，找出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字段值最高的前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条记录。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为了实现这一功能，需要添加第二个代码节点，并分别将两个代码节点命名为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数据预处理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中，编写筛选和排序代码，并正确设置输入输出变量及其类型。执行后，即可获取到分析所需的特定数据。接下来，需要将这些数据整理成一篇简报文稿，因此需要添加一个智能体节点，并配合系统提示词来生成简报。值得注意的是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节点会返回两个结果：一个是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Object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“result”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，另一个是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。如果需要被代码进一步处理，使用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Object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格式更便于调整；但如果要被内置的条件节点、回复节点或智能体节点调用，使用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格式变量则更容易被这些节点直接理解和接受。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实际工程项目中，上传的文件往往不像课程用例那样标准，可能会存在缺失值、格式错误甚至文件失效等问题。因此，在数据预处理的同时，需要添加验证逻辑来应对这些异常情况。如果文件存在问题，工作流应能将其引导至其他处理路由，而不是直接崩溃或产生错误结果。这部分逻辑可以通过修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数据预处理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代码模块来实现。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通过编写校验机制，并配合问题分类节点，可以将一些基础错误在工作流初期就隔绝在外。具体配置时，设置输入变量为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，并定义两个问题分类，分别对应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“ok”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变量结果为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True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False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的情况。对于错误结果，返回节点配置使用的输出变量同样是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因为该变量中已经保存了错误信息。这样，在运行过程中，工作流就能自动测试文件是否正常，以及能否以所需格式接收数据。统一约定并校验这些信息，有助于智能体工作流的稳定搭建和后续扩展。学员可以通过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表格复制备份并删除其中一两行关键列的方式，来测试校验效果是否能顺利执行。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在本任务中，解决的是提示词工程的认知起点问题。完成任务后，学员应当意识到：提示词并不是模型交互中的附属品，而是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 Agent 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行为设计的核心入口。它决定了模型如何理解任务、如何分配注意力、如何组织推理、如何控制输出。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提示词是智能体行为设计的核心入口；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理解提示词如何塑造模型行为而非简单提问；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优质提示词兼顾确定性、逻辑性和效率；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结构化提示词和版本管理保障可维护性；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概率机制理解提示词约束原理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提示词优化从玄学到科学迭代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提示词工程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为任务实施中的系统提示词添加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few-shot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提示，判断一下对回复结果有无影响，并总结原因。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如果要为一个企业客服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写第一版系统提示词，你认为最不能缺少的三项约束是什么？尝试构架一个这样的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Agent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，对比其他同学的回复结果，看看谁的想法更好。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0195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通过添加示例让模型模仿输出格式，提升稳定性；系统提示词需明确角色、流程规则和输出格式三项核心约束，确保行为可控。</a:t>
            </a:r>
            <a:endParaRPr 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2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213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4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5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6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7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18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219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20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21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22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223.xml><?xml version="1.0" encoding="utf-8"?>
<p:tagLst xmlns:p="http://schemas.openxmlformats.org/presentationml/2006/main">
  <p:tag name="KSO_WM_BEAUTIFY_FLAG" val=""/>
</p:tagLst>
</file>

<file path=ppt/tags/tag224.xml><?xml version="1.0" encoding="utf-8"?>
<p:tagLst xmlns:p="http://schemas.openxmlformats.org/presentationml/2006/main">
  <p:tag name="KSO_WM_BEAUTIFY_FLAG" val=""/>
</p:tagLst>
</file>

<file path=ppt/tags/tag225.xml><?xml version="1.0" encoding="utf-8"?>
<p:tagLst xmlns:p="http://schemas.openxmlformats.org/presentationml/2006/main">
  <p:tag name="KSO_WM_BEAUTIFY_FLAG" val=""/>
</p:tagLst>
</file>

<file path=ppt/tags/tag226.xml><?xml version="1.0" encoding="utf-8"?>
<p:tagLst xmlns:p="http://schemas.openxmlformats.org/presentationml/2006/main">
  <p:tag name="KSO_WM_BEAUTIFY_FLAG" val="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</p:tagLst>
</file>

<file path=ppt/tags/tag229.xml><?xml version="1.0" encoding="utf-8"?>
<p:tagLst xmlns:p="http://schemas.openxmlformats.org/presentationml/2006/main">
  <p:tag name="KSO_WM_BEAUTIFY_FLAG" val=""/>
</p:tagLst>
</file>

<file path=ppt/tags/tag230.xml><?xml version="1.0" encoding="utf-8"?>
<p:tagLst xmlns:p="http://schemas.openxmlformats.org/presentationml/2006/main">
  <p:tag name="KSO_WM_BEAUTIFY_FLAG" val=""/>
</p:tagLst>
</file>

<file path=ppt/tags/tag231.xml><?xml version="1.0" encoding="utf-8"?>
<p:tagLst xmlns:p="http://schemas.openxmlformats.org/presentationml/2006/main">
  <p:tag name="KSO_WM_BEAUTIFY_FLAG" val=""/>
</p:tagLst>
</file>

<file path=ppt/tags/tag232.xml><?xml version="1.0" encoding="utf-8"?>
<p:tagLst xmlns:p="http://schemas.openxmlformats.org/presentationml/2006/main">
  <p:tag name="KSO_WM_BEAUTIFY_FLAG" val=""/>
</p:tagLst>
</file>

<file path=ppt/tags/tag233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34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35.xml><?xml version="1.0" encoding="utf-8"?>
<p:tagLst xmlns:p="http://schemas.openxmlformats.org/presentationml/2006/main">
  <p:tag name="KSO_WM_BEAUTIFY_FLAG" val=""/>
</p:tagLst>
</file>

<file path=ppt/tags/tag23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3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38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39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248.xml><?xml version="1.0" encoding="utf-8"?>
<p:tagLst xmlns:p="http://schemas.openxmlformats.org/presentationml/2006/main">
  <p:tag name="KSO_WM_BEAUTIFY_FLAG" val=""/>
</p:tagLst>
</file>

<file path=ppt/tags/tag249.xml><?xml version="1.0" encoding="utf-8"?>
<p:tagLst xmlns:p="http://schemas.openxmlformats.org/presentationml/2006/main">
  <p:tag name="KSO_WM_BEAUTIFY_FLAG" val=""/>
</p:tagLst>
</file>

<file path=ppt/tags/tag250.xml><?xml version="1.0" encoding="utf-8"?>
<p:tagLst xmlns:p="http://schemas.openxmlformats.org/presentationml/2006/main">
  <p:tag name="KSO_WM_BEAUTIFY_FLAG" val=""/>
</p:tagLst>
</file>

<file path=ppt/tags/tag251.xml><?xml version="1.0" encoding="utf-8"?>
<p:tagLst xmlns:p="http://schemas.openxmlformats.org/presentationml/2006/main">
  <p:tag name="KSO_WM_BEAUTIFY_FLAG" val=""/>
</p:tagLst>
</file>

<file path=ppt/tags/tag252.xml><?xml version="1.0" encoding="utf-8"?>
<p:tagLst xmlns:p="http://schemas.openxmlformats.org/presentationml/2006/main">
  <p:tag name="KSO_WM_BEAUTIFY_FLAG" val=""/>
</p:tagLst>
</file>

<file path=ppt/tags/tag253.xml><?xml version="1.0" encoding="utf-8"?>
<p:tagLst xmlns:p="http://schemas.openxmlformats.org/presentationml/2006/main">
  <p:tag name="KSO_WM_BEAUTIFY_FLAG" val=""/>
</p:tagLst>
</file>

<file path=ppt/tags/tag254.xml><?xml version="1.0" encoding="utf-8"?>
<p:tagLst xmlns:p="http://schemas.openxmlformats.org/presentationml/2006/main">
  <p:tag name="KSO_WM_BEAUTIFY_FLAG" val=""/>
</p:tagLst>
</file>

<file path=ppt/tags/tag255.xml><?xml version="1.0" encoding="utf-8"?>
<p:tagLst xmlns:p="http://schemas.openxmlformats.org/presentationml/2006/main">
  <p:tag name="KSO_WM_BEAUTIFY_FLAG" val=""/>
</p:tagLst>
</file>

<file path=ppt/tags/tag256.xml><?xml version="1.0" encoding="utf-8"?>
<p:tagLst xmlns:p="http://schemas.openxmlformats.org/presentationml/2006/main">
  <p:tag name="KSO_WM_BEAUTIFY_FLAG" val=""/>
</p:tagLst>
</file>

<file path=ppt/tags/tag257.xml><?xml version="1.0" encoding="utf-8"?>
<p:tagLst xmlns:p="http://schemas.openxmlformats.org/presentationml/2006/main">
  <p:tag name="KSO_WM_BEAUTIFY_FLAG" val=""/>
</p:tagLst>
</file>

<file path=ppt/tags/tag258.xml><?xml version="1.0" encoding="utf-8"?>
<p:tagLst xmlns:p="http://schemas.openxmlformats.org/presentationml/2006/main">
  <p:tag name="KSO_WM_BEAUTIFY_FLAG" val=""/>
</p:tagLst>
</file>

<file path=ppt/tags/tag259.xml><?xml version="1.0" encoding="utf-8"?>
<p:tagLst xmlns:p="http://schemas.openxmlformats.org/presentationml/2006/main">
  <p:tag name="KSO_WM_BEAUTIFY_FLAG" val=""/>
</p:tagLst>
</file>

<file path=ppt/tags/tag260.xml><?xml version="1.0" encoding="utf-8"?>
<p:tagLst xmlns:p="http://schemas.openxmlformats.org/presentationml/2006/main">
  <p:tag name="KSO_WM_BEAUTIFY_FLAG" val=""/>
</p:tagLst>
</file>

<file path=ppt/tags/tag261.xml><?xml version="1.0" encoding="utf-8"?>
<p:tagLst xmlns:p="http://schemas.openxmlformats.org/presentationml/2006/main">
  <p:tag name="KSO_WM_BEAUTIFY_FLAG" val=""/>
</p:tagLst>
</file>

<file path=ppt/tags/tag262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63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64.xml><?xml version="1.0" encoding="utf-8"?>
<p:tagLst xmlns:p="http://schemas.openxmlformats.org/presentationml/2006/main">
  <p:tag name="KSO_WM_BEAUTIFY_FLAG" val=""/>
</p:tagLst>
</file>

<file path=ppt/tags/tag265.xml><?xml version="1.0" encoding="utf-8"?>
<p:tagLst xmlns:p="http://schemas.openxmlformats.org/presentationml/2006/main">
  <p:tag name="KSO_WM_BEAUTIFY_FLAG" val=""/>
</p:tagLst>
</file>

<file path=ppt/tags/tag266.xml><?xml version="1.0" encoding="utf-8"?>
<p:tagLst xmlns:p="http://schemas.openxmlformats.org/presentationml/2006/main">
  <p:tag name="KSO_WM_BEAUTIFY_FLAG" val=""/>
</p:tagLst>
</file>

<file path=ppt/tags/tag267.xml><?xml version="1.0" encoding="utf-8"?>
<p:tagLst xmlns:p="http://schemas.openxmlformats.org/presentationml/2006/main">
  <p:tag name="KSO_WM_BEAUTIFY_FLAG" val=""/>
</p:tagLst>
</file>

<file path=ppt/tags/tag268.xml><?xml version="1.0" encoding="utf-8"?>
<p:tagLst xmlns:p="http://schemas.openxmlformats.org/presentationml/2006/main">
  <p:tag name="KSO_WM_BEAUTIFY_FLAG" val=""/>
</p:tagLst>
</file>

<file path=ppt/tags/tag269.xml><?xml version="1.0" encoding="utf-8"?>
<p:tagLst xmlns:p="http://schemas.openxmlformats.org/presentationml/2006/main">
  <p:tag name="KSO_WM_BEAUTIFY_FLAG" val=""/>
</p:tagLst>
</file>

<file path=ppt/tags/tag270.xml><?xml version="1.0" encoding="utf-8"?>
<p:tagLst xmlns:p="http://schemas.openxmlformats.org/presentationml/2006/main">
  <p:tag name="KSO_WM_BEAUTIFY_FLAG" val=""/>
</p:tagLst>
</file>

<file path=ppt/tags/tag271.xml><?xml version="1.0" encoding="utf-8"?>
<p:tagLst xmlns:p="http://schemas.openxmlformats.org/presentationml/2006/main">
  <p:tag name="KSO_WM_BEAUTIFY_FLAG" val=""/>
</p:tagLst>
</file>

<file path=ppt/tags/tag272.xml><?xml version="1.0" encoding="utf-8"?>
<p:tagLst xmlns:p="http://schemas.openxmlformats.org/presentationml/2006/main">
  <p:tag name="KSO_WM_BEAUTIFY_FLAG" val=""/>
</p:tagLst>
</file>

<file path=ppt/tags/tag273.xml><?xml version="1.0" encoding="utf-8"?>
<p:tagLst xmlns:p="http://schemas.openxmlformats.org/presentationml/2006/main">
  <p:tag name="KSO_WM_BEAUTIFY_FLAG" val=""/>
</p:tagLst>
</file>

<file path=ppt/tags/tag274.xml><?xml version="1.0" encoding="utf-8"?>
<p:tagLst xmlns:p="http://schemas.openxmlformats.org/presentationml/2006/main">
  <p:tag name="KSO_WM_BEAUTIFY_FLAG" val=""/>
</p:tagLst>
</file>

<file path=ppt/tags/tag275.xml><?xml version="1.0" encoding="utf-8"?>
<p:tagLst xmlns:p="http://schemas.openxmlformats.org/presentationml/2006/main">
  <p:tag name="KSO_WM_BEAUTIFY_FLAG" val=""/>
</p:tagLst>
</file>

<file path=ppt/tags/tag276.xml><?xml version="1.0" encoding="utf-8"?>
<p:tagLst xmlns:p="http://schemas.openxmlformats.org/presentationml/2006/main">
  <p:tag name="KSO_WM_BEAUTIFY_FLAG" val=""/>
</p:tagLst>
</file>

<file path=ppt/tags/tag277.xml><?xml version="1.0" encoding="utf-8"?>
<p:tagLst xmlns:p="http://schemas.openxmlformats.org/presentationml/2006/main">
  <p:tag name="KSO_WM_BEAUTIFY_FLAG" val=""/>
</p:tagLst>
</file>

<file path=ppt/tags/tag278.xml><?xml version="1.0" encoding="utf-8"?>
<p:tagLst xmlns:p="http://schemas.openxmlformats.org/presentationml/2006/main">
  <p:tag name="KSO_WM_BEAUTIFY_FLAG" val="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8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334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3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3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361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3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3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3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3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367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368.xml><?xml version="1.0" encoding="utf-8"?>
<p:tagLst xmlns:p="http://schemas.openxmlformats.org/presentationml/2006/main">
  <p:tag name="KSO_WM_FULL_TEXT_BEAUTIFY_COPY_ID" val="35"/>
</p:tagLst>
</file>

<file path=ppt/tags/tag369.xml><?xml version="1.0" encoding="utf-8"?>
<p:tagLst xmlns:p="http://schemas.openxmlformats.org/presentationml/2006/main">
  <p:tag name="KSO_WM_FULL_TEXT_BEAUTIFY_COPY_ID" val="150995359"/>
</p:tagLst>
</file>

<file path=ppt/tags/tag370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6849</Words>
  <Application>WPS 演示</Application>
  <PresentationFormat>宽屏</PresentationFormat>
  <Paragraphs>469</Paragraphs>
  <Slides>41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41</vt:i4>
      </vt:variant>
    </vt:vector>
  </HeadingPairs>
  <TitlesOfParts>
    <vt:vector size="58" baseType="lpstr">
      <vt:lpstr>Arial</vt:lpstr>
      <vt:lpstr>宋体</vt:lpstr>
      <vt:lpstr>Wingdings</vt:lpstr>
      <vt:lpstr>微软雅黑</vt:lpstr>
      <vt:lpstr>Wingdings</vt:lpstr>
      <vt:lpstr>Kaiti SC Bold</vt:lpstr>
      <vt:lpstr>JetBrainsMono NF</vt:lpstr>
      <vt:lpstr>Segoe UI</vt:lpstr>
      <vt:lpstr>Arial</vt:lpstr>
      <vt:lpstr>思源宋体</vt:lpstr>
      <vt:lpstr>Helvetica</vt:lpstr>
      <vt:lpstr>Times New Roman</vt:lpstr>
      <vt:lpstr>DIN-BoldItalic</vt:lpstr>
      <vt:lpstr>等线</vt:lpstr>
      <vt:lpstr>1_自定义设计方案</vt:lpstr>
      <vt:lpstr>自定义设计方案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1178</cp:revision>
  <dcterms:created xsi:type="dcterms:W3CDTF">2019-06-19T02:08:00Z</dcterms:created>
  <dcterms:modified xsi:type="dcterms:W3CDTF">2026-05-23T13:54:53Z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3C900108574042618D0164EF2017A0D6_13</vt:lpwstr>
  </property>
</Properties>
</file>