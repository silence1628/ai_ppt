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46"/>
  </p:handoutMasterIdLst>
  <p:sldIdLst>
    <p:sldId id="415" r:id="rId5"/>
    <p:sldId id="2437" r:id="rId7"/>
    <p:sldId id="2439" r:id="rId8"/>
    <p:sldId id="1383" r:id="rId9"/>
    <p:sldId id="2824" r:id="rId10"/>
    <p:sldId id="2825" r:id="rId11"/>
    <p:sldId id="2826" r:id="rId12"/>
    <p:sldId id="2827" r:id="rId13"/>
    <p:sldId id="2828" r:id="rId14"/>
    <p:sldId id="2845" r:id="rId15"/>
    <p:sldId id="2846" r:id="rId16"/>
    <p:sldId id="2847" r:id="rId17"/>
    <p:sldId id="2848" r:id="rId18"/>
    <p:sldId id="2849" r:id="rId19"/>
    <p:sldId id="2850" r:id="rId20"/>
    <p:sldId id="2851" r:id="rId21"/>
    <p:sldId id="2852" r:id="rId22"/>
    <p:sldId id="2853" r:id="rId23"/>
    <p:sldId id="2854" r:id="rId24"/>
    <p:sldId id="2855" r:id="rId25"/>
    <p:sldId id="2856" r:id="rId26"/>
    <p:sldId id="2857" r:id="rId27"/>
    <p:sldId id="2858" r:id="rId28"/>
    <p:sldId id="2859" r:id="rId29"/>
    <p:sldId id="2860" r:id="rId30"/>
    <p:sldId id="2861" r:id="rId31"/>
    <p:sldId id="2830" r:id="rId32"/>
    <p:sldId id="2838" r:id="rId33"/>
    <p:sldId id="2839" r:id="rId34"/>
    <p:sldId id="2840" r:id="rId35"/>
    <p:sldId id="2841" r:id="rId36"/>
    <p:sldId id="2842" r:id="rId37"/>
    <p:sldId id="2843" r:id="rId38"/>
    <p:sldId id="2844" r:id="rId39"/>
    <p:sldId id="2832" r:id="rId40"/>
    <p:sldId id="2833" r:id="rId41"/>
    <p:sldId id="2835" r:id="rId42"/>
    <p:sldId id="2836" r:id="rId43"/>
    <p:sldId id="2837" r:id="rId44"/>
    <p:sldId id="1698" r:id="rId45"/>
  </p:sldIdLst>
  <p:sldSz cx="12192000" cy="6858000"/>
  <p:notesSz cx="6858000" cy="9144000"/>
  <p:custDataLst>
    <p:tags r:id="rId5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45"/>
            <p14:sldId id="2846"/>
            <p14:sldId id="2847"/>
            <p14:sldId id="2848"/>
            <p14:sldId id="2849"/>
            <p14:sldId id="2850"/>
            <p14:sldId id="2851"/>
            <p14:sldId id="2852"/>
            <p14:sldId id="2853"/>
            <p14:sldId id="2854"/>
            <p14:sldId id="2855"/>
            <p14:sldId id="2856"/>
            <p14:sldId id="2857"/>
            <p14:sldId id="2858"/>
            <p14:sldId id="2859"/>
            <p14:sldId id="2860"/>
            <p14:sldId id="2861"/>
            <p14:sldId id="2830"/>
            <p14:sldId id="2838"/>
            <p14:sldId id="2839"/>
            <p14:sldId id="2840"/>
            <p14:sldId id="2841"/>
            <p14:sldId id="2842"/>
            <p14:sldId id="2843"/>
            <p14:sldId id="2844"/>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1" Type="http://schemas.openxmlformats.org/officeDocument/2006/relationships/tags" Target="tags/tag418.xml"/><Relationship Id="rId50" Type="http://schemas.openxmlformats.org/officeDocument/2006/relationships/commentAuthors" Target="commentAuthors.xml"/><Relationship Id="rId5" Type="http://schemas.openxmlformats.org/officeDocument/2006/relationships/slide" Target="slides/slide1.xml"/><Relationship Id="rId49" Type="http://schemas.openxmlformats.org/officeDocument/2006/relationships/tableStyles" Target="tableStyles.xml"/><Relationship Id="rId48" Type="http://schemas.openxmlformats.org/officeDocument/2006/relationships/viewProps" Target="viewProps.xml"/><Relationship Id="rId47" Type="http://schemas.openxmlformats.org/officeDocument/2006/relationships/presProps" Target="presProps.xml"/><Relationship Id="rId46" Type="http://schemas.openxmlformats.org/officeDocument/2006/relationships/handoutMaster" Target="handoutMasters/handoutMaster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8" Type="http://schemas.openxmlformats.org/officeDocument/2006/relationships/slideLayout" Target="../slideLayouts/slideLayout15.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6.xml"/><Relationship Id="rId8" Type="http://schemas.openxmlformats.org/officeDocument/2006/relationships/tags" Target="../tags/tag235.xml"/><Relationship Id="rId7" Type="http://schemas.openxmlformats.org/officeDocument/2006/relationships/tags" Target="../tags/tag234.xml"/><Relationship Id="rId6" Type="http://schemas.openxmlformats.org/officeDocument/2006/relationships/tags" Target="../tags/tag233.xml"/><Relationship Id="rId5" Type="http://schemas.openxmlformats.org/officeDocument/2006/relationships/tags" Target="../tags/tag232.xml"/><Relationship Id="rId4" Type="http://schemas.openxmlformats.org/officeDocument/2006/relationships/tags" Target="../tags/tag231.xml"/><Relationship Id="rId3" Type="http://schemas.openxmlformats.org/officeDocument/2006/relationships/tags" Target="../tags/tag230.xml"/><Relationship Id="rId2" Type="http://schemas.openxmlformats.org/officeDocument/2006/relationships/tags" Target="../tags/tag229.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37.xml"/><Relationship Id="rId1" Type="http://schemas.openxmlformats.org/officeDocument/2006/relationships/tags" Target="../tags/tag2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40.xml"/><Relationship Id="rId2" Type="http://schemas.openxmlformats.org/officeDocument/2006/relationships/tags" Target="../tags/tag239.xml"/><Relationship Id="rId1" Type="http://schemas.openxmlformats.org/officeDocument/2006/relationships/tags" Target="../tags/tag23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9" Type="http://schemas.openxmlformats.org/officeDocument/2006/relationships/tags" Target="../tags/tag249.xml"/><Relationship Id="rId8" Type="http://schemas.openxmlformats.org/officeDocument/2006/relationships/tags" Target="../tags/tag248.xml"/><Relationship Id="rId7" Type="http://schemas.openxmlformats.org/officeDocument/2006/relationships/tags" Target="../tags/tag247.xml"/><Relationship Id="rId6" Type="http://schemas.openxmlformats.org/officeDocument/2006/relationships/tags" Target="../tags/tag246.xml"/><Relationship Id="rId5" Type="http://schemas.openxmlformats.org/officeDocument/2006/relationships/tags" Target="../tags/tag245.xml"/><Relationship Id="rId4" Type="http://schemas.openxmlformats.org/officeDocument/2006/relationships/tags" Target="../tags/tag244.xml"/><Relationship Id="rId3" Type="http://schemas.openxmlformats.org/officeDocument/2006/relationships/tags" Target="../tags/tag243.xml"/><Relationship Id="rId2" Type="http://schemas.openxmlformats.org/officeDocument/2006/relationships/tags" Target="../tags/tag242.xml"/><Relationship Id="rId18" Type="http://schemas.openxmlformats.org/officeDocument/2006/relationships/slideLayout" Target="../slideLayouts/slideLayout15.xml"/><Relationship Id="rId17" Type="http://schemas.openxmlformats.org/officeDocument/2006/relationships/tags" Target="../tags/tag257.xml"/><Relationship Id="rId16" Type="http://schemas.openxmlformats.org/officeDocument/2006/relationships/tags" Target="../tags/tag256.xml"/><Relationship Id="rId15" Type="http://schemas.openxmlformats.org/officeDocument/2006/relationships/tags" Target="../tags/tag255.xml"/><Relationship Id="rId14" Type="http://schemas.openxmlformats.org/officeDocument/2006/relationships/tags" Target="../tags/tag254.xml"/><Relationship Id="rId13" Type="http://schemas.openxmlformats.org/officeDocument/2006/relationships/tags" Target="../tags/tag253.xml"/><Relationship Id="rId12" Type="http://schemas.openxmlformats.org/officeDocument/2006/relationships/tags" Target="../tags/tag252.xml"/><Relationship Id="rId11" Type="http://schemas.openxmlformats.org/officeDocument/2006/relationships/tags" Target="../tags/tag251.xml"/><Relationship Id="rId10" Type="http://schemas.openxmlformats.org/officeDocument/2006/relationships/tags" Target="../tags/tag250.xml"/><Relationship Id="rId1" Type="http://schemas.openxmlformats.org/officeDocument/2006/relationships/tags" Target="../tags/tag241.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61.xml"/><Relationship Id="rId3" Type="http://schemas.openxmlformats.org/officeDocument/2006/relationships/tags" Target="../tags/tag260.xml"/><Relationship Id="rId2" Type="http://schemas.openxmlformats.org/officeDocument/2006/relationships/tags" Target="../tags/tag259.xml"/><Relationship Id="rId1" Type="http://schemas.openxmlformats.org/officeDocument/2006/relationships/tags" Target="../tags/tag258.xml"/></Relationships>
</file>

<file path=ppt/slides/_rels/slide17.xml.rels><?xml version="1.0" encoding="UTF-8" standalone="yes"?>
<Relationships xmlns="http://schemas.openxmlformats.org/package/2006/relationships"><Relationship Id="rId9" Type="http://schemas.openxmlformats.org/officeDocument/2006/relationships/tags" Target="../tags/tag270.xml"/><Relationship Id="rId8" Type="http://schemas.openxmlformats.org/officeDocument/2006/relationships/tags" Target="../tags/tag269.xml"/><Relationship Id="rId7" Type="http://schemas.openxmlformats.org/officeDocument/2006/relationships/tags" Target="../tags/tag268.xml"/><Relationship Id="rId6" Type="http://schemas.openxmlformats.org/officeDocument/2006/relationships/tags" Target="../tags/tag267.xml"/><Relationship Id="rId5" Type="http://schemas.openxmlformats.org/officeDocument/2006/relationships/tags" Target="../tags/tag266.xml"/><Relationship Id="rId4" Type="http://schemas.openxmlformats.org/officeDocument/2006/relationships/tags" Target="../tags/tag265.xml"/><Relationship Id="rId3" Type="http://schemas.openxmlformats.org/officeDocument/2006/relationships/tags" Target="../tags/tag264.xml"/><Relationship Id="rId2" Type="http://schemas.openxmlformats.org/officeDocument/2006/relationships/tags" Target="../tags/tag263.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71.xml"/><Relationship Id="rId1" Type="http://schemas.openxmlformats.org/officeDocument/2006/relationships/tags" Target="../tags/tag26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74.xml"/><Relationship Id="rId2" Type="http://schemas.openxmlformats.org/officeDocument/2006/relationships/tags" Target="../tags/tag273.xml"/><Relationship Id="rId1" Type="http://schemas.openxmlformats.org/officeDocument/2006/relationships/tags" Target="../tags/tag27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78.xml"/><Relationship Id="rId3" Type="http://schemas.openxmlformats.org/officeDocument/2006/relationships/tags" Target="../tags/tag277.xml"/><Relationship Id="rId2" Type="http://schemas.openxmlformats.org/officeDocument/2006/relationships/tags" Target="../tags/tag276.xml"/><Relationship Id="rId1" Type="http://schemas.openxmlformats.org/officeDocument/2006/relationships/tags" Target="../tags/tag275.xml"/></Relationships>
</file>

<file path=ppt/slides/_rels/slide22.xml.rels><?xml version="1.0" encoding="UTF-8" standalone="yes"?>
<Relationships xmlns="http://schemas.openxmlformats.org/package/2006/relationships"><Relationship Id="rId9" Type="http://schemas.openxmlformats.org/officeDocument/2006/relationships/tags" Target="../tags/tag287.xml"/><Relationship Id="rId8" Type="http://schemas.openxmlformats.org/officeDocument/2006/relationships/tags" Target="../tags/tag286.xml"/><Relationship Id="rId7" Type="http://schemas.openxmlformats.org/officeDocument/2006/relationships/tags" Target="../tags/tag285.xml"/><Relationship Id="rId6" Type="http://schemas.openxmlformats.org/officeDocument/2006/relationships/tags" Target="../tags/tag284.xml"/><Relationship Id="rId5" Type="http://schemas.openxmlformats.org/officeDocument/2006/relationships/tags" Target="../tags/tag283.xml"/><Relationship Id="rId4" Type="http://schemas.openxmlformats.org/officeDocument/2006/relationships/tags" Target="../tags/tag282.xml"/><Relationship Id="rId3" Type="http://schemas.openxmlformats.org/officeDocument/2006/relationships/tags" Target="../tags/tag281.xml"/><Relationship Id="rId2" Type="http://schemas.openxmlformats.org/officeDocument/2006/relationships/tags" Target="../tags/tag280.xml"/><Relationship Id="rId18" Type="http://schemas.openxmlformats.org/officeDocument/2006/relationships/slideLayout" Target="../slideLayouts/slideLayout15.xml"/><Relationship Id="rId17" Type="http://schemas.openxmlformats.org/officeDocument/2006/relationships/tags" Target="../tags/tag295.xml"/><Relationship Id="rId16" Type="http://schemas.openxmlformats.org/officeDocument/2006/relationships/tags" Target="../tags/tag294.xml"/><Relationship Id="rId15" Type="http://schemas.openxmlformats.org/officeDocument/2006/relationships/tags" Target="../tags/tag293.xml"/><Relationship Id="rId14" Type="http://schemas.openxmlformats.org/officeDocument/2006/relationships/tags" Target="../tags/tag292.xml"/><Relationship Id="rId13" Type="http://schemas.openxmlformats.org/officeDocument/2006/relationships/tags" Target="../tags/tag291.xml"/><Relationship Id="rId12" Type="http://schemas.openxmlformats.org/officeDocument/2006/relationships/tags" Target="../tags/tag290.xml"/><Relationship Id="rId11" Type="http://schemas.openxmlformats.org/officeDocument/2006/relationships/tags" Target="../tags/tag289.xml"/><Relationship Id="rId10" Type="http://schemas.openxmlformats.org/officeDocument/2006/relationships/tags" Target="../tags/tag288.xml"/><Relationship Id="rId1" Type="http://schemas.openxmlformats.org/officeDocument/2006/relationships/tags" Target="../tags/tag279.xml"/></Relationships>
</file>

<file path=ppt/slides/_rels/slide23.xml.rels><?xml version="1.0" encoding="UTF-8" standalone="yes"?>
<Relationships xmlns="http://schemas.openxmlformats.org/package/2006/relationships"><Relationship Id="rId9" Type="http://schemas.openxmlformats.org/officeDocument/2006/relationships/tags" Target="../tags/tag304.xml"/><Relationship Id="rId8" Type="http://schemas.openxmlformats.org/officeDocument/2006/relationships/tags" Target="../tags/tag303.xml"/><Relationship Id="rId7" Type="http://schemas.openxmlformats.org/officeDocument/2006/relationships/tags" Target="../tags/tag302.xml"/><Relationship Id="rId6" Type="http://schemas.openxmlformats.org/officeDocument/2006/relationships/tags" Target="../tags/tag301.xml"/><Relationship Id="rId5" Type="http://schemas.openxmlformats.org/officeDocument/2006/relationships/tags" Target="../tags/tag300.xml"/><Relationship Id="rId4" Type="http://schemas.openxmlformats.org/officeDocument/2006/relationships/tags" Target="../tags/tag299.xml"/><Relationship Id="rId3" Type="http://schemas.openxmlformats.org/officeDocument/2006/relationships/tags" Target="../tags/tag298.xml"/><Relationship Id="rId2" Type="http://schemas.openxmlformats.org/officeDocument/2006/relationships/tags" Target="../tags/tag297.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305.xml"/><Relationship Id="rId1" Type="http://schemas.openxmlformats.org/officeDocument/2006/relationships/tags" Target="../tags/tag29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308.xml"/><Relationship Id="rId2" Type="http://schemas.openxmlformats.org/officeDocument/2006/relationships/tags" Target="../tags/tag307.xml"/><Relationship Id="rId1" Type="http://schemas.openxmlformats.org/officeDocument/2006/relationships/tags" Target="../tags/tag30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9" Type="http://schemas.openxmlformats.org/officeDocument/2006/relationships/tags" Target="../tags/tag317.xml"/><Relationship Id="rId8" Type="http://schemas.openxmlformats.org/officeDocument/2006/relationships/tags" Target="../tags/tag316.xml"/><Relationship Id="rId7" Type="http://schemas.openxmlformats.org/officeDocument/2006/relationships/tags" Target="../tags/tag315.xml"/><Relationship Id="rId6" Type="http://schemas.openxmlformats.org/officeDocument/2006/relationships/tags" Target="../tags/tag314.xml"/><Relationship Id="rId5" Type="http://schemas.openxmlformats.org/officeDocument/2006/relationships/tags" Target="../tags/tag313.xml"/><Relationship Id="rId4" Type="http://schemas.openxmlformats.org/officeDocument/2006/relationships/tags" Target="../tags/tag312.xml"/><Relationship Id="rId3" Type="http://schemas.openxmlformats.org/officeDocument/2006/relationships/tags" Target="../tags/tag311.xml"/><Relationship Id="rId26" Type="http://schemas.openxmlformats.org/officeDocument/2006/relationships/notesSlide" Target="../notesSlides/notesSlide22.xml"/><Relationship Id="rId25" Type="http://schemas.openxmlformats.org/officeDocument/2006/relationships/slideLayout" Target="../slideLayouts/slideLayout15.xml"/><Relationship Id="rId24" Type="http://schemas.openxmlformats.org/officeDocument/2006/relationships/tags" Target="../tags/tag332.xml"/><Relationship Id="rId23" Type="http://schemas.openxmlformats.org/officeDocument/2006/relationships/tags" Target="../tags/tag331.xml"/><Relationship Id="rId22" Type="http://schemas.openxmlformats.org/officeDocument/2006/relationships/tags" Target="../tags/tag330.xml"/><Relationship Id="rId21" Type="http://schemas.openxmlformats.org/officeDocument/2006/relationships/tags" Target="../tags/tag329.xml"/><Relationship Id="rId20" Type="http://schemas.openxmlformats.org/officeDocument/2006/relationships/tags" Target="../tags/tag328.xml"/><Relationship Id="rId2" Type="http://schemas.openxmlformats.org/officeDocument/2006/relationships/tags" Target="../tags/tag310.xml"/><Relationship Id="rId19" Type="http://schemas.openxmlformats.org/officeDocument/2006/relationships/tags" Target="../tags/tag327.xml"/><Relationship Id="rId18" Type="http://schemas.openxmlformats.org/officeDocument/2006/relationships/tags" Target="../tags/tag326.xml"/><Relationship Id="rId17" Type="http://schemas.openxmlformats.org/officeDocument/2006/relationships/tags" Target="../tags/tag325.xml"/><Relationship Id="rId16" Type="http://schemas.openxmlformats.org/officeDocument/2006/relationships/tags" Target="../tags/tag324.xml"/><Relationship Id="rId15" Type="http://schemas.openxmlformats.org/officeDocument/2006/relationships/tags" Target="../tags/tag323.xml"/><Relationship Id="rId14" Type="http://schemas.openxmlformats.org/officeDocument/2006/relationships/tags" Target="../tags/tag322.xml"/><Relationship Id="rId13" Type="http://schemas.openxmlformats.org/officeDocument/2006/relationships/tags" Target="../tags/tag321.xml"/><Relationship Id="rId12" Type="http://schemas.openxmlformats.org/officeDocument/2006/relationships/tags" Target="../tags/tag320.xml"/><Relationship Id="rId11" Type="http://schemas.openxmlformats.org/officeDocument/2006/relationships/tags" Target="../tags/tag319.xml"/><Relationship Id="rId10" Type="http://schemas.openxmlformats.org/officeDocument/2006/relationships/tags" Target="../tags/tag318.xml"/><Relationship Id="rId1" Type="http://schemas.openxmlformats.org/officeDocument/2006/relationships/tags" Target="../tags/tag309.xml"/></Relationships>
</file>

<file path=ppt/slides/_rels/slide28.xml.rels><?xml version="1.0" encoding="UTF-8" standalone="yes"?>
<Relationships xmlns="http://schemas.openxmlformats.org/package/2006/relationships"><Relationship Id="rId9" Type="http://schemas.openxmlformats.org/officeDocument/2006/relationships/tags" Target="../tags/tag341.xml"/><Relationship Id="rId8" Type="http://schemas.openxmlformats.org/officeDocument/2006/relationships/tags" Target="../tags/tag340.xml"/><Relationship Id="rId7" Type="http://schemas.openxmlformats.org/officeDocument/2006/relationships/tags" Target="../tags/tag339.xml"/><Relationship Id="rId6" Type="http://schemas.openxmlformats.org/officeDocument/2006/relationships/tags" Target="../tags/tag338.xml"/><Relationship Id="rId5" Type="http://schemas.openxmlformats.org/officeDocument/2006/relationships/tags" Target="../tags/tag337.xml"/><Relationship Id="rId4" Type="http://schemas.openxmlformats.org/officeDocument/2006/relationships/tags" Target="../tags/tag336.xml"/><Relationship Id="rId3" Type="http://schemas.openxmlformats.org/officeDocument/2006/relationships/tags" Target="../tags/tag335.xml"/><Relationship Id="rId2" Type="http://schemas.openxmlformats.org/officeDocument/2006/relationships/tags" Target="../tags/tag334.xml"/><Relationship Id="rId13" Type="http://schemas.openxmlformats.org/officeDocument/2006/relationships/slideLayout" Target="../slideLayouts/slideLayout15.xml"/><Relationship Id="rId12" Type="http://schemas.openxmlformats.org/officeDocument/2006/relationships/tags" Target="../tags/tag344.xml"/><Relationship Id="rId11" Type="http://schemas.openxmlformats.org/officeDocument/2006/relationships/tags" Target="../tags/tag343.xml"/><Relationship Id="rId10" Type="http://schemas.openxmlformats.org/officeDocument/2006/relationships/tags" Target="../tags/tag342.xml"/><Relationship Id="rId1" Type="http://schemas.openxmlformats.org/officeDocument/2006/relationships/tags" Target="../tags/tag3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9" Type="http://schemas.openxmlformats.org/officeDocument/2006/relationships/tags" Target="../tags/tag353.xml"/><Relationship Id="rId8" Type="http://schemas.openxmlformats.org/officeDocument/2006/relationships/tags" Target="../tags/tag352.xml"/><Relationship Id="rId7" Type="http://schemas.openxmlformats.org/officeDocument/2006/relationships/tags" Target="../tags/tag351.xml"/><Relationship Id="rId6" Type="http://schemas.openxmlformats.org/officeDocument/2006/relationships/tags" Target="../tags/tag350.xml"/><Relationship Id="rId5" Type="http://schemas.openxmlformats.org/officeDocument/2006/relationships/tags" Target="../tags/tag349.xml"/><Relationship Id="rId4" Type="http://schemas.openxmlformats.org/officeDocument/2006/relationships/tags" Target="../tags/tag348.xml"/><Relationship Id="rId3" Type="http://schemas.openxmlformats.org/officeDocument/2006/relationships/tags" Target="../tags/tag347.xml"/><Relationship Id="rId2" Type="http://schemas.openxmlformats.org/officeDocument/2006/relationships/tags" Target="../tags/tag346.xml"/><Relationship Id="rId13" Type="http://schemas.openxmlformats.org/officeDocument/2006/relationships/slideLayout" Target="../slideLayouts/slideLayout15.xml"/><Relationship Id="rId12" Type="http://schemas.openxmlformats.org/officeDocument/2006/relationships/tags" Target="../tags/tag356.xml"/><Relationship Id="rId11" Type="http://schemas.openxmlformats.org/officeDocument/2006/relationships/tags" Target="../tags/tag355.xml"/><Relationship Id="rId10" Type="http://schemas.openxmlformats.org/officeDocument/2006/relationships/tags" Target="../tags/tag354.xml"/><Relationship Id="rId1" Type="http://schemas.openxmlformats.org/officeDocument/2006/relationships/tags" Target="../tags/tag34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9" Type="http://schemas.openxmlformats.org/officeDocument/2006/relationships/tags" Target="../tags/tag365.xml"/><Relationship Id="rId8" Type="http://schemas.openxmlformats.org/officeDocument/2006/relationships/tags" Target="../tags/tag364.xml"/><Relationship Id="rId7" Type="http://schemas.openxmlformats.org/officeDocument/2006/relationships/tags" Target="../tags/tag363.xml"/><Relationship Id="rId6" Type="http://schemas.openxmlformats.org/officeDocument/2006/relationships/tags" Target="../tags/tag362.xml"/><Relationship Id="rId5" Type="http://schemas.openxmlformats.org/officeDocument/2006/relationships/tags" Target="../tags/tag361.xml"/><Relationship Id="rId4" Type="http://schemas.openxmlformats.org/officeDocument/2006/relationships/tags" Target="../tags/tag360.xml"/><Relationship Id="rId3" Type="http://schemas.openxmlformats.org/officeDocument/2006/relationships/tags" Target="../tags/tag359.xml"/><Relationship Id="rId26" Type="http://schemas.openxmlformats.org/officeDocument/2006/relationships/notesSlide" Target="../notesSlides/notesSlide23.xml"/><Relationship Id="rId25" Type="http://schemas.openxmlformats.org/officeDocument/2006/relationships/slideLayout" Target="../slideLayouts/slideLayout15.xml"/><Relationship Id="rId24" Type="http://schemas.openxmlformats.org/officeDocument/2006/relationships/tags" Target="../tags/tag380.xml"/><Relationship Id="rId23" Type="http://schemas.openxmlformats.org/officeDocument/2006/relationships/tags" Target="../tags/tag379.xml"/><Relationship Id="rId22" Type="http://schemas.openxmlformats.org/officeDocument/2006/relationships/tags" Target="../tags/tag378.xml"/><Relationship Id="rId21" Type="http://schemas.openxmlformats.org/officeDocument/2006/relationships/tags" Target="../tags/tag377.xml"/><Relationship Id="rId20" Type="http://schemas.openxmlformats.org/officeDocument/2006/relationships/tags" Target="../tags/tag376.xml"/><Relationship Id="rId2" Type="http://schemas.openxmlformats.org/officeDocument/2006/relationships/tags" Target="../tags/tag358.xml"/><Relationship Id="rId19" Type="http://schemas.openxmlformats.org/officeDocument/2006/relationships/tags" Target="../tags/tag375.xml"/><Relationship Id="rId18" Type="http://schemas.openxmlformats.org/officeDocument/2006/relationships/tags" Target="../tags/tag374.xml"/><Relationship Id="rId17" Type="http://schemas.openxmlformats.org/officeDocument/2006/relationships/tags" Target="../tags/tag373.xml"/><Relationship Id="rId16" Type="http://schemas.openxmlformats.org/officeDocument/2006/relationships/tags" Target="../tags/tag372.xml"/><Relationship Id="rId15" Type="http://schemas.openxmlformats.org/officeDocument/2006/relationships/tags" Target="../tags/tag371.xml"/><Relationship Id="rId14" Type="http://schemas.openxmlformats.org/officeDocument/2006/relationships/tags" Target="../tags/tag370.xml"/><Relationship Id="rId13" Type="http://schemas.openxmlformats.org/officeDocument/2006/relationships/tags" Target="../tags/tag369.xml"/><Relationship Id="rId12" Type="http://schemas.openxmlformats.org/officeDocument/2006/relationships/tags" Target="../tags/tag368.xml"/><Relationship Id="rId11" Type="http://schemas.openxmlformats.org/officeDocument/2006/relationships/tags" Target="../tags/tag367.xml"/><Relationship Id="rId10" Type="http://schemas.openxmlformats.org/officeDocument/2006/relationships/tags" Target="../tags/tag366.xml"/><Relationship Id="rId1" Type="http://schemas.openxmlformats.org/officeDocument/2006/relationships/tags" Target="../tags/tag35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5.xml"/><Relationship Id="rId2" Type="http://schemas.openxmlformats.org/officeDocument/2006/relationships/tags" Target="../tags/tag382.xml"/><Relationship Id="rId1" Type="http://schemas.openxmlformats.org/officeDocument/2006/relationships/tags" Target="../tags/tag381.xml"/></Relationships>
</file>

<file path=ppt/slides/_rels/slide38.xml.rels><?xml version="1.0" encoding="UTF-8" standalone="yes"?>
<Relationships xmlns="http://schemas.openxmlformats.org/package/2006/relationships"><Relationship Id="rId9" Type="http://schemas.openxmlformats.org/officeDocument/2006/relationships/tags" Target="../tags/tag391.xml"/><Relationship Id="rId8" Type="http://schemas.openxmlformats.org/officeDocument/2006/relationships/tags" Target="../tags/tag390.xml"/><Relationship Id="rId7" Type="http://schemas.openxmlformats.org/officeDocument/2006/relationships/tags" Target="../tags/tag389.xml"/><Relationship Id="rId6" Type="http://schemas.openxmlformats.org/officeDocument/2006/relationships/tags" Target="../tags/tag388.xml"/><Relationship Id="rId5" Type="http://schemas.openxmlformats.org/officeDocument/2006/relationships/tags" Target="../tags/tag387.xml"/><Relationship Id="rId4" Type="http://schemas.openxmlformats.org/officeDocument/2006/relationships/tags" Target="../tags/tag386.xml"/><Relationship Id="rId3" Type="http://schemas.openxmlformats.org/officeDocument/2006/relationships/tags" Target="../tags/tag385.xml"/><Relationship Id="rId26" Type="http://schemas.openxmlformats.org/officeDocument/2006/relationships/notesSlide" Target="../notesSlides/notesSlide25.xml"/><Relationship Id="rId25" Type="http://schemas.openxmlformats.org/officeDocument/2006/relationships/slideLayout" Target="../slideLayouts/slideLayout15.xml"/><Relationship Id="rId24" Type="http://schemas.openxmlformats.org/officeDocument/2006/relationships/tags" Target="../tags/tag406.xml"/><Relationship Id="rId23" Type="http://schemas.openxmlformats.org/officeDocument/2006/relationships/tags" Target="../tags/tag405.xml"/><Relationship Id="rId22" Type="http://schemas.openxmlformats.org/officeDocument/2006/relationships/tags" Target="../tags/tag404.xml"/><Relationship Id="rId21" Type="http://schemas.openxmlformats.org/officeDocument/2006/relationships/tags" Target="../tags/tag403.xml"/><Relationship Id="rId20" Type="http://schemas.openxmlformats.org/officeDocument/2006/relationships/tags" Target="../tags/tag402.xml"/><Relationship Id="rId2" Type="http://schemas.openxmlformats.org/officeDocument/2006/relationships/tags" Target="../tags/tag384.xml"/><Relationship Id="rId19" Type="http://schemas.openxmlformats.org/officeDocument/2006/relationships/tags" Target="../tags/tag401.xml"/><Relationship Id="rId18" Type="http://schemas.openxmlformats.org/officeDocument/2006/relationships/tags" Target="../tags/tag400.xml"/><Relationship Id="rId17" Type="http://schemas.openxmlformats.org/officeDocument/2006/relationships/tags" Target="../tags/tag399.xml"/><Relationship Id="rId16" Type="http://schemas.openxmlformats.org/officeDocument/2006/relationships/tags" Target="../tags/tag398.xml"/><Relationship Id="rId15" Type="http://schemas.openxmlformats.org/officeDocument/2006/relationships/tags" Target="../tags/tag397.xml"/><Relationship Id="rId14" Type="http://schemas.openxmlformats.org/officeDocument/2006/relationships/tags" Target="../tags/tag396.xml"/><Relationship Id="rId13" Type="http://schemas.openxmlformats.org/officeDocument/2006/relationships/tags" Target="../tags/tag395.xml"/><Relationship Id="rId12" Type="http://schemas.openxmlformats.org/officeDocument/2006/relationships/tags" Target="../tags/tag394.xml"/><Relationship Id="rId11" Type="http://schemas.openxmlformats.org/officeDocument/2006/relationships/tags" Target="../tags/tag393.xml"/><Relationship Id="rId10" Type="http://schemas.openxmlformats.org/officeDocument/2006/relationships/tags" Target="../tags/tag392.xml"/><Relationship Id="rId1" Type="http://schemas.openxmlformats.org/officeDocument/2006/relationships/tags" Target="../tags/tag383.xml"/></Relationships>
</file>

<file path=ppt/slides/_rels/slide39.xml.rels><?xml version="1.0" encoding="UTF-8" standalone="yes"?>
<Relationships xmlns="http://schemas.openxmlformats.org/package/2006/relationships"><Relationship Id="rId9" Type="http://schemas.openxmlformats.org/officeDocument/2006/relationships/tags" Target="../tags/tag414.xml"/><Relationship Id="rId8" Type="http://schemas.openxmlformats.org/officeDocument/2006/relationships/tags" Target="../tags/tag413.xml"/><Relationship Id="rId7" Type="http://schemas.openxmlformats.org/officeDocument/2006/relationships/tags" Target="../tags/tag412.xml"/><Relationship Id="rId6" Type="http://schemas.openxmlformats.org/officeDocument/2006/relationships/tags" Target="../tags/tag411.xml"/><Relationship Id="rId5" Type="http://schemas.openxmlformats.org/officeDocument/2006/relationships/image" Target="../media/image12.jpeg"/><Relationship Id="rId4" Type="http://schemas.openxmlformats.org/officeDocument/2006/relationships/tags" Target="../tags/tag410.xml"/><Relationship Id="rId3" Type="http://schemas.openxmlformats.org/officeDocument/2006/relationships/tags" Target="../tags/tag409.xml"/><Relationship Id="rId2" Type="http://schemas.openxmlformats.org/officeDocument/2006/relationships/tags" Target="../tags/tag408.xml"/><Relationship Id="rId13" Type="http://schemas.openxmlformats.org/officeDocument/2006/relationships/notesSlide" Target="../notesSlides/notesSlide26.xml"/><Relationship Id="rId12" Type="http://schemas.openxmlformats.org/officeDocument/2006/relationships/slideLayout" Target="../slideLayouts/slideLayout15.xml"/><Relationship Id="rId11" Type="http://schemas.openxmlformats.org/officeDocument/2006/relationships/tags" Target="../tags/tag415.xml"/><Relationship Id="rId10" Type="http://schemas.openxmlformats.org/officeDocument/2006/relationships/image" Target="../media/image13.png"/><Relationship Id="rId1" Type="http://schemas.openxmlformats.org/officeDocument/2006/relationships/tags" Target="../tags/tag407.xml"/></Relationships>
</file>

<file path=ppt/slides/_rels/slide40.xml.rels><?xml version="1.0" encoding="UTF-8" standalone="yes"?>
<Relationships xmlns="http://schemas.openxmlformats.org/package/2006/relationships"><Relationship Id="rId5" Type="http://schemas.openxmlformats.org/officeDocument/2006/relationships/notesSlide" Target="../notesSlides/notesSlide27.xml"/><Relationship Id="rId4" Type="http://schemas.openxmlformats.org/officeDocument/2006/relationships/slideLayout" Target="../slideLayouts/slideLayout27.xml"/><Relationship Id="rId3" Type="http://schemas.openxmlformats.org/officeDocument/2006/relationships/tags" Target="../tags/tag417.xml"/><Relationship Id="rId2" Type="http://schemas.openxmlformats.org/officeDocument/2006/relationships/tags" Target="../tags/tag416.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第二章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提示词工程</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cs typeface="微软雅黑" panose="020B0503020204020204" pitchFamily="34" charset="-122"/>
                <a:sym typeface="+mn-ea"/>
              </a:rPr>
              <a:t>某物流分拣中心每天处理上万件包裹，从卸货到装车需经过扫码、称重、分拣、复核等固定步骤，操作员只需照屏幕提示执行，这套流程已稳定运行三年。然而，经理希望引入新系统：让系统自主判断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遇到条码污损包裹，先清洁再扫码；发现疑似易碎品，自动改走缓降滑道；还能根据实时车流调整分拣优先级。这引发了与传统自动化流程的本质差异思考：新系统需要具备哪些功能才能在企业场景中稳定工作？如何用指令让系统理解并执行经理的设想？</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新系统与传统工作流的核心区别是什么？</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新系统需要具备哪些功能才能稳定工作？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如何用你的话对系统下指令来实现经理的想法？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706755"/>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本章旨在帮助学员建立提示词工程的基础认知，理解提示词在智能体系统中的核心作用，掌握提示词工程的基本目标、基本原理和基本工作环境。</a:t>
            </a:r>
            <a:endParaRPr lang="zh-CN"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理解提示词在智能体系统中的核心作用；</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掌握提示词工程的基本目标、基本原理和基本工作环境；</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认识到提示词是对智能体行为的显式设计</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能从系统设计视角理解提示词即行为设计</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能围绕确定性、逻辑性、效率三个维度分析一个提示词是否优质；</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能围绕确定性、逻辑性、效率三个维度分析一个提示词是否优质；</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从智能体系统设计视角理解提示词即行为设计</a:t>
            </a:r>
            <a:endParaRPr lang="zh-CN" dirty="0" smtClean="0">
              <a:latin typeface="Arial" panose="020B0604020202020204" pitchFamily="34" charset="0"/>
              <a:cs typeface="Times New Roman" panose="0202060305040502030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能使用</a:t>
            </a:r>
            <a:r>
              <a:rPr lang="en-US" altLang="zh-CN" dirty="0" smtClean="0">
                <a:latin typeface="Arial" panose="020B0604020202020204" pitchFamily="34" charset="0"/>
                <a:cs typeface="Arial" panose="020B0604020202020204" pitchFamily="34" charset="0"/>
                <a:sym typeface="+mn-ea"/>
              </a:rPr>
              <a:t>RAGFlow</a:t>
            </a:r>
            <a:r>
              <a:rPr lang="zh-CN" altLang="en-US" dirty="0" smtClean="0">
                <a:latin typeface="Arial" panose="020B0604020202020204" pitchFamily="34" charset="0"/>
                <a:cs typeface="Arial" panose="020B0604020202020204" pitchFamily="34" charset="0"/>
                <a:sym typeface="+mn-ea"/>
              </a:rPr>
              <a:t>工作流开展提示词测试、记录和迭代优化；</a:t>
            </a:r>
            <a:endParaRPr lang="zh-CN" altLang="en-US" dirty="0" smtClean="0">
              <a:latin typeface="Arial" panose="020B0604020202020204" pitchFamily="34" charset="0"/>
              <a:cs typeface="Arial" panose="020B0604020202020204" pitchFamily="3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能判断如何构建提示词，约束智能体输出符合场景需求</a:t>
            </a:r>
            <a:endParaRPr lang="zh-CN" dirty="0" smtClean="0">
              <a:latin typeface="Arial" panose="020B0604020202020204" pitchFamily="34" charset="0"/>
              <a:cs typeface="Times New Roman" panose="0202060305040502030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重点：理解提示词如何影响智能体的决策过程与输出稳定性；</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难点：从文字生成过渡到提示词塑造模型行为的系统化认知</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LLM</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的工作原理简述</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563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什么是提示词工程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832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结构化提示词与版本管理</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大型语言模型（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）本身擅长语言理解与生成，但它并不会天然知道当前系统的目标、边界和优先级。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基础上叠加了记忆、规划、工具调用和行动能力的系统。此时，提示词起到的作用就不再只是发起一次对话，而是持续塑造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的决策逻辑。例如，在一个客服智能体中，提示词可以规定：你是售后服务助手，不是销售顾问；先判断用户问题类别，再决定是否查询知识库；若知识库无答案，不允许编造，必须明确告知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暂无法确认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；输出必须包含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问题判断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处理建议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以及</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是否需要人工介入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三个字段。这几句话看似自然语言，实则已经在约束智能体的角色、流程、容错机制和输出结构。提示词写得越清晰，智能体的行为越可控；提示词写得越模糊，智能体越容易漂移。</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一个优质提示词，通常要兼顾以下三个目标：确定性、逻辑性和效率。确定性并不是要求模型每次一字不差，而是要求模型在相同输入下尽量给出风格稳定、结构稳定、结论边界稳定的回答。对于企业级智能体而言，稳定性往往比偶尔的一次惊艳回答更重要。逻辑性是指提示词要让模型清楚：先做什么，再做什么；依据什么判断；遇到异常怎么办；什么情况下该拒绝回答。逻辑清楚，模型的中间推理和最终输出才不容易跳步。效率既包括模型响应效率，也包括开发效率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成本。一个优质提示词不应堆砌无关描述，而应在有限上下文内，把最关键的约束表达清楚。这三个目标的关系可以概括为：确定性保证可用，逻辑性保证可信，效率保证可落地。</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示词的质量直接决定智能体输出的效果。下面通过同一任务场景的两种系统提示词写法，展示优化前后的差异。糟糕的提示词存在多个潜在问题：角色太泛，未定义具体领域身份，模型不知道以何种专业角度回答；缺少上下文，没有说明业务场景，无法准确理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用户的问题</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；无流程要求，模型不知道应先分类、再检索还是直接回答；无输出约束，回答格式不固定，后续程序难以解析。这些问题会导致模型输出不稳定、不可靠，难以在实际业务中落地。</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针对糟糕提示词中暴露的问题，可以通过优化点逐一解决。优化后的提示词明确了角色与业务范围，限定为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智能门锁售后支持</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，缩小任务边界；增加了步骤约束，引导模型按</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分类</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诊断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补全信息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拒答</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顺序处理；增加了拒答规则，明确禁止编造，降低幻觉风险；固定了输出格式，便于程序自动化解析，减少后处理成本。通过这样的优化，提示词从模糊、不可控变得清晰、可执行，显著提升了智能体输出的质量和稳定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LLM</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的工作原理简述</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89112"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什么是提示词工程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21144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LLM</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的工作原理简述</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大语言模型的核心工作原理可以概括为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基于上下文的概率预测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当我们输入一句提示词时，模型首先将整段上下文（包括用户输入和已生成的内容）编码为内部向量表示，这种向量是模型对语言结构和语义的数学化理解。接着，模型会利用训练阶段从海量文本中学到的模式，计算下一个可能出现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（即最小的语言单元，如一个词或子词）的概率分布。例如，在输入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今天天气很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之后，模型会为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好</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冷</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等候选词分配不同的概率值，概率最高的词最有可能被选中输出。最终输出的具体内容，取决于上下文、模型参数以及采样方式（如随机采样或贪心采样）的综合作用。</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一机制意味着模型的输出并非从零开始创造答案，而是基于上文判断下文概率最高的延续。因此，提示词的清晰度直接影响模型的输出稳定性。如果提示词模糊或信息不足，模型会在更多可能性之间摇摆，导致输出结果不稳定、偏离预期；反之，如果提示词明确具体，概率空间就会被有效压缩，模型更容易落在期望答案附近。理解这一原理，是掌握提示词工程的基础，也是优化与模型交互效果的关键所在。</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基于预测机制的原理，提示词工程的核心目标之一就是通过清晰的上下文和明确的约束，将模型的概率分布</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收紧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到更可控的区域。许多初学者误以为只要把任务说清楚就够了，但在大模型场景中，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说什么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只是目标层，而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怎么说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决定了模型如何理解并执行这个目标。例如，两个提示词都要求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总结文章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，但效果可能天差地别：一个仅简单描述任务，另一个则明确了身份（如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你是一位资深分析师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）、读者（如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面向企业高管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）、提取维度（如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核心观点、关键数据、企业启示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）、长度（如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不超过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200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字</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）和风格（如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专业简洁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）。后者的输出质量显著更高，因为模型并非听懂一句话就能自动补全所有隐含要求。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模型更像一个极其强大但需要明确边界的执行者：它依赖上下文中的具体指令来缩小概率空间，从而生成更符合预期的结果。提示词写法越清楚，模型越容易朝正确方向生成。因此，在设计提示词时，应主动添加限定词和约束条件，如指定角色、目标受众、输出格式、长度限制和风格要求。这些限定词不仅帮助模型理解任务细节，还能有效减少歧义和随机性，使输出更加稳定、可控。通过这种方式，用户可以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模糊指令</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转向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精准引导</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，充分发挥大语言模型的能力。</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除了通过身份、维度、长度和风格等限定词来约束模型外，还有一种更直接、更强大的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怎么说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方式：给模型提供示例，即</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提示。这种方法的核心思想是，通过展示一个或多个真实的输入输出示例，让模型模仿示例的格式和内容进行回复。以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总结文章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任务为例，即使已经写好了包含身份、读者、提取维度和风格等约束的提示词，模型在处理不同文章时仍可能在某些细节上偏离预期，比如把</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核心观点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写成了两句话，或者在企业启示部分写得过于空泛。这时，在提示词中直接放入一个真实的输入输出示例，就能有效解决这些问题。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具体来说，可以这样构造</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示词：在原有指令的末尾，添加一段示例，包括一个示例输入（如某篇文章的片段）和对应的示例输出（如按照指定维度、长度和句式写好的总结）。通过这个示例，模型不仅知道你要什么维度的信息，还看到了每个维度应该写多长、用什么句式、观点和事实如何分离。相比于只有指令的提示词，加上</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few-shot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后，输出的稳定性和一致性会再次明显提升。这种方法的优势在于，它用具体的模板替代了抽象的规则，让模型更容易理解并执行复杂任务，尤其适用于需要高度格式化和一致性的场景。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3778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LLM</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的工作原理简述</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400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什么是提示词工程</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16826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LLM</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的工作原理简述</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构建大模型的系统提示词时，结构化设计是确保模型输出稳定性、准确性和专业性的核心方法。与碎片化的指令不同，结构化的提示词能够为模型建立一个清晰的逻辑框架，其核心思想是将复杂的任务拆解为若干个标准化的模块。通过使用清晰的分隔符和逻辑层次，可以引导模型更精准地理解人类意图。一个成熟的结构化提示词通常包含五个核心模块：角色设定，用于定义模型的身份；背景信息，提供任务的上下文或目标受众；任务目标，明确模型需要执行的具体动作；约束与规则，规定模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能做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不能做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的边界；输出格式，规定返回结果的具体形式。这五个模块共同构成了一个完整的指令体系。</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相较于将提示词编辑成一段连续的长文本，模型更容易识别具有物理边界的段落结构。因此，建议在编写系统提示词时使用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Markdown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标题、分隔符（如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）或特定的标签（如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&lt;Task&gt;&lt;/Task&gt;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）来组织内容。结构化构建不仅是为了提升模型的表现，更是为了增强提示词的可维护性。当模型输出不符合预期时，你可以快速定位问题所在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是角色设定不够具体，还是约束条件存在冲突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从而进行针对性的优化。这种设计思路将提示词工程从难以捉摸的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玄学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转化为可科学迭代的过程，使得每一次调整都有据可依。</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许多初学者在调整提示词时，常见的问题不是不会写，而是改乱了。修改了一句之后，效果变好还是变差往往说不清楚；模型参数变了还是提示词变了，也记不住。久而久之，优化过程就变成了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玄学试错</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。因此，提示词工程必须建立版本管理的意识。至少要做到以下几点：每次修改只改变一个关键变量，例如只修改角色描述，或只调整输出格式；为每个提示词版本进行编号，例如</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v1.0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v1.1</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v2.0</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；记录每次修改的目的，例如</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增加拒答机制</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优化表格输出</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减少废话</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；固定测试样本，避免每次都换问题导致无法公平比较；记录评估结果，包括准确率、完整性、格式稳定性以及是否出现幻觉。</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一个简单的版本记录表可以帮助你系统化地追踪优化过程。例如，初始版本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v1.0</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用于完成基础问答，测试</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个用户问题后评价为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输出较泛</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v1.1</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版本中增加了角色和业务背景，目的是提升专业性，使用同样的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个问题测试后，评价为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更贴近场景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v1.2</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版本中进一步增加了输出格式和拒答规则，目的是提升稳定性，测试后评价为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结构更统一</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。通过这样的迭代记录，你可以清晰地看到每次修改带来的变化，从而将提示词优化从无序的试错转变为有据可查的科学过程。</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7538194" y="4134567"/>
            <a:ext cx="1941223" cy="1149108"/>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7391459" y="2641172"/>
            <a:ext cx="1892947" cy="1892947"/>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6184076" y="5350373"/>
            <a:ext cx="4320000" cy="460375"/>
          </a:xfrm>
          <a:prstGeom prst="rect">
            <a:avLst/>
          </a:prstGeom>
          <a:noFill/>
        </p:spPr>
        <p:txBody>
          <a:bodyPr wrap="square" rtlCol="0">
            <a:spAutoFit/>
          </a:bodyPr>
          <a:lstStyle/>
          <a:p>
            <a:pPr lvl="0" algn="ctr">
              <a:buClrTx/>
              <a:buSzTx/>
              <a:buFontTx/>
            </a:pPr>
            <a:r>
              <a:rPr lang="zh-CN" sz="2400" dirty="0" smtClean="0">
                <a:cs typeface="+mn-ea"/>
                <a:sym typeface="+mn-lt"/>
              </a:rPr>
              <a:t>二、会议纪要生成</a:t>
            </a:r>
            <a:endParaRPr lang="zh-CN" sz="2400" dirty="0" smtClean="0">
              <a:cs typeface="+mn-ea"/>
              <a:sym typeface="+mn-lt"/>
            </a:endParaRPr>
          </a:p>
        </p:txBody>
      </p:sp>
      <p:sp>
        <p:nvSpPr>
          <p:cNvPr id="10" name="文本框 9"/>
          <p:cNvSpPr txBox="1"/>
          <p:nvPr>
            <p:custDataLst>
              <p:tags r:id="rId6"/>
            </p:custDataLst>
          </p:nvPr>
        </p:nvSpPr>
        <p:spPr>
          <a:xfrm>
            <a:off x="7981576" y="3119490"/>
            <a:ext cx="682858"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7"/>
            </p:custDataLst>
          </p:nvPr>
        </p:nvSpPr>
        <p:spPr>
          <a:xfrm>
            <a:off x="1483995" y="5350510"/>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一、智能客服回复优化</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2691210" y="2004060"/>
            <a:ext cx="2087958" cy="2571359"/>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3281327" y="3153168"/>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某智能门锁企业的客服部门计划上线一个客服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用于自动处理用户的常见咨询。教师通过这个案例让学员理解一个核心观点：同一项任务，如果提示词不够清晰，模型输出就会缺乏专业性和稳定性；反之，如果提示词结构清晰，输出则会明显更贴近业务场景。用户输入示例如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V1</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版提示词是在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设置的简易提示词，直接根据用户问题生成回答。学员需要思考如何利用所学的评估方法测试这组提示词的潜在问题，并通过提示词工程为其添加约束，构建新的提示词版本。在测试过程中，需要记录常见问题，例如回答泛化、缺少分类、遗漏已知信息、缺少边界提示等。通过反复测试和提问，根据产生的问题不断迭代提示词，最终形成优化版本。</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en-US" dirty="0" smtClean="0">
                <a:latin typeface="微软雅黑" panose="020B0503020204020204" pitchFamily="34" charset="-122"/>
                <a:ea typeface="微软雅黑" panose="020B0503020204020204" pitchFamily="34" charset="-122"/>
                <a:cs typeface="微软雅黑" panose="020B0503020204020204" pitchFamily="34" charset="-122"/>
              </a:rPr>
              <a:t>V2</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版提示词是经过优化后的版本，它通过扩充测试样例，对提示词进行了更精细的约束。通过对比两版提示词得到的输出结果可以发现，第一版通常会直接给出建议，但很少体现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售后支持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的身份，回答显得泛化且缺乏针对性。而优化版更容易先识别用户问题是否属于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联网问题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按照结构化的方式输出内容。这种优化后的输出更适合后续接入工单系统或用于页面展示，因为它不仅更专业，还具备了清晰的分类和边界，能够直接服务于业务场景。这一对比清晰地展示了提示词工程在提升模型输出质量中的关键作用。</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7538194" y="4134567"/>
            <a:ext cx="1941223" cy="1149108"/>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7391459" y="2641172"/>
            <a:ext cx="1892947" cy="1892947"/>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rgbClr val="0064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6184076" y="5350373"/>
            <a:ext cx="4320000" cy="460375"/>
          </a:xfrm>
          <a:prstGeom prst="rect">
            <a:avLst/>
          </a:prstGeom>
          <a:noFill/>
        </p:spPr>
        <p:txBody>
          <a:bodyPr wrap="square" rtlCol="0">
            <a:spAutoFit/>
          </a:bodyPr>
          <a:lstStyle/>
          <a:p>
            <a:pPr lvl="0" algn="ctr">
              <a:buClrTx/>
              <a:buSzTx/>
              <a:buFontTx/>
            </a:pPr>
            <a:r>
              <a:rPr lang="zh-CN" sz="2400" b="1" dirty="0" smtClean="0">
                <a:solidFill>
                  <a:srgbClr val="0064D2"/>
                </a:solidFill>
                <a:cs typeface="+mn-ea"/>
                <a:sym typeface="+mn-lt"/>
              </a:rPr>
              <a:t>二、会议纪要生成</a:t>
            </a:r>
            <a:endParaRPr lang="zh-CN" sz="2400" b="1" dirty="0" smtClean="0">
              <a:solidFill>
                <a:srgbClr val="0064D2"/>
              </a:solidFill>
              <a:cs typeface="+mn-ea"/>
              <a:sym typeface="+mn-lt"/>
            </a:endParaRPr>
          </a:p>
        </p:txBody>
      </p:sp>
      <p:sp>
        <p:nvSpPr>
          <p:cNvPr id="10" name="文本框 9"/>
          <p:cNvSpPr txBox="1"/>
          <p:nvPr>
            <p:custDataLst>
              <p:tags r:id="rId6"/>
            </p:custDataLst>
          </p:nvPr>
        </p:nvSpPr>
        <p:spPr>
          <a:xfrm>
            <a:off x="7981576" y="3119490"/>
            <a:ext cx="682858"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7"/>
            </p:custDataLst>
          </p:nvPr>
        </p:nvSpPr>
        <p:spPr>
          <a:xfrm>
            <a:off x="1483995" y="5350510"/>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一、智能客服回复优化</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2691210" y="2004060"/>
            <a:ext cx="2087958" cy="2571359"/>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tx1">
                    <a:lumMod val="75000"/>
                    <a:lumOff val="25000"/>
                  </a:schemeClr>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3281327" y="3153168"/>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某项目组希望让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根据会议内容自动生成纪要，这一案例的核心目的并非仅仅展示如何实现自动化，而是引导大家理解在与智能体沟通时，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怎么说</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比</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说什么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更重要。用户的意图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帮我总结会议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看似简单，但在实际业务中，往往还需要区分决议、待办事项和责任人等关键信息。如果提示词过于简单，智能体可能只会生成一段摘要，而无法输出结构化的协作结果。因此，我们需要通过设计更精细的提示词，来引导大模型按照业务需求进行格式化总结。</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在构建系统提示词时，需要明确告知大模型用什么样的格式进行总结。例如，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V1</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版提示词可能只是简单要求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总结会议内容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，而</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V2</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版提示词则会具体指定输出格式，包括决议、待办事项、责任人和截止时间等字段。通过分别运行两组关键词，可以观察模型是否会漏掉责任人和时间节点等细节。将结果与其他同学的运行结果对比，可以明显看出提示词设计对输出质量的影响。</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通过这两个案例，希望学员理解以下几点信息：第一，简单的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常常只能生成摘要，却不能直接形成协作结果，无法满足实际业务需求；第二，一旦在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明确要求责任人和截止时间等细节信息，提示词的业务导向就会明显增强，输出结果也会更加实用；第三，提示词工程不是语言修饰，而是业务信息提取设计，其本质是帮助智能体理解用户真实需求，并按照业务逻辑输出结构化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在本任务中，解决的是提示词工程的认知起点问题。完成任务后，学员应当意识到：提示词并不是模型交互中的附属品，而是</a:t>
            </a:r>
            <a:r>
              <a:rPr lang="en-US" altLang="zh-CN" dirty="0">
                <a:latin typeface="Arial" panose="020B0604020202020204" pitchFamily="34" charset="0"/>
                <a:cs typeface="Arial" panose="020B0604020202020204" pitchFamily="34" charset="0"/>
              </a:rPr>
              <a:t> Agent </a:t>
            </a:r>
            <a:r>
              <a:rPr lang="zh-CN" altLang="en-US" dirty="0">
                <a:latin typeface="Arial" panose="020B0604020202020204" pitchFamily="34" charset="0"/>
                <a:cs typeface="Arial" panose="020B0604020202020204" pitchFamily="34" charset="0"/>
              </a:rPr>
              <a:t>行为设计的核心入口。它决定了模型如何理解任务、如何分配注意力、如何组织推理、如何控制输出。</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提示词是智能体行为设计的核心入口；</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理解提示词如何塑造模型行为而非简单提问；</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优质提示词兼顾确定性、逻辑性和效率；</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结构化提示词和版本管理保障可维护性；</a:t>
            </a:r>
            <a:endParaRPr lang="zh-CN" sz="2000" dirty="0">
              <a:latin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概率机制理解提示词约束原理</a:t>
            </a:r>
            <a:endParaRPr lang="zh-CN" sz="2000" dirty="0">
              <a:latin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提示词优化从玄学到科学迭代</a:t>
            </a:r>
            <a:endParaRPr lang="zh-CN" sz="2000" dirty="0">
              <a:latin typeface="Arial" panose="020B0604020202020204" pitchFamily="34" charset="0"/>
              <a:sym typeface="+mn-ea"/>
            </a:endParaRPr>
          </a:p>
        </p:txBody>
      </p:sp>
    </p:spTree>
    <p:custDataLst>
      <p:tags r:id="rId2"/>
    </p:custData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任务二</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提示词工程</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为任务实施中的系统提示词添加</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few-shot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提示，判断一下对回复结果有无影响，并总结原因。</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如果要为一个企业客服</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写第一版系统提示词，你认为最不能缺少的三项约束是什么？尝试构架一个这样的</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，对比其他同学的回复结果，看看谁的想法更好。</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20195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通过添加示例让模型模仿输出格式，提升稳定性；系统提示词需明确角色、流程规则和输出格式三项核心约束，确保行为可控。</a:t>
            </a:r>
            <a:endPar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333.6,&quot;left&quot;:18.55,&quot;top&quot;:138.6,&quot;width&quot;:957.2494488188977}"/>
</p:tagLst>
</file>

<file path=ppt/tags/tag212.xml><?xml version="1.0" encoding="utf-8"?>
<p:tagLst xmlns:p="http://schemas.openxmlformats.org/presentationml/2006/main">
  <p:tag name="KSO_WM_DIAGRAM_VIRTUALLY_FRAME" val="{&quot;height&quot;:333.6,&quot;left&quot;:18.55,&quot;top&quot;:138.6,&quot;width&quot;:957.2494488188977}"/>
</p:tagLst>
</file>

<file path=ppt/tags/tag213.xml><?xml version="1.0" encoding="utf-8"?>
<p:tagLst xmlns:p="http://schemas.openxmlformats.org/presentationml/2006/main">
  <p:tag name="KSO_WM_DIAGRAM_VIRTUALLY_FRAME" val="{&quot;height&quot;:333.6,&quot;left&quot;:18.55,&quot;top&quot;:138.6,&quot;width&quot;:957.2494488188977}"/>
</p:tagLst>
</file>

<file path=ppt/tags/tag214.xml><?xml version="1.0" encoding="utf-8"?>
<p:tagLst xmlns:p="http://schemas.openxmlformats.org/presentationml/2006/main">
  <p:tag name="KSO_WM_DIAGRAM_VIRTUALLY_FRAME" val="{&quot;height&quot;:333.6,&quot;left&quot;:18.55,&quot;top&quot;:138.6,&quot;width&quot;:957.2494488188977}"/>
</p:tagLst>
</file>

<file path=ppt/tags/tag215.xml><?xml version="1.0" encoding="utf-8"?>
<p:tagLst xmlns:p="http://schemas.openxmlformats.org/presentationml/2006/main">
  <p:tag name="KSO_WM_DIAGRAM_VIRTUALLY_FRAME" val="{&quot;height&quot;:333.6,&quot;left&quot;:18.55,&quot;top&quot;:138.6,&quot;width&quot;:957.2494488188977}"/>
</p:tagLst>
</file>

<file path=ppt/tags/tag216.xml><?xml version="1.0" encoding="utf-8"?>
<p:tagLst xmlns:p="http://schemas.openxmlformats.org/presentationml/2006/main">
  <p:tag name="KSO_WM_DIAGRAM_VIRTUALLY_FRAME" val="{&quot;height&quot;:333.6,&quot;left&quot;:18.55,&quot;top&quot;:138.6,&quot;width&quot;:957.2494488188977}"/>
</p:tagLst>
</file>

<file path=ppt/tags/tag217.xml><?xml version="1.0" encoding="utf-8"?>
<p:tagLst xmlns:p="http://schemas.openxmlformats.org/presentationml/2006/main">
  <p:tag name="KSO_WM_DIAGRAM_VIRTUALLY_FRAME" val="{&quot;height&quot;:333.6,&quot;left&quot;:18.55,&quot;top&quot;:138.6,&quot;width&quot;:957.2494488188977}"/>
</p:tagLst>
</file>

<file path=ppt/tags/tag218.xml><?xml version="1.0" encoding="utf-8"?>
<p:tagLst xmlns:p="http://schemas.openxmlformats.org/presentationml/2006/main">
  <p:tag name="KSO_WM_DIAGRAM_VIRTUALLY_FRAME" val="{&quot;height&quot;:333.6,&quot;left&quot;:18.55,&quot;top&quot;:138.6,&quot;width&quot;:957.2494488188977}"/>
</p:tagLst>
</file>

<file path=ppt/tags/tag219.xml><?xml version="1.0" encoding="utf-8"?>
<p:tagLst xmlns:p="http://schemas.openxmlformats.org/presentationml/2006/main">
  <p:tag name="KSO_WM_DIAGRAM_VIRTUALLY_FRAME" val="{&quot;height&quot;:333.6,&quot;left&quot;:18.55,&quot;top&quot;:138.6,&quot;width&quot;:957.2494488188977}"/>
</p:tagLst>
</file>

<file path=ppt/tags/tag220.xml><?xml version="1.0" encoding="utf-8"?>
<p:tagLst xmlns:p="http://schemas.openxmlformats.org/presentationml/2006/main">
  <p:tag name="KSO_WM_DIAGRAM_VIRTUALLY_FRAME" val="{&quot;height&quot;:333.6,&quot;left&quot;:18.55,&quot;top&quot;:138.6,&quot;width&quot;:957.2494488188977}"/>
</p:tagLst>
</file>

<file path=ppt/tags/tag221.xml><?xml version="1.0" encoding="utf-8"?>
<p:tagLst xmlns:p="http://schemas.openxmlformats.org/presentationml/2006/main">
  <p:tag name="KSO_WM_DIAGRAM_VIRTUALLY_FRAME" val="{&quot;height&quot;:333.6,&quot;left&quot;:18.55,&quot;top&quot;:138.6,&quot;width&quot;:957.2494488188977}"/>
</p:tagLst>
</file>

<file path=ppt/tags/tag222.xml><?xml version="1.0" encoding="utf-8"?>
<p:tagLst xmlns:p="http://schemas.openxmlformats.org/presentationml/2006/main">
  <p:tag name="KSO_WM_DIAGRAM_VIRTUALLY_FRAME" val="{&quot;height&quot;:333.6,&quot;left&quot;:18.55,&quot;top&quot;:138.6,&quot;width&quot;:957.2494488188977}"/>
</p:tagLst>
</file>

<file path=ppt/tags/tag223.xml><?xml version="1.0" encoding="utf-8"?>
<p:tagLst xmlns:p="http://schemas.openxmlformats.org/presentationml/2006/main">
  <p:tag name="KSO_WM_DIAGRAM_VIRTUALLY_FRAME" val="{&quot;height&quot;:333.6,&quot;left&quot;:18.55,&quot;top&quot;:138.6,&quot;width&quot;:957.2494488188977}"/>
</p:tagLst>
</file>

<file path=ppt/tags/tag224.xml><?xml version="1.0" encoding="utf-8"?>
<p:tagLst xmlns:p="http://schemas.openxmlformats.org/presentationml/2006/main">
  <p:tag name="KSO_WM_DIAGRAM_VIRTUALLY_FRAME" val="{&quot;height&quot;:333.6,&quot;left&quot;:18.55,&quot;top&quot;:138.6,&quot;width&quot;:957.2494488188977}"/>
</p:tagLst>
</file>

<file path=ppt/tags/tag225.xml><?xml version="1.0" encoding="utf-8"?>
<p:tagLst xmlns:p="http://schemas.openxmlformats.org/presentationml/2006/main">
  <p:tag name="KSO_WM_DIAGRAM_VIRTUALLY_FRAME" val="{&quot;height&quot;:333.6,&quot;left&quot;:18.55,&quot;top&quot;:138.6,&quot;width&quot;:957.2494488188977}"/>
</p:tagLst>
</file>

<file path=ppt/tags/tag226.xml><?xml version="1.0" encoding="utf-8"?>
<p:tagLst xmlns:p="http://schemas.openxmlformats.org/presentationml/2006/main">
  <p:tag name="KSO_WM_DIAGRAM_VIRTUALLY_FRAME" val="{&quot;height&quot;:333.6,&quot;left&quot;:18.55,&quot;top&quot;:138.6,&quot;width&quot;:957.2494488188977}"/>
</p:tagLst>
</file>

<file path=ppt/tags/tag227.xml><?xml version="1.0" encoding="utf-8"?>
<p:tagLst xmlns:p="http://schemas.openxmlformats.org/presentationml/2006/main">
  <p:tag name="KSO_WM_DIAGRAM_VIRTUALLY_FRAME" val="{&quot;height&quot;:333.6,&quot;left&quot;:18.55,&quot;top&quot;:138.6,&quot;width&quot;:957.2494488188977}"/>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3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DIAGRAM_VIRTUALLY_FRAME" val="{&quot;height&quot;:312,&quot;left&quot;:46.386771653543285,&quot;top&quot;:138.6,&quot;width&quot;:929.4126771653544}"/>
</p:tagLst>
</file>

<file path=ppt/tags/tag242.xml><?xml version="1.0" encoding="utf-8"?>
<p:tagLst xmlns:p="http://schemas.openxmlformats.org/presentationml/2006/main">
  <p:tag name="KSO_WM_DIAGRAM_VIRTUALLY_FRAME" val="{&quot;height&quot;:312,&quot;left&quot;:46.386771653543285,&quot;top&quot;:138.6,&quot;width&quot;:929.4126771653544}"/>
</p:tagLst>
</file>

<file path=ppt/tags/tag243.xml><?xml version="1.0" encoding="utf-8"?>
<p:tagLst xmlns:p="http://schemas.openxmlformats.org/presentationml/2006/main">
  <p:tag name="KSO_WM_DIAGRAM_VIRTUALLY_FRAME" val="{&quot;height&quot;:312,&quot;left&quot;:46.386771653543285,&quot;top&quot;:138.6,&quot;width&quot;:929.4126771653544}"/>
</p:tagLst>
</file>

<file path=ppt/tags/tag244.xml><?xml version="1.0" encoding="utf-8"?>
<p:tagLst xmlns:p="http://schemas.openxmlformats.org/presentationml/2006/main">
  <p:tag name="KSO_WM_DIAGRAM_VIRTUALLY_FRAME" val="{&quot;height&quot;:312,&quot;left&quot;:46.386771653543285,&quot;top&quot;:138.6,&quot;width&quot;:929.4126771653544}"/>
</p:tagLst>
</file>

<file path=ppt/tags/tag245.xml><?xml version="1.0" encoding="utf-8"?>
<p:tagLst xmlns:p="http://schemas.openxmlformats.org/presentationml/2006/main">
  <p:tag name="KSO_WM_DIAGRAM_VIRTUALLY_FRAME" val="{&quot;height&quot;:312,&quot;left&quot;:46.386771653543285,&quot;top&quot;:138.6,&quot;width&quot;:929.4126771653544}"/>
</p:tagLst>
</file>

<file path=ppt/tags/tag246.xml><?xml version="1.0" encoding="utf-8"?>
<p:tagLst xmlns:p="http://schemas.openxmlformats.org/presentationml/2006/main">
  <p:tag name="KSO_WM_DIAGRAM_VIRTUALLY_FRAME" val="{&quot;height&quot;:312,&quot;left&quot;:46.386771653543285,&quot;top&quot;:138.6,&quot;width&quot;:929.4126771653544}"/>
</p:tagLst>
</file>

<file path=ppt/tags/tag247.xml><?xml version="1.0" encoding="utf-8"?>
<p:tagLst xmlns:p="http://schemas.openxmlformats.org/presentationml/2006/main">
  <p:tag name="KSO_WM_DIAGRAM_VIRTUALLY_FRAME" val="{&quot;height&quot;:312,&quot;left&quot;:46.386771653543285,&quot;top&quot;:138.6,&quot;width&quot;:929.4126771653544}"/>
</p:tagLst>
</file>

<file path=ppt/tags/tag248.xml><?xml version="1.0" encoding="utf-8"?>
<p:tagLst xmlns:p="http://schemas.openxmlformats.org/presentationml/2006/main">
  <p:tag name="KSO_WM_DIAGRAM_VIRTUALLY_FRAME" val="{&quot;height&quot;:312,&quot;left&quot;:46.386771653543285,&quot;top&quot;:138.6,&quot;width&quot;:929.4126771653544}"/>
</p:tagLst>
</file>

<file path=ppt/tags/tag249.xml><?xml version="1.0" encoding="utf-8"?>
<p:tagLst xmlns:p="http://schemas.openxmlformats.org/presentationml/2006/main">
  <p:tag name="KSO_WM_DIAGRAM_VIRTUALLY_FRAME" val="{&quot;height&quot;:312,&quot;left&quot;:46.386771653543285,&quot;top&quot;:138.6,&quot;width&quot;:929.4126771653544}"/>
</p:tagLst>
</file>

<file path=ppt/tags/tag250.xml><?xml version="1.0" encoding="utf-8"?>
<p:tagLst xmlns:p="http://schemas.openxmlformats.org/presentationml/2006/main">
  <p:tag name="KSO_WM_DIAGRAM_VIRTUALLY_FRAME" val="{&quot;height&quot;:312,&quot;left&quot;:46.386771653543285,&quot;top&quot;:138.6,&quot;width&quot;:929.4126771653544}"/>
</p:tagLst>
</file>

<file path=ppt/tags/tag251.xml><?xml version="1.0" encoding="utf-8"?>
<p:tagLst xmlns:p="http://schemas.openxmlformats.org/presentationml/2006/main">
  <p:tag name="KSO_WM_DIAGRAM_VIRTUALLY_FRAME" val="{&quot;height&quot;:312,&quot;left&quot;:46.386771653543285,&quot;top&quot;:138.6,&quot;width&quot;:929.4126771653544}"/>
</p:tagLst>
</file>

<file path=ppt/tags/tag252.xml><?xml version="1.0" encoding="utf-8"?>
<p:tagLst xmlns:p="http://schemas.openxmlformats.org/presentationml/2006/main">
  <p:tag name="KSO_WM_DIAGRAM_VIRTUALLY_FRAME" val="{&quot;height&quot;:312,&quot;left&quot;:46.386771653543285,&quot;top&quot;:138.6,&quot;width&quot;:929.4126771653544}"/>
</p:tagLst>
</file>

<file path=ppt/tags/tag253.xml><?xml version="1.0" encoding="utf-8"?>
<p:tagLst xmlns:p="http://schemas.openxmlformats.org/presentationml/2006/main">
  <p:tag name="KSO_WM_DIAGRAM_VIRTUALLY_FRAME" val="{&quot;height&quot;:312,&quot;left&quot;:46.386771653543285,&quot;top&quot;:138.6,&quot;width&quot;:929.4126771653544}"/>
</p:tagLst>
</file>

<file path=ppt/tags/tag254.xml><?xml version="1.0" encoding="utf-8"?>
<p:tagLst xmlns:p="http://schemas.openxmlformats.org/presentationml/2006/main">
  <p:tag name="KSO_WM_DIAGRAM_VIRTUALLY_FRAME" val="{&quot;height&quot;:312,&quot;left&quot;:46.386771653543285,&quot;top&quot;:138.6,&quot;width&quot;:929.4126771653544}"/>
</p:tagLst>
</file>

<file path=ppt/tags/tag255.xml><?xml version="1.0" encoding="utf-8"?>
<p:tagLst xmlns:p="http://schemas.openxmlformats.org/presentationml/2006/main">
  <p:tag name="KSO_WM_DIAGRAM_VIRTUALLY_FRAME" val="{&quot;height&quot;:312,&quot;left&quot;:46.386771653543285,&quot;top&quot;:138.6,&quot;width&quot;:929.4126771653544}"/>
</p:tagLst>
</file>

<file path=ppt/tags/tag256.xml><?xml version="1.0" encoding="utf-8"?>
<p:tagLst xmlns:p="http://schemas.openxmlformats.org/presentationml/2006/main">
  <p:tag name="KSO_WM_DIAGRAM_VIRTUALLY_FRAME" val="{&quot;height&quot;:312,&quot;left&quot;:46.386771653543285,&quot;top&quot;:138.6,&quot;width&quot;:929.4126771653544}"/>
</p:tagLst>
</file>

<file path=ppt/tags/tag257.xml><?xml version="1.0" encoding="utf-8"?>
<p:tagLst xmlns:p="http://schemas.openxmlformats.org/presentationml/2006/main">
  <p:tag name="KSO_WM_DIAGRAM_VIRTUALLY_FRAME" val="{&quot;height&quot;:312,&quot;left&quot;:46.386771653543285,&quot;top&quot;:138.6,&quot;width&quot;:929.4126771653544}"/>
</p:tagLst>
</file>

<file path=ppt/tags/tag258.xml><?xml version="1.0" encoding="utf-8"?>
<p:tagLst xmlns:p="http://schemas.openxmlformats.org/presentationml/2006/main">
  <p:tag name="KSO_WM_BEAUTIFY_FLAG" val=""/>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BEAUTIFY_FLAG" val=""/>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7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DIAGRAM_VIRTUALLY_FRAME" val="{&quot;height&quot;:304.7015748031496,&quot;left&quot;:45.236771653543286,&quot;top&quot;:138.6,&quot;width&quot;:896.7277974382536}"/>
</p:tagLst>
</file>

<file path=ppt/tags/tag280.xml><?xml version="1.0" encoding="utf-8"?>
<p:tagLst xmlns:p="http://schemas.openxmlformats.org/presentationml/2006/main">
  <p:tag name="KSO_WM_DIAGRAM_VIRTUALLY_FRAME" val="{&quot;height&quot;:304.7015748031496,&quot;left&quot;:45.236771653543286,&quot;top&quot;:138.6,&quot;width&quot;:896.7277974382536}"/>
</p:tagLst>
</file>

<file path=ppt/tags/tag281.xml><?xml version="1.0" encoding="utf-8"?>
<p:tagLst xmlns:p="http://schemas.openxmlformats.org/presentationml/2006/main">
  <p:tag name="KSO_WM_DIAGRAM_VIRTUALLY_FRAME" val="{&quot;height&quot;:304.7015748031496,&quot;left&quot;:45.236771653543286,&quot;top&quot;:138.6,&quot;width&quot;:896.7277974382536}"/>
</p:tagLst>
</file>

<file path=ppt/tags/tag282.xml><?xml version="1.0" encoding="utf-8"?>
<p:tagLst xmlns:p="http://schemas.openxmlformats.org/presentationml/2006/main">
  <p:tag name="KSO_WM_DIAGRAM_VIRTUALLY_FRAME" val="{&quot;height&quot;:304.7015748031496,&quot;left&quot;:45.236771653543286,&quot;top&quot;:138.6,&quot;width&quot;:896.7277974382536}"/>
</p:tagLst>
</file>

<file path=ppt/tags/tag283.xml><?xml version="1.0" encoding="utf-8"?>
<p:tagLst xmlns:p="http://schemas.openxmlformats.org/presentationml/2006/main">
  <p:tag name="KSO_WM_DIAGRAM_VIRTUALLY_FRAME" val="{&quot;height&quot;:304.7015748031496,&quot;left&quot;:45.236771653543286,&quot;top&quot;:138.6,&quot;width&quot;:896.7277974382536}"/>
</p:tagLst>
</file>

<file path=ppt/tags/tag284.xml><?xml version="1.0" encoding="utf-8"?>
<p:tagLst xmlns:p="http://schemas.openxmlformats.org/presentationml/2006/main">
  <p:tag name="KSO_WM_DIAGRAM_VIRTUALLY_FRAME" val="{&quot;height&quot;:304.7015748031496,&quot;left&quot;:45.236771653543286,&quot;top&quot;:138.6,&quot;width&quot;:896.7277974382536}"/>
</p:tagLst>
</file>

<file path=ppt/tags/tag285.xml><?xml version="1.0" encoding="utf-8"?>
<p:tagLst xmlns:p="http://schemas.openxmlformats.org/presentationml/2006/main">
  <p:tag name="KSO_WM_DIAGRAM_VIRTUALLY_FRAME" val="{&quot;height&quot;:304.7015748031496,&quot;left&quot;:45.236771653543286,&quot;top&quot;:138.6,&quot;width&quot;:896.7277974382536}"/>
</p:tagLst>
</file>

<file path=ppt/tags/tag286.xml><?xml version="1.0" encoding="utf-8"?>
<p:tagLst xmlns:p="http://schemas.openxmlformats.org/presentationml/2006/main">
  <p:tag name="KSO_WM_DIAGRAM_VIRTUALLY_FRAME" val="{&quot;height&quot;:304.7015748031496,&quot;left&quot;:45.236771653543286,&quot;top&quot;:138.6,&quot;width&quot;:896.7277974382536}"/>
</p:tagLst>
</file>

<file path=ppt/tags/tag287.xml><?xml version="1.0" encoding="utf-8"?>
<p:tagLst xmlns:p="http://schemas.openxmlformats.org/presentationml/2006/main">
  <p:tag name="KSO_WM_DIAGRAM_VIRTUALLY_FRAME" val="{&quot;height&quot;:304.7015748031496,&quot;left&quot;:45.236771653543286,&quot;top&quot;:138.6,&quot;width&quot;:896.7277974382536}"/>
</p:tagLst>
</file>

<file path=ppt/tags/tag288.xml><?xml version="1.0" encoding="utf-8"?>
<p:tagLst xmlns:p="http://schemas.openxmlformats.org/presentationml/2006/main">
  <p:tag name="KSO_WM_DIAGRAM_VIRTUALLY_FRAME" val="{&quot;height&quot;:304.7015748031496,&quot;left&quot;:45.236771653543286,&quot;top&quot;:138.6,&quot;width&quot;:896.7277974382536}"/>
</p:tagLst>
</file>

<file path=ppt/tags/tag289.xml><?xml version="1.0" encoding="utf-8"?>
<p:tagLst xmlns:p="http://schemas.openxmlformats.org/presentationml/2006/main">
  <p:tag name="KSO_WM_DIAGRAM_VIRTUALLY_FRAME" val="{&quot;height&quot;:304.7015748031496,&quot;left&quot;:45.236771653543286,&quot;top&quot;:138.6,&quot;width&quot;:896.7277974382536}"/>
</p:tagLst>
</file>

<file path=ppt/tags/tag290.xml><?xml version="1.0" encoding="utf-8"?>
<p:tagLst xmlns:p="http://schemas.openxmlformats.org/presentationml/2006/main">
  <p:tag name="KSO_WM_DIAGRAM_VIRTUALLY_FRAME" val="{&quot;height&quot;:304.7015748031496,&quot;left&quot;:45.236771653543286,&quot;top&quot;:138.6,&quot;width&quot;:896.7277974382536}"/>
</p:tagLst>
</file>

<file path=ppt/tags/tag291.xml><?xml version="1.0" encoding="utf-8"?>
<p:tagLst xmlns:p="http://schemas.openxmlformats.org/presentationml/2006/main">
  <p:tag name="KSO_WM_DIAGRAM_VIRTUALLY_FRAME" val="{&quot;height&quot;:304.7015748031496,&quot;left&quot;:45.236771653543286,&quot;top&quot;:138.6,&quot;width&quot;:896.7277974382536}"/>
</p:tagLst>
</file>

<file path=ppt/tags/tag292.xml><?xml version="1.0" encoding="utf-8"?>
<p:tagLst xmlns:p="http://schemas.openxmlformats.org/presentationml/2006/main">
  <p:tag name="KSO_WM_DIAGRAM_VIRTUALLY_FRAME" val="{&quot;height&quot;:304.7015748031496,&quot;left&quot;:45.236771653543286,&quot;top&quot;:138.6,&quot;width&quot;:896.7277974382536}"/>
</p:tagLst>
</file>

<file path=ppt/tags/tag293.xml><?xml version="1.0" encoding="utf-8"?>
<p:tagLst xmlns:p="http://schemas.openxmlformats.org/presentationml/2006/main">
  <p:tag name="KSO_WM_DIAGRAM_VIRTUALLY_FRAME" val="{&quot;height&quot;:304.7015748031496,&quot;left&quot;:45.236771653543286,&quot;top&quot;:138.6,&quot;width&quot;:896.7277974382536}"/>
</p:tagLst>
</file>

<file path=ppt/tags/tag294.xml><?xml version="1.0" encoding="utf-8"?>
<p:tagLst xmlns:p="http://schemas.openxmlformats.org/presentationml/2006/main">
  <p:tag name="KSO_WM_DIAGRAM_VIRTUALLY_FRAME" val="{&quot;height&quot;:304.7015748031496,&quot;left&quot;:45.236771653543286,&quot;top&quot;:138.6,&quot;width&quot;:896.7277974382536}"/>
</p:tagLst>
</file>

<file path=ppt/tags/tag295.xml><?xml version="1.0" encoding="utf-8"?>
<p:tagLst xmlns:p="http://schemas.openxmlformats.org/presentationml/2006/main">
  <p:tag name="KSO_WM_DIAGRAM_VIRTUALLY_FRAME" val="{&quot;height&quot;:304.7015748031496,&quot;left&quot;:45.236771653543286,&quot;top&quot;:138.6,&quot;width&quot;:896.7277974382536}"/>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BEAUTIFY_FLAG" val=""/>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0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1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2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3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3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3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33.xml><?xml version="1.0" encoding="utf-8"?>
<p:tagLst xmlns:p="http://schemas.openxmlformats.org/presentationml/2006/main">
  <p:tag name="KSO_WM_DIAGRAM_VIRTUALLY_FRAME" val="{&quot;height&quot;:333.7,&quot;left&quot;:181.0367716535433,&quot;top&quot;:150.5,&quot;width&quot;:585.2126771653544}"/>
</p:tagLst>
</file>

<file path=ppt/tags/tag334.xml><?xml version="1.0" encoding="utf-8"?>
<p:tagLst xmlns:p="http://schemas.openxmlformats.org/presentationml/2006/main">
  <p:tag name="KSO_WM_DIAGRAM_VIRTUALLY_FRAME" val="{&quot;height&quot;:333.6891855480546,&quot;left&quot;:181.0367716535433,&quot;top&quot;:150.5,&quot;width&quot;:585.2126771653544}"/>
</p:tagLst>
</file>

<file path=ppt/tags/tag335.xml><?xml version="1.0" encoding="utf-8"?>
<p:tagLst xmlns:p="http://schemas.openxmlformats.org/presentationml/2006/main">
  <p:tag name="KSO_WM_DIAGRAM_VIRTUALLY_FRAME" val="{&quot;height&quot;:333.7,&quot;left&quot;:181.0367716535433,&quot;top&quot;:150.5,&quot;width&quot;:585.2126771653544}"/>
</p:tagLst>
</file>

<file path=ppt/tags/tag336.xml><?xml version="1.0" encoding="utf-8"?>
<p:tagLst xmlns:p="http://schemas.openxmlformats.org/presentationml/2006/main">
  <p:tag name="KSO_WM_DIAGRAM_VIRTUALLY_FRAME" val="{&quot;height&quot;:333.7,&quot;left&quot;:181.0367716535433,&quot;top&quot;:150.5,&quot;width&quot;:585.2126771653544}"/>
</p:tagLst>
</file>

<file path=ppt/tags/tag337.xml><?xml version="1.0" encoding="utf-8"?>
<p:tagLst xmlns:p="http://schemas.openxmlformats.org/presentationml/2006/main">
  <p:tag name="KSO_WM_DIAGRAM_VIRTUALLY_FRAME" val="{&quot;height&quot;:333.7,&quot;left&quot;:181.0367716535433,&quot;top&quot;:150.5,&quot;width&quot;:585.2126771653544}"/>
</p:tagLst>
</file>

<file path=ppt/tags/tag338.xml><?xml version="1.0" encoding="utf-8"?>
<p:tagLst xmlns:p="http://schemas.openxmlformats.org/presentationml/2006/main">
  <p:tag name="KSO_WM_DIAGRAM_VIRTUALLY_FRAME" val="{&quot;height&quot;:333.7,&quot;left&quot;:181.0367716535433,&quot;top&quot;:150.5,&quot;width&quot;:585.2126771653544}"/>
</p:tagLst>
</file>

<file path=ppt/tags/tag339.xml><?xml version="1.0" encoding="utf-8"?>
<p:tagLst xmlns:p="http://schemas.openxmlformats.org/presentationml/2006/main">
  <p:tag name="KSO_WM_DIAGRAM_VIRTUALLY_FRAME" val="{&quot;height&quot;:333.7,&quot;left&quot;:181.0367716535433,&quot;top&quot;:150.5,&quot;width&quot;:585.2126771653544}"/>
</p:tagLst>
</file>

<file path=ppt/tags/tag340.xml><?xml version="1.0" encoding="utf-8"?>
<p:tagLst xmlns:p="http://schemas.openxmlformats.org/presentationml/2006/main">
  <p:tag name="KSO_WM_DIAGRAM_VIRTUALLY_FRAME" val="{&quot;height&quot;:333.6891855480546,&quot;left&quot;:181.0367716535433,&quot;top&quot;:150.5,&quot;width&quot;:585.2126771653544}"/>
</p:tagLst>
</file>

<file path=ppt/tags/tag341.xml><?xml version="1.0" encoding="utf-8"?>
<p:tagLst xmlns:p="http://schemas.openxmlformats.org/presentationml/2006/main">
  <p:tag name="KSO_WM_DIAGRAM_VIRTUALLY_FRAME" val="{&quot;height&quot;:333.7,&quot;left&quot;:181.0367716535433,&quot;top&quot;:150.5,&quot;width&quot;:585.2126771653544}"/>
</p:tagLst>
</file>

<file path=ppt/tags/tag342.xml><?xml version="1.0" encoding="utf-8"?>
<p:tagLst xmlns:p="http://schemas.openxmlformats.org/presentationml/2006/main">
  <p:tag name="KSO_WM_DIAGRAM_VIRTUALLY_FRAME" val="{&quot;height&quot;:333.7,&quot;left&quot;:181.0367716535433,&quot;top&quot;:150.5,&quot;width&quot;:585.2126771653544}"/>
</p:tagLst>
</file>

<file path=ppt/tags/tag343.xml><?xml version="1.0" encoding="utf-8"?>
<p:tagLst xmlns:p="http://schemas.openxmlformats.org/presentationml/2006/main">
  <p:tag name="KSO_WM_DIAGRAM_VIRTUALLY_FRAME" val="{&quot;height&quot;:333.7,&quot;left&quot;:181.0367716535433,&quot;top&quot;:150.5,&quot;width&quot;:585.2126771653544}"/>
</p:tagLst>
</file>

<file path=ppt/tags/tag344.xml><?xml version="1.0" encoding="utf-8"?>
<p:tagLst xmlns:p="http://schemas.openxmlformats.org/presentationml/2006/main">
  <p:tag name="KSO_WM_DIAGRAM_VIRTUALLY_FRAME" val="{&quot;height&quot;:333.7,&quot;left&quot;:181.0367716535433,&quot;top&quot;:150.5,&quot;width&quot;:585.2126771653544}"/>
</p:tagLst>
</file>

<file path=ppt/tags/tag345.xml><?xml version="1.0" encoding="utf-8"?>
<p:tagLst xmlns:p="http://schemas.openxmlformats.org/presentationml/2006/main">
  <p:tag name="KSO_WM_DIAGRAM_VIRTUALLY_FRAME" val="{&quot;height&quot;:333.7,&quot;left&quot;:116.85,&quot;top&quot;:150.5,&quot;width&quot;:710.2425984251968}"/>
</p:tagLst>
</file>

<file path=ppt/tags/tag346.xml><?xml version="1.0" encoding="utf-8"?>
<p:tagLst xmlns:p="http://schemas.openxmlformats.org/presentationml/2006/main">
  <p:tag name="KSO_WM_DIAGRAM_VIRTUALLY_FRAME" val="{&quot;height&quot;:333.7,&quot;left&quot;:116.85,&quot;top&quot;:150.5,&quot;width&quot;:710.2425984251968}"/>
</p:tagLst>
</file>

<file path=ppt/tags/tag347.xml><?xml version="1.0" encoding="utf-8"?>
<p:tagLst xmlns:p="http://schemas.openxmlformats.org/presentationml/2006/main">
  <p:tag name="KSO_WM_DIAGRAM_VIRTUALLY_FRAME" val="{&quot;height&quot;:333.7,&quot;left&quot;:116.85,&quot;top&quot;:150.5,&quot;width&quot;:710.2425984251968}"/>
</p:tagLst>
</file>

<file path=ppt/tags/tag348.xml><?xml version="1.0" encoding="utf-8"?>
<p:tagLst xmlns:p="http://schemas.openxmlformats.org/presentationml/2006/main">
  <p:tag name="KSO_WM_DIAGRAM_VIRTUALLY_FRAME" val="{&quot;height&quot;:333.7,&quot;left&quot;:116.85,&quot;top&quot;:150.5,&quot;width&quot;:710.2425984251968}"/>
</p:tagLst>
</file>

<file path=ppt/tags/tag349.xml><?xml version="1.0" encoding="utf-8"?>
<p:tagLst xmlns:p="http://schemas.openxmlformats.org/presentationml/2006/main">
  <p:tag name="KSO_WM_DIAGRAM_VIRTUALLY_FRAME" val="{&quot;height&quot;:333.7,&quot;left&quot;:116.85,&quot;top&quot;:150.5,&quot;width&quot;:710.2425984251968}"/>
</p:tagLst>
</file>

<file path=ppt/tags/tag350.xml><?xml version="1.0" encoding="utf-8"?>
<p:tagLst xmlns:p="http://schemas.openxmlformats.org/presentationml/2006/main">
  <p:tag name="KSO_WM_DIAGRAM_VIRTUALLY_FRAME" val="{&quot;height&quot;:333.7,&quot;left&quot;:116.85,&quot;top&quot;:150.5,&quot;width&quot;:710.2425984251968}"/>
</p:tagLst>
</file>

<file path=ppt/tags/tag351.xml><?xml version="1.0" encoding="utf-8"?>
<p:tagLst xmlns:p="http://schemas.openxmlformats.org/presentationml/2006/main">
  <p:tag name="KSO_WM_DIAGRAM_VIRTUALLY_FRAME" val="{&quot;height&quot;:333.7,&quot;left&quot;:116.85,&quot;top&quot;:150.5,&quot;width&quot;:710.2425984251968}"/>
</p:tagLst>
</file>

<file path=ppt/tags/tag352.xml><?xml version="1.0" encoding="utf-8"?>
<p:tagLst xmlns:p="http://schemas.openxmlformats.org/presentationml/2006/main">
  <p:tag name="KSO_WM_DIAGRAM_VIRTUALLY_FRAME" val="{&quot;height&quot;:333.7,&quot;left&quot;:116.85,&quot;top&quot;:150.5,&quot;width&quot;:710.2425984251968}"/>
</p:tagLst>
</file>

<file path=ppt/tags/tag353.xml><?xml version="1.0" encoding="utf-8"?>
<p:tagLst xmlns:p="http://schemas.openxmlformats.org/presentationml/2006/main">
  <p:tag name="KSO_WM_DIAGRAM_VIRTUALLY_FRAME" val="{&quot;height&quot;:333.7,&quot;left&quot;:116.85,&quot;top&quot;:150.5,&quot;width&quot;:710.2425984251968}"/>
</p:tagLst>
</file>

<file path=ppt/tags/tag354.xml><?xml version="1.0" encoding="utf-8"?>
<p:tagLst xmlns:p="http://schemas.openxmlformats.org/presentationml/2006/main">
  <p:tag name="KSO_WM_DIAGRAM_VIRTUALLY_FRAME" val="{&quot;height&quot;:333.7,&quot;left&quot;:116.85,&quot;top&quot;:150.5,&quot;width&quot;:710.2425984251968}"/>
</p:tagLst>
</file>

<file path=ppt/tags/tag355.xml><?xml version="1.0" encoding="utf-8"?>
<p:tagLst xmlns:p="http://schemas.openxmlformats.org/presentationml/2006/main">
  <p:tag name="KSO_WM_DIAGRAM_VIRTUALLY_FRAME" val="{&quot;height&quot;:333.7,&quot;left&quot;:116.85,&quot;top&quot;:150.5,&quot;width&quot;:710.2425984251968}"/>
</p:tagLst>
</file>

<file path=ppt/tags/tag356.xml><?xml version="1.0" encoding="utf-8"?>
<p:tagLst xmlns:p="http://schemas.openxmlformats.org/presentationml/2006/main">
  <p:tag name="KSO_WM_DIAGRAM_VIRTUALLY_FRAME" val="{&quot;height&quot;:333.7,&quot;left&quot;:116.85,&quot;top&quot;:150.5,&quot;width&quot;:710.2425984251968}"/>
</p:tagLst>
</file>

<file path=ppt/tags/tag35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5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1.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382.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3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7.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0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409.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41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41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41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41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4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415.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16.xml><?xml version="1.0" encoding="utf-8"?>
<p:tagLst xmlns:p="http://schemas.openxmlformats.org/presentationml/2006/main">
  <p:tag name="KSO_WM_FULL_TEXT_BEAUTIFY_COPY_ID" val="35"/>
</p:tagLst>
</file>

<file path=ppt/tags/tag417.xml><?xml version="1.0" encoding="utf-8"?>
<p:tagLst xmlns:p="http://schemas.openxmlformats.org/presentationml/2006/main">
  <p:tag name="KSO_WM_FULL_TEXT_BEAUTIFY_COPY_ID" val="150995359"/>
</p:tagLst>
</file>

<file path=ppt/tags/tag418.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6513</Words>
  <Application>WPS 演示</Application>
  <PresentationFormat>宽屏</PresentationFormat>
  <Paragraphs>485</Paragraphs>
  <Slides>40</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40</vt:i4>
      </vt:variant>
    </vt:vector>
  </HeadingPairs>
  <TitlesOfParts>
    <vt:vector size="57"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等线</vt:lpstr>
      <vt:lpstr>DIN-BoldItalic</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1178</cp:revision>
  <dcterms:created xsi:type="dcterms:W3CDTF">2019-06-19T02:08:00Z</dcterms:created>
  <dcterms:modified xsi:type="dcterms:W3CDTF">2026-05-23T13:36:59Z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A47301FA1E944DD5A5BD1618FC865AC6_13</vt:lpwstr>
  </property>
</Properties>
</file>