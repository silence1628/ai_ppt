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  <p:sldMasterId id="2147483671" r:id="rId4"/>
  </p:sldMasterIdLst>
  <p:notesMasterIdLst>
    <p:notesMasterId r:id="rId6"/>
  </p:notesMasterIdLst>
  <p:handoutMasterIdLst>
    <p:handoutMasterId r:id="rId68"/>
  </p:handoutMasterIdLst>
  <p:sldIdLst>
    <p:sldId id="415" r:id="rId5"/>
    <p:sldId id="2437" r:id="rId7"/>
    <p:sldId id="2439" r:id="rId8"/>
    <p:sldId id="1383" r:id="rId9"/>
    <p:sldId id="2824" r:id="rId10"/>
    <p:sldId id="2825" r:id="rId11"/>
    <p:sldId id="2826" r:id="rId12"/>
    <p:sldId id="2827" r:id="rId13"/>
    <p:sldId id="2828" r:id="rId14"/>
    <p:sldId id="2859" r:id="rId15"/>
    <p:sldId id="2860" r:id="rId16"/>
    <p:sldId id="2861" r:id="rId17"/>
    <p:sldId id="2862" r:id="rId18"/>
    <p:sldId id="2863" r:id="rId19"/>
    <p:sldId id="2864" r:id="rId20"/>
    <p:sldId id="2865" r:id="rId21"/>
    <p:sldId id="2866" r:id="rId22"/>
    <p:sldId id="2867" r:id="rId23"/>
    <p:sldId id="2868" r:id="rId24"/>
    <p:sldId id="2869" r:id="rId25"/>
    <p:sldId id="2870" r:id="rId26"/>
    <p:sldId id="2871" r:id="rId27"/>
    <p:sldId id="2872" r:id="rId28"/>
    <p:sldId id="2873" r:id="rId29"/>
    <p:sldId id="2874" r:id="rId30"/>
    <p:sldId id="2875" r:id="rId31"/>
    <p:sldId id="2876" r:id="rId32"/>
    <p:sldId id="2877" r:id="rId33"/>
    <p:sldId id="2878" r:id="rId34"/>
    <p:sldId id="2879" r:id="rId35"/>
    <p:sldId id="2880" r:id="rId36"/>
    <p:sldId id="2881" r:id="rId37"/>
    <p:sldId id="2882" r:id="rId38"/>
    <p:sldId id="2883" r:id="rId39"/>
    <p:sldId id="2830" r:id="rId40"/>
    <p:sldId id="2838" r:id="rId41"/>
    <p:sldId id="2839" r:id="rId42"/>
    <p:sldId id="2840" r:id="rId43"/>
    <p:sldId id="2841" r:id="rId44"/>
    <p:sldId id="2842" r:id="rId45"/>
    <p:sldId id="2843" r:id="rId46"/>
    <p:sldId id="2844" r:id="rId47"/>
    <p:sldId id="2845" r:id="rId48"/>
    <p:sldId id="2846" r:id="rId49"/>
    <p:sldId id="2847" r:id="rId50"/>
    <p:sldId id="2848" r:id="rId51"/>
    <p:sldId id="2849" r:id="rId52"/>
    <p:sldId id="2850" r:id="rId53"/>
    <p:sldId id="2851" r:id="rId54"/>
    <p:sldId id="2852" r:id="rId55"/>
    <p:sldId id="2853" r:id="rId56"/>
    <p:sldId id="2854" r:id="rId57"/>
    <p:sldId id="2855" r:id="rId58"/>
    <p:sldId id="2856" r:id="rId59"/>
    <p:sldId id="2857" r:id="rId60"/>
    <p:sldId id="2858" r:id="rId61"/>
    <p:sldId id="2832" r:id="rId62"/>
    <p:sldId id="2833" r:id="rId63"/>
    <p:sldId id="2835" r:id="rId64"/>
    <p:sldId id="2836" r:id="rId65"/>
    <p:sldId id="2837" r:id="rId66"/>
    <p:sldId id="1698" r:id="rId67"/>
  </p:sldIdLst>
  <p:sldSz cx="12192000" cy="6858000"/>
  <p:notesSz cx="6858000" cy="9144000"/>
  <p:custDataLst>
    <p:tags r:id="rId7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e202e774-de37-4b27-8700-364557680ee2}">
          <p14:sldIdLst>
            <p14:sldId id="415"/>
            <p14:sldId id="2437"/>
            <p14:sldId id="2439"/>
            <p14:sldId id="1383"/>
            <p14:sldId id="2824"/>
            <p14:sldId id="2825"/>
            <p14:sldId id="2826"/>
            <p14:sldId id="2827"/>
            <p14:sldId id="2828"/>
            <p14:sldId id="2859"/>
            <p14:sldId id="2860"/>
            <p14:sldId id="2861"/>
            <p14:sldId id="2862"/>
            <p14:sldId id="2863"/>
            <p14:sldId id="2864"/>
            <p14:sldId id="2865"/>
            <p14:sldId id="2866"/>
            <p14:sldId id="2867"/>
            <p14:sldId id="2868"/>
            <p14:sldId id="2869"/>
            <p14:sldId id="2870"/>
            <p14:sldId id="2871"/>
            <p14:sldId id="2872"/>
            <p14:sldId id="2873"/>
            <p14:sldId id="2874"/>
            <p14:sldId id="2875"/>
            <p14:sldId id="2876"/>
            <p14:sldId id="2877"/>
            <p14:sldId id="2878"/>
            <p14:sldId id="2879"/>
            <p14:sldId id="2880"/>
            <p14:sldId id="2881"/>
            <p14:sldId id="2882"/>
            <p14:sldId id="2883"/>
            <p14:sldId id="2830"/>
            <p14:sldId id="2838"/>
            <p14:sldId id="2839"/>
            <p14:sldId id="2840"/>
            <p14:sldId id="2841"/>
            <p14:sldId id="2842"/>
            <p14:sldId id="2843"/>
            <p14:sldId id="2844"/>
            <p14:sldId id="2845"/>
            <p14:sldId id="2846"/>
            <p14:sldId id="2847"/>
            <p14:sldId id="2848"/>
            <p14:sldId id="2849"/>
            <p14:sldId id="2850"/>
            <p14:sldId id="2851"/>
            <p14:sldId id="2852"/>
            <p14:sldId id="2853"/>
            <p14:sldId id="2854"/>
            <p14:sldId id="2855"/>
            <p14:sldId id="2856"/>
            <p14:sldId id="2857"/>
            <p14:sldId id="2858"/>
            <p14:sldId id="2832"/>
            <p14:sldId id="2833"/>
            <p14:sldId id="2835"/>
            <p14:sldId id="2836"/>
            <p14:sldId id="2837"/>
            <p14:sldId id="16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728" userDrawn="1">
          <p15:clr>
            <a:srgbClr val="A4A3A4"/>
          </p15:clr>
        </p15:guide>
        <p15:guide id="2" pos="371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dministrator" initials="A" lastIdx="5" clrIdx="0"/>
  <p:cmAuthor id="1" name="幸全" initials="幸全" lastIdx="1" clrIdx="0"/>
  <p:cmAuthor id="2" name="作者" initials="A" lastIdx="0" clrIdx="1"/>
  <p:cmAuthor id="3" name="zijun" initials="z" lastIdx="1" clrIdx="2"/>
  <p:cmAuthor id="5" name="ASUS" initials="A" lastIdx="2" clrIdx="4"/>
  <p:cmAuthor id="6" name="linhuan" initials="l" lastIdx="18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4D2"/>
    <a:srgbClr val="3A6CA3"/>
    <a:srgbClr val="2169D3"/>
    <a:srgbClr val="595959"/>
    <a:srgbClr val="F29421"/>
    <a:srgbClr val="FFFFFF"/>
    <a:srgbClr val="E29A9A"/>
    <a:srgbClr val="D9D9D9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5244" autoAdjust="0"/>
  </p:normalViewPr>
  <p:slideViewPr>
    <p:cSldViewPr snapToGrid="0" showGuides="1">
      <p:cViewPr varScale="1">
        <p:scale>
          <a:sx n="66" d="100"/>
          <a:sy n="66" d="100"/>
        </p:scale>
        <p:origin x="712" y="48"/>
      </p:cViewPr>
      <p:guideLst>
        <p:guide orient="horz" pos="1728"/>
        <p:guide pos="371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3" Type="http://schemas.openxmlformats.org/officeDocument/2006/relationships/tags" Target="tags/tag539.xml"/><Relationship Id="rId72" Type="http://schemas.openxmlformats.org/officeDocument/2006/relationships/commentAuthors" Target="commentAuthors.xml"/><Relationship Id="rId71" Type="http://schemas.openxmlformats.org/officeDocument/2006/relationships/tableStyles" Target="tableStyles.xml"/><Relationship Id="rId70" Type="http://schemas.openxmlformats.org/officeDocument/2006/relationships/viewProps" Target="viewProps.xml"/><Relationship Id="rId7" Type="http://schemas.openxmlformats.org/officeDocument/2006/relationships/slide" Target="slides/slide2.xml"/><Relationship Id="rId69" Type="http://schemas.openxmlformats.org/officeDocument/2006/relationships/presProps" Target="presProps.xml"/><Relationship Id="rId68" Type="http://schemas.openxmlformats.org/officeDocument/2006/relationships/handoutMaster" Target="handoutMasters/handoutMaster1.xml"/><Relationship Id="rId67" Type="http://schemas.openxmlformats.org/officeDocument/2006/relationships/slide" Target="slides/slide62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0" Type="http://schemas.openxmlformats.org/officeDocument/2006/relationships/slide" Target="slides/slide55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4.xml"/><Relationship Id="rId58" Type="http://schemas.openxmlformats.org/officeDocument/2006/relationships/slide" Target="slides/slide53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06CDB3-D59E-4E14-99D6-5B04FA31394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1CB8912-F0BA-4AD8-8415-DA1F26BCB09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tags" Target="../tags/tag65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" Type="http://schemas.openxmlformats.org/officeDocument/2006/relationships/tags" Target="../tags/tag7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7" Type="http://schemas.openxmlformats.org/officeDocument/2006/relationships/tags" Target="../tags/tag90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20.xml"/><Relationship Id="rId4" Type="http://schemas.openxmlformats.org/officeDocument/2006/relationships/tags" Target="../tags/tag119.xml"/><Relationship Id="rId3" Type="http://schemas.openxmlformats.org/officeDocument/2006/relationships/tags" Target="../tags/tag118.xml"/><Relationship Id="rId2" Type="http://schemas.openxmlformats.org/officeDocument/2006/relationships/tags" Target="../tags/tag11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51CC480-FC89-4E2E-BB6A-EFF978791FA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255A7EE-E527-4C9D-8585-493F7BE371F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10353745" y="7820730"/>
            <a:ext cx="10969200" cy="7056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38300" y="365125"/>
            <a:ext cx="9715500" cy="1055370"/>
          </a:xfrm>
        </p:spPr>
        <p:txBody>
          <a:bodyPr anchor="ctr"/>
          <a:lstStyle>
            <a:lvl1pPr>
              <a:defRPr sz="3200">
                <a:solidFill>
                  <a:srgbClr val="0064D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优先选择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  <a:lvl6pPr marL="2286000" indent="0">
              <a:buNone/>
              <a:defRPr/>
            </a:lvl6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Font typeface="Arial" panose="020B0604020202020204" pitchFamily="34" charset="0"/>
              <a:buNone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buFont typeface="Arial" panose="020B0604020202020204" pitchFamily="34" charset="0"/>
              <a:buChar char="●"/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6" Type="http://schemas.openxmlformats.org/officeDocument/2006/relationships/theme" Target="../theme/theme2.xml"/><Relationship Id="rId15" Type="http://schemas.openxmlformats.org/officeDocument/2006/relationships/image" Target="../media/image2.png"/><Relationship Id="rId14" Type="http://schemas.openxmlformats.org/officeDocument/2006/relationships/image" Target="../media/image3.png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0.xml"/><Relationship Id="rId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9" Type="http://schemas.openxmlformats.org/officeDocument/2006/relationships/theme" Target="../theme/theme3.xml"/><Relationship Id="rId18" Type="http://schemas.openxmlformats.org/officeDocument/2006/relationships/image" Target="../media/image2.png"/><Relationship Id="rId17" Type="http://schemas.openxmlformats.org/officeDocument/2006/relationships/tags" Target="../tags/tag131.xml"/><Relationship Id="rId16" Type="http://schemas.openxmlformats.org/officeDocument/2006/relationships/tags" Target="../tags/tag130.xml"/><Relationship Id="rId15" Type="http://schemas.openxmlformats.org/officeDocument/2006/relationships/tags" Target="../tags/tag129.xml"/><Relationship Id="rId14" Type="http://schemas.openxmlformats.org/officeDocument/2006/relationships/tags" Target="../tags/tag128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3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0" y="0"/>
            <a:ext cx="12181205" cy="68580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9130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-5715"/>
            <a:ext cx="12192000" cy="686371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-5715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9925" y="0"/>
            <a:ext cx="2232075" cy="64011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27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" Type="http://schemas.openxmlformats.org/officeDocument/2006/relationships/tags" Target="../tags/tag132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4.xml"/><Relationship Id="rId2" Type="http://schemas.openxmlformats.org/officeDocument/2006/relationships/tags" Target="../tags/tag136.xml"/><Relationship Id="rId1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4.xml"/><Relationship Id="rId4" Type="http://schemas.openxmlformats.org/officeDocument/2006/relationships/tags" Target="../tags/tag137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tags" Target="../tags/tag138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47.xml"/><Relationship Id="rId8" Type="http://schemas.openxmlformats.org/officeDocument/2006/relationships/tags" Target="../tags/tag146.xml"/><Relationship Id="rId7" Type="http://schemas.openxmlformats.org/officeDocument/2006/relationships/tags" Target="../tags/tag145.xml"/><Relationship Id="rId6" Type="http://schemas.openxmlformats.org/officeDocument/2006/relationships/tags" Target="../tags/tag144.xml"/><Relationship Id="rId5" Type="http://schemas.openxmlformats.org/officeDocument/2006/relationships/tags" Target="../tags/tag143.xml"/><Relationship Id="rId4" Type="http://schemas.openxmlformats.org/officeDocument/2006/relationships/tags" Target="../tags/tag142.xml"/><Relationship Id="rId3" Type="http://schemas.openxmlformats.org/officeDocument/2006/relationships/tags" Target="../tags/tag141.xml"/><Relationship Id="rId26" Type="http://schemas.openxmlformats.org/officeDocument/2006/relationships/notesSlide" Target="../notesSlides/notesSlide4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62.xml"/><Relationship Id="rId23" Type="http://schemas.openxmlformats.org/officeDocument/2006/relationships/tags" Target="../tags/tag161.xml"/><Relationship Id="rId22" Type="http://schemas.openxmlformats.org/officeDocument/2006/relationships/tags" Target="../tags/tag160.xml"/><Relationship Id="rId21" Type="http://schemas.openxmlformats.org/officeDocument/2006/relationships/tags" Target="../tags/tag159.xml"/><Relationship Id="rId20" Type="http://schemas.openxmlformats.org/officeDocument/2006/relationships/tags" Target="../tags/tag158.xml"/><Relationship Id="rId2" Type="http://schemas.openxmlformats.org/officeDocument/2006/relationships/tags" Target="../tags/tag140.xml"/><Relationship Id="rId19" Type="http://schemas.openxmlformats.org/officeDocument/2006/relationships/tags" Target="../tags/tag157.xml"/><Relationship Id="rId18" Type="http://schemas.openxmlformats.org/officeDocument/2006/relationships/tags" Target="../tags/tag156.xml"/><Relationship Id="rId17" Type="http://schemas.openxmlformats.org/officeDocument/2006/relationships/tags" Target="../tags/tag155.xml"/><Relationship Id="rId16" Type="http://schemas.openxmlformats.org/officeDocument/2006/relationships/tags" Target="../tags/tag154.xml"/><Relationship Id="rId15" Type="http://schemas.openxmlformats.org/officeDocument/2006/relationships/tags" Target="../tags/tag153.xml"/><Relationship Id="rId14" Type="http://schemas.openxmlformats.org/officeDocument/2006/relationships/tags" Target="../tags/tag152.xml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tags" Target="../tags/tag148.xml"/><Relationship Id="rId1" Type="http://schemas.openxmlformats.org/officeDocument/2006/relationships/tags" Target="../tags/tag13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5.xml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71.xml"/><Relationship Id="rId8" Type="http://schemas.openxmlformats.org/officeDocument/2006/relationships/tags" Target="../tags/tag170.xml"/><Relationship Id="rId7" Type="http://schemas.openxmlformats.org/officeDocument/2006/relationships/tags" Target="../tags/tag169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186.xml"/><Relationship Id="rId23" Type="http://schemas.openxmlformats.org/officeDocument/2006/relationships/tags" Target="../tags/tag185.xml"/><Relationship Id="rId22" Type="http://schemas.openxmlformats.org/officeDocument/2006/relationships/tags" Target="../tags/tag184.xml"/><Relationship Id="rId21" Type="http://schemas.openxmlformats.org/officeDocument/2006/relationships/tags" Target="../tags/tag183.xml"/><Relationship Id="rId20" Type="http://schemas.openxmlformats.org/officeDocument/2006/relationships/tags" Target="../tags/tag182.xml"/><Relationship Id="rId2" Type="http://schemas.openxmlformats.org/officeDocument/2006/relationships/tags" Target="../tags/tag164.xml"/><Relationship Id="rId19" Type="http://schemas.openxmlformats.org/officeDocument/2006/relationships/tags" Target="../tags/tag181.xml"/><Relationship Id="rId18" Type="http://schemas.openxmlformats.org/officeDocument/2006/relationships/tags" Target="../tags/tag180.xml"/><Relationship Id="rId17" Type="http://schemas.openxmlformats.org/officeDocument/2006/relationships/tags" Target="../tags/tag179.xml"/><Relationship Id="rId16" Type="http://schemas.openxmlformats.org/officeDocument/2006/relationships/tags" Target="../tags/tag178.xml"/><Relationship Id="rId15" Type="http://schemas.openxmlformats.org/officeDocument/2006/relationships/tags" Target="../tags/tag177.xml"/><Relationship Id="rId14" Type="http://schemas.openxmlformats.org/officeDocument/2006/relationships/tags" Target="../tags/tag176.xml"/><Relationship Id="rId13" Type="http://schemas.openxmlformats.org/officeDocument/2006/relationships/tags" Target="../tags/tag175.xml"/><Relationship Id="rId12" Type="http://schemas.openxmlformats.org/officeDocument/2006/relationships/tags" Target="../tags/tag174.xml"/><Relationship Id="rId11" Type="http://schemas.openxmlformats.org/officeDocument/2006/relationships/tags" Target="../tags/tag173.xml"/><Relationship Id="rId10" Type="http://schemas.openxmlformats.org/officeDocument/2006/relationships/tags" Target="../tags/tag172.xml"/><Relationship Id="rId1" Type="http://schemas.openxmlformats.org/officeDocument/2006/relationships/tags" Target="../tags/tag16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95.xml"/><Relationship Id="rId8" Type="http://schemas.openxmlformats.org/officeDocument/2006/relationships/tags" Target="../tags/tag194.xml"/><Relationship Id="rId7" Type="http://schemas.openxmlformats.org/officeDocument/2006/relationships/tags" Target="../tags/tag193.xml"/><Relationship Id="rId6" Type="http://schemas.openxmlformats.org/officeDocument/2006/relationships/tags" Target="../tags/tag192.xml"/><Relationship Id="rId5" Type="http://schemas.openxmlformats.org/officeDocument/2006/relationships/tags" Target="../tags/tag191.xml"/><Relationship Id="rId4" Type="http://schemas.openxmlformats.org/officeDocument/2006/relationships/tags" Target="../tags/tag190.xml"/><Relationship Id="rId3" Type="http://schemas.openxmlformats.org/officeDocument/2006/relationships/tags" Target="../tags/tag189.xml"/><Relationship Id="rId26" Type="http://schemas.openxmlformats.org/officeDocument/2006/relationships/notesSlide" Target="../notesSlides/notesSlide7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210.xml"/><Relationship Id="rId23" Type="http://schemas.openxmlformats.org/officeDocument/2006/relationships/tags" Target="../tags/tag209.xml"/><Relationship Id="rId22" Type="http://schemas.openxmlformats.org/officeDocument/2006/relationships/tags" Target="../tags/tag208.xml"/><Relationship Id="rId21" Type="http://schemas.openxmlformats.org/officeDocument/2006/relationships/tags" Target="../tags/tag207.xml"/><Relationship Id="rId20" Type="http://schemas.openxmlformats.org/officeDocument/2006/relationships/tags" Target="../tags/tag206.xml"/><Relationship Id="rId2" Type="http://schemas.openxmlformats.org/officeDocument/2006/relationships/tags" Target="../tags/tag188.xml"/><Relationship Id="rId19" Type="http://schemas.openxmlformats.org/officeDocument/2006/relationships/tags" Target="../tags/tag205.xml"/><Relationship Id="rId18" Type="http://schemas.openxmlformats.org/officeDocument/2006/relationships/tags" Target="../tags/tag204.xml"/><Relationship Id="rId17" Type="http://schemas.openxmlformats.org/officeDocument/2006/relationships/tags" Target="../tags/tag203.xml"/><Relationship Id="rId16" Type="http://schemas.openxmlformats.org/officeDocument/2006/relationships/tags" Target="../tags/tag202.xml"/><Relationship Id="rId15" Type="http://schemas.openxmlformats.org/officeDocument/2006/relationships/tags" Target="../tags/tag201.xml"/><Relationship Id="rId14" Type="http://schemas.openxmlformats.org/officeDocument/2006/relationships/tags" Target="../tags/tag200.xml"/><Relationship Id="rId13" Type="http://schemas.openxmlformats.org/officeDocument/2006/relationships/tags" Target="../tags/tag199.xml"/><Relationship Id="rId12" Type="http://schemas.openxmlformats.org/officeDocument/2006/relationships/tags" Target="../tags/tag198.xml"/><Relationship Id="rId11" Type="http://schemas.openxmlformats.org/officeDocument/2006/relationships/tags" Target="../tags/tag197.xml"/><Relationship Id="rId10" Type="http://schemas.openxmlformats.org/officeDocument/2006/relationships/tags" Target="../tags/tag196.xml"/><Relationship Id="rId1" Type="http://schemas.openxmlformats.org/officeDocument/2006/relationships/tags" Target="../tags/tag18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tags" Target="../tags/tag217.xml"/><Relationship Id="rId6" Type="http://schemas.openxmlformats.org/officeDocument/2006/relationships/tags" Target="../tags/tag216.xml"/><Relationship Id="rId5" Type="http://schemas.openxmlformats.org/officeDocument/2006/relationships/tags" Target="../tags/tag215.xml"/><Relationship Id="rId4" Type="http://schemas.openxmlformats.org/officeDocument/2006/relationships/tags" Target="../tags/tag214.xml"/><Relationship Id="rId3" Type="http://schemas.openxmlformats.org/officeDocument/2006/relationships/tags" Target="../tags/tag213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230.xml"/><Relationship Id="rId2" Type="http://schemas.openxmlformats.org/officeDocument/2006/relationships/tags" Target="../tags/tag212.xml"/><Relationship Id="rId19" Type="http://schemas.openxmlformats.org/officeDocument/2006/relationships/tags" Target="../tags/tag229.xml"/><Relationship Id="rId18" Type="http://schemas.openxmlformats.org/officeDocument/2006/relationships/tags" Target="../tags/tag228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tags" Target="../tags/tag21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240.xml"/><Relationship Id="rId1" Type="http://schemas.openxmlformats.org/officeDocument/2006/relationships/tags" Target="../tags/tag23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" Type="http://schemas.openxmlformats.org/officeDocument/2006/relationships/tags" Target="../tags/tag241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52.xml"/><Relationship Id="rId8" Type="http://schemas.openxmlformats.org/officeDocument/2006/relationships/tags" Target="../tags/tag251.xml"/><Relationship Id="rId7" Type="http://schemas.openxmlformats.org/officeDocument/2006/relationships/tags" Target="../tags/tag250.xml"/><Relationship Id="rId6" Type="http://schemas.openxmlformats.org/officeDocument/2006/relationships/tags" Target="../tags/tag249.xml"/><Relationship Id="rId5" Type="http://schemas.openxmlformats.org/officeDocument/2006/relationships/tags" Target="../tags/tag248.xml"/><Relationship Id="rId4" Type="http://schemas.openxmlformats.org/officeDocument/2006/relationships/tags" Target="../tags/tag247.xml"/><Relationship Id="rId3" Type="http://schemas.openxmlformats.org/officeDocument/2006/relationships/tags" Target="../tags/tag246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263.xml"/><Relationship Id="rId2" Type="http://schemas.openxmlformats.org/officeDocument/2006/relationships/tags" Target="../tags/tag245.xml"/><Relationship Id="rId19" Type="http://schemas.openxmlformats.org/officeDocument/2006/relationships/tags" Target="../tags/tag262.xml"/><Relationship Id="rId18" Type="http://schemas.openxmlformats.org/officeDocument/2006/relationships/tags" Target="../tags/tag261.xml"/><Relationship Id="rId17" Type="http://schemas.openxmlformats.org/officeDocument/2006/relationships/tags" Target="../tags/tag260.xml"/><Relationship Id="rId16" Type="http://schemas.openxmlformats.org/officeDocument/2006/relationships/tags" Target="../tags/tag259.xml"/><Relationship Id="rId15" Type="http://schemas.openxmlformats.org/officeDocument/2006/relationships/tags" Target="../tags/tag258.xml"/><Relationship Id="rId14" Type="http://schemas.openxmlformats.org/officeDocument/2006/relationships/tags" Target="../tags/tag257.xml"/><Relationship Id="rId13" Type="http://schemas.openxmlformats.org/officeDocument/2006/relationships/tags" Target="../tags/tag256.xml"/><Relationship Id="rId12" Type="http://schemas.openxmlformats.org/officeDocument/2006/relationships/tags" Target="../tags/tag255.xml"/><Relationship Id="rId11" Type="http://schemas.openxmlformats.org/officeDocument/2006/relationships/tags" Target="../tags/tag254.xml"/><Relationship Id="rId10" Type="http://schemas.openxmlformats.org/officeDocument/2006/relationships/tags" Target="../tags/tag253.xml"/><Relationship Id="rId1" Type="http://schemas.openxmlformats.org/officeDocument/2006/relationships/tags" Target="../tags/tag244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72.xml"/><Relationship Id="rId8" Type="http://schemas.openxmlformats.org/officeDocument/2006/relationships/tags" Target="../tags/tag271.xml"/><Relationship Id="rId7" Type="http://schemas.openxmlformats.org/officeDocument/2006/relationships/tags" Target="../tags/tag270.xml"/><Relationship Id="rId6" Type="http://schemas.openxmlformats.org/officeDocument/2006/relationships/tags" Target="../tags/tag269.xml"/><Relationship Id="rId5" Type="http://schemas.openxmlformats.org/officeDocument/2006/relationships/tags" Target="../tags/tag268.xml"/><Relationship Id="rId4" Type="http://schemas.openxmlformats.org/officeDocument/2006/relationships/tags" Target="../tags/tag267.xml"/><Relationship Id="rId3" Type="http://schemas.openxmlformats.org/officeDocument/2006/relationships/tags" Target="../tags/tag266.xml"/><Relationship Id="rId2" Type="http://schemas.openxmlformats.org/officeDocument/2006/relationships/tags" Target="../tags/tag265.xml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273.xml"/><Relationship Id="rId1" Type="http://schemas.openxmlformats.org/officeDocument/2006/relationships/tags" Target="../tags/tag26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" Type="http://schemas.openxmlformats.org/officeDocument/2006/relationships/tags" Target="../tags/tag27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85.xml"/><Relationship Id="rId8" Type="http://schemas.openxmlformats.org/officeDocument/2006/relationships/tags" Target="../tags/tag284.xml"/><Relationship Id="rId7" Type="http://schemas.openxmlformats.org/officeDocument/2006/relationships/tags" Target="../tags/tag283.xml"/><Relationship Id="rId6" Type="http://schemas.openxmlformats.org/officeDocument/2006/relationships/tags" Target="../tags/tag282.xml"/><Relationship Id="rId5" Type="http://schemas.openxmlformats.org/officeDocument/2006/relationships/tags" Target="../tags/tag281.xml"/><Relationship Id="rId4" Type="http://schemas.openxmlformats.org/officeDocument/2006/relationships/tags" Target="../tags/tag280.xml"/><Relationship Id="rId3" Type="http://schemas.openxmlformats.org/officeDocument/2006/relationships/tags" Target="../tags/tag279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296.xml"/><Relationship Id="rId2" Type="http://schemas.openxmlformats.org/officeDocument/2006/relationships/tags" Target="../tags/tag278.xml"/><Relationship Id="rId19" Type="http://schemas.openxmlformats.org/officeDocument/2006/relationships/tags" Target="../tags/tag295.xml"/><Relationship Id="rId18" Type="http://schemas.openxmlformats.org/officeDocument/2006/relationships/tags" Target="../tags/tag294.xml"/><Relationship Id="rId17" Type="http://schemas.openxmlformats.org/officeDocument/2006/relationships/tags" Target="../tags/tag293.xml"/><Relationship Id="rId16" Type="http://schemas.openxmlformats.org/officeDocument/2006/relationships/tags" Target="../tags/tag292.xml"/><Relationship Id="rId15" Type="http://schemas.openxmlformats.org/officeDocument/2006/relationships/tags" Target="../tags/tag291.xml"/><Relationship Id="rId14" Type="http://schemas.openxmlformats.org/officeDocument/2006/relationships/tags" Target="../tags/tag290.xml"/><Relationship Id="rId13" Type="http://schemas.openxmlformats.org/officeDocument/2006/relationships/tags" Target="../tags/tag289.xml"/><Relationship Id="rId12" Type="http://schemas.openxmlformats.org/officeDocument/2006/relationships/tags" Target="../tags/tag288.xml"/><Relationship Id="rId11" Type="http://schemas.openxmlformats.org/officeDocument/2006/relationships/tags" Target="../tags/tag287.xml"/><Relationship Id="rId10" Type="http://schemas.openxmlformats.org/officeDocument/2006/relationships/tags" Target="../tags/tag286.xml"/><Relationship Id="rId1" Type="http://schemas.openxmlformats.org/officeDocument/2006/relationships/tags" Target="../tags/tag277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05.xml"/><Relationship Id="rId8" Type="http://schemas.openxmlformats.org/officeDocument/2006/relationships/tags" Target="../tags/tag304.xml"/><Relationship Id="rId7" Type="http://schemas.openxmlformats.org/officeDocument/2006/relationships/tags" Target="../tags/tag303.xml"/><Relationship Id="rId6" Type="http://schemas.openxmlformats.org/officeDocument/2006/relationships/tags" Target="../tags/tag302.xml"/><Relationship Id="rId5" Type="http://schemas.openxmlformats.org/officeDocument/2006/relationships/tags" Target="../tags/tag301.xml"/><Relationship Id="rId4" Type="http://schemas.openxmlformats.org/officeDocument/2006/relationships/tags" Target="../tags/tag300.xml"/><Relationship Id="rId3" Type="http://schemas.openxmlformats.org/officeDocument/2006/relationships/tags" Target="../tags/tag299.xml"/><Relationship Id="rId2" Type="http://schemas.openxmlformats.org/officeDocument/2006/relationships/tags" Target="../tags/tag298.xml"/><Relationship Id="rId12" Type="http://schemas.openxmlformats.org/officeDocument/2006/relationships/notesSlide" Target="../notesSlides/notesSlide14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306.xml"/><Relationship Id="rId1" Type="http://schemas.openxmlformats.org/officeDocument/2006/relationships/tags" Target="../tags/tag29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" Type="http://schemas.openxmlformats.org/officeDocument/2006/relationships/tags" Target="../tags/tag30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318.xml"/><Relationship Id="rId8" Type="http://schemas.openxmlformats.org/officeDocument/2006/relationships/tags" Target="../tags/tag317.xml"/><Relationship Id="rId7" Type="http://schemas.openxmlformats.org/officeDocument/2006/relationships/tags" Target="../tags/tag316.xml"/><Relationship Id="rId6" Type="http://schemas.openxmlformats.org/officeDocument/2006/relationships/tags" Target="../tags/tag315.xml"/><Relationship Id="rId5" Type="http://schemas.openxmlformats.org/officeDocument/2006/relationships/tags" Target="../tags/tag314.xml"/><Relationship Id="rId4" Type="http://schemas.openxmlformats.org/officeDocument/2006/relationships/tags" Target="../tags/tag313.xml"/><Relationship Id="rId3" Type="http://schemas.openxmlformats.org/officeDocument/2006/relationships/tags" Target="../tags/tag312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329.xml"/><Relationship Id="rId2" Type="http://schemas.openxmlformats.org/officeDocument/2006/relationships/tags" Target="../tags/tag311.xml"/><Relationship Id="rId19" Type="http://schemas.openxmlformats.org/officeDocument/2006/relationships/tags" Target="../tags/tag328.xml"/><Relationship Id="rId18" Type="http://schemas.openxmlformats.org/officeDocument/2006/relationships/tags" Target="../tags/tag327.xml"/><Relationship Id="rId17" Type="http://schemas.openxmlformats.org/officeDocument/2006/relationships/tags" Target="../tags/tag326.xml"/><Relationship Id="rId16" Type="http://schemas.openxmlformats.org/officeDocument/2006/relationships/tags" Target="../tags/tag325.xml"/><Relationship Id="rId15" Type="http://schemas.openxmlformats.org/officeDocument/2006/relationships/tags" Target="../tags/tag324.xml"/><Relationship Id="rId14" Type="http://schemas.openxmlformats.org/officeDocument/2006/relationships/tags" Target="../tags/tag323.xml"/><Relationship Id="rId13" Type="http://schemas.openxmlformats.org/officeDocument/2006/relationships/tags" Target="../tags/tag322.xml"/><Relationship Id="rId12" Type="http://schemas.openxmlformats.org/officeDocument/2006/relationships/tags" Target="../tags/tag321.xml"/><Relationship Id="rId11" Type="http://schemas.openxmlformats.org/officeDocument/2006/relationships/tags" Target="../tags/tag320.xml"/><Relationship Id="rId10" Type="http://schemas.openxmlformats.org/officeDocument/2006/relationships/tags" Target="../tags/tag319.xml"/><Relationship Id="rId1" Type="http://schemas.openxmlformats.org/officeDocument/2006/relationships/tags" Target="../tags/tag310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338.xml"/><Relationship Id="rId8" Type="http://schemas.openxmlformats.org/officeDocument/2006/relationships/tags" Target="../tags/tag337.xml"/><Relationship Id="rId7" Type="http://schemas.openxmlformats.org/officeDocument/2006/relationships/tags" Target="../tags/tag336.xml"/><Relationship Id="rId6" Type="http://schemas.openxmlformats.org/officeDocument/2006/relationships/tags" Target="../tags/tag335.xml"/><Relationship Id="rId5" Type="http://schemas.openxmlformats.org/officeDocument/2006/relationships/tags" Target="../tags/tag334.xml"/><Relationship Id="rId4" Type="http://schemas.openxmlformats.org/officeDocument/2006/relationships/tags" Target="../tags/tag333.xml"/><Relationship Id="rId3" Type="http://schemas.openxmlformats.org/officeDocument/2006/relationships/tags" Target="../tags/tag332.xml"/><Relationship Id="rId2" Type="http://schemas.openxmlformats.org/officeDocument/2006/relationships/tags" Target="../tags/tag331.xml"/><Relationship Id="rId12" Type="http://schemas.openxmlformats.org/officeDocument/2006/relationships/notesSlide" Target="../notesSlides/notesSlide18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339.xml"/><Relationship Id="rId1" Type="http://schemas.openxmlformats.org/officeDocument/2006/relationships/tags" Target="../tags/tag3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342.xml"/><Relationship Id="rId2" Type="http://schemas.openxmlformats.org/officeDocument/2006/relationships/tags" Target="../tags/tag341.xml"/><Relationship Id="rId1" Type="http://schemas.openxmlformats.org/officeDocument/2006/relationships/tags" Target="../tags/tag340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2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346.xml"/><Relationship Id="rId3" Type="http://schemas.openxmlformats.org/officeDocument/2006/relationships/tags" Target="../tags/tag345.xml"/><Relationship Id="rId2" Type="http://schemas.openxmlformats.org/officeDocument/2006/relationships/tags" Target="../tags/tag344.xml"/><Relationship Id="rId1" Type="http://schemas.openxmlformats.org/officeDocument/2006/relationships/tags" Target="../tags/tag343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355.xml"/><Relationship Id="rId8" Type="http://schemas.openxmlformats.org/officeDocument/2006/relationships/tags" Target="../tags/tag354.xml"/><Relationship Id="rId7" Type="http://schemas.openxmlformats.org/officeDocument/2006/relationships/tags" Target="../tags/tag353.xml"/><Relationship Id="rId6" Type="http://schemas.openxmlformats.org/officeDocument/2006/relationships/tags" Target="../tags/tag352.xml"/><Relationship Id="rId5" Type="http://schemas.openxmlformats.org/officeDocument/2006/relationships/tags" Target="../tags/tag351.xml"/><Relationship Id="rId4" Type="http://schemas.openxmlformats.org/officeDocument/2006/relationships/tags" Target="../tags/tag350.xml"/><Relationship Id="rId3" Type="http://schemas.openxmlformats.org/officeDocument/2006/relationships/tags" Target="../tags/tag349.xml"/><Relationship Id="rId2" Type="http://schemas.openxmlformats.org/officeDocument/2006/relationships/tags" Target="../tags/tag348.xml"/><Relationship Id="rId12" Type="http://schemas.openxmlformats.org/officeDocument/2006/relationships/notesSlide" Target="../notesSlides/notesSlide23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356.xml"/><Relationship Id="rId1" Type="http://schemas.openxmlformats.org/officeDocument/2006/relationships/tags" Target="../tags/tag34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5.xml"/><Relationship Id="rId4" Type="http://schemas.openxmlformats.org/officeDocument/2006/relationships/slideLayout" Target="../slideLayouts/slideLayout15.xml"/><Relationship Id="rId3" Type="http://schemas.openxmlformats.org/officeDocument/2006/relationships/tags" Target="../tags/tag359.xml"/><Relationship Id="rId2" Type="http://schemas.openxmlformats.org/officeDocument/2006/relationships/tags" Target="../tags/tag358.xml"/><Relationship Id="rId1" Type="http://schemas.openxmlformats.org/officeDocument/2006/relationships/tags" Target="../tags/tag35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7.xml"/><Relationship Id="rId5" Type="http://schemas.openxmlformats.org/officeDocument/2006/relationships/slideLayout" Target="../slideLayouts/slideLayout15.xml"/><Relationship Id="rId4" Type="http://schemas.openxmlformats.org/officeDocument/2006/relationships/tags" Target="../tags/tag363.xml"/><Relationship Id="rId3" Type="http://schemas.openxmlformats.org/officeDocument/2006/relationships/tags" Target="../tags/tag362.xml"/><Relationship Id="rId2" Type="http://schemas.openxmlformats.org/officeDocument/2006/relationships/tags" Target="../tags/tag361.xml"/><Relationship Id="rId1" Type="http://schemas.openxmlformats.org/officeDocument/2006/relationships/tags" Target="../tags/tag360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372.xml"/><Relationship Id="rId8" Type="http://schemas.openxmlformats.org/officeDocument/2006/relationships/tags" Target="../tags/tag371.xml"/><Relationship Id="rId7" Type="http://schemas.openxmlformats.org/officeDocument/2006/relationships/tags" Target="../tags/tag370.xml"/><Relationship Id="rId6" Type="http://schemas.openxmlformats.org/officeDocument/2006/relationships/tags" Target="../tags/tag369.xml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" Type="http://schemas.openxmlformats.org/officeDocument/2006/relationships/tags" Target="../tags/tag365.xml"/><Relationship Id="rId12" Type="http://schemas.openxmlformats.org/officeDocument/2006/relationships/notesSlide" Target="../notesSlides/notesSlide28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373.xml"/><Relationship Id="rId1" Type="http://schemas.openxmlformats.org/officeDocument/2006/relationships/tags" Target="../tags/tag364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382.xml"/><Relationship Id="rId8" Type="http://schemas.openxmlformats.org/officeDocument/2006/relationships/tags" Target="../tags/tag381.xml"/><Relationship Id="rId7" Type="http://schemas.openxmlformats.org/officeDocument/2006/relationships/tags" Target="../tags/tag380.xml"/><Relationship Id="rId6" Type="http://schemas.openxmlformats.org/officeDocument/2006/relationships/tags" Target="../tags/tag379.xml"/><Relationship Id="rId5" Type="http://schemas.openxmlformats.org/officeDocument/2006/relationships/tags" Target="../tags/tag378.xml"/><Relationship Id="rId4" Type="http://schemas.openxmlformats.org/officeDocument/2006/relationships/tags" Target="../tags/tag377.xml"/><Relationship Id="rId3" Type="http://schemas.openxmlformats.org/officeDocument/2006/relationships/tags" Target="../tags/tag376.xml"/><Relationship Id="rId26" Type="http://schemas.openxmlformats.org/officeDocument/2006/relationships/notesSlide" Target="../notesSlides/notesSlide29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397.xml"/><Relationship Id="rId23" Type="http://schemas.openxmlformats.org/officeDocument/2006/relationships/tags" Target="../tags/tag396.xml"/><Relationship Id="rId22" Type="http://schemas.openxmlformats.org/officeDocument/2006/relationships/tags" Target="../tags/tag395.xml"/><Relationship Id="rId21" Type="http://schemas.openxmlformats.org/officeDocument/2006/relationships/tags" Target="../tags/tag394.xml"/><Relationship Id="rId20" Type="http://schemas.openxmlformats.org/officeDocument/2006/relationships/tags" Target="../tags/tag393.xml"/><Relationship Id="rId2" Type="http://schemas.openxmlformats.org/officeDocument/2006/relationships/tags" Target="../tags/tag375.xml"/><Relationship Id="rId19" Type="http://schemas.openxmlformats.org/officeDocument/2006/relationships/tags" Target="../tags/tag392.xml"/><Relationship Id="rId18" Type="http://schemas.openxmlformats.org/officeDocument/2006/relationships/tags" Target="../tags/tag391.xml"/><Relationship Id="rId17" Type="http://schemas.openxmlformats.org/officeDocument/2006/relationships/tags" Target="../tags/tag390.xml"/><Relationship Id="rId16" Type="http://schemas.openxmlformats.org/officeDocument/2006/relationships/tags" Target="../tags/tag389.xml"/><Relationship Id="rId15" Type="http://schemas.openxmlformats.org/officeDocument/2006/relationships/tags" Target="../tags/tag388.xml"/><Relationship Id="rId14" Type="http://schemas.openxmlformats.org/officeDocument/2006/relationships/tags" Target="../tags/tag387.xml"/><Relationship Id="rId13" Type="http://schemas.openxmlformats.org/officeDocument/2006/relationships/tags" Target="../tags/tag386.xml"/><Relationship Id="rId12" Type="http://schemas.openxmlformats.org/officeDocument/2006/relationships/tags" Target="../tags/tag385.xml"/><Relationship Id="rId11" Type="http://schemas.openxmlformats.org/officeDocument/2006/relationships/tags" Target="../tags/tag384.xml"/><Relationship Id="rId10" Type="http://schemas.openxmlformats.org/officeDocument/2006/relationships/tags" Target="../tags/tag383.xml"/><Relationship Id="rId1" Type="http://schemas.openxmlformats.org/officeDocument/2006/relationships/tags" Target="../tags/tag374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tags" Target="../tags/tag406.xml"/><Relationship Id="rId8" Type="http://schemas.openxmlformats.org/officeDocument/2006/relationships/tags" Target="../tags/tag405.xml"/><Relationship Id="rId7" Type="http://schemas.openxmlformats.org/officeDocument/2006/relationships/tags" Target="../tags/tag404.xml"/><Relationship Id="rId6" Type="http://schemas.openxmlformats.org/officeDocument/2006/relationships/tags" Target="../tags/tag403.xml"/><Relationship Id="rId5" Type="http://schemas.openxmlformats.org/officeDocument/2006/relationships/tags" Target="../tags/tag402.xml"/><Relationship Id="rId4" Type="http://schemas.openxmlformats.org/officeDocument/2006/relationships/tags" Target="../tags/tag401.xml"/><Relationship Id="rId3" Type="http://schemas.openxmlformats.org/officeDocument/2006/relationships/tags" Target="../tags/tag400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417.xml"/><Relationship Id="rId2" Type="http://schemas.openxmlformats.org/officeDocument/2006/relationships/tags" Target="../tags/tag399.xml"/><Relationship Id="rId19" Type="http://schemas.openxmlformats.org/officeDocument/2006/relationships/tags" Target="../tags/tag416.xml"/><Relationship Id="rId18" Type="http://schemas.openxmlformats.org/officeDocument/2006/relationships/tags" Target="../tags/tag415.xml"/><Relationship Id="rId17" Type="http://schemas.openxmlformats.org/officeDocument/2006/relationships/tags" Target="../tags/tag414.xml"/><Relationship Id="rId16" Type="http://schemas.openxmlformats.org/officeDocument/2006/relationships/tags" Target="../tags/tag413.xml"/><Relationship Id="rId15" Type="http://schemas.openxmlformats.org/officeDocument/2006/relationships/tags" Target="../tags/tag412.xml"/><Relationship Id="rId14" Type="http://schemas.openxmlformats.org/officeDocument/2006/relationships/tags" Target="../tags/tag411.xml"/><Relationship Id="rId13" Type="http://schemas.openxmlformats.org/officeDocument/2006/relationships/tags" Target="../tags/tag410.xml"/><Relationship Id="rId12" Type="http://schemas.openxmlformats.org/officeDocument/2006/relationships/tags" Target="../tags/tag409.xml"/><Relationship Id="rId11" Type="http://schemas.openxmlformats.org/officeDocument/2006/relationships/tags" Target="../tags/tag408.xml"/><Relationship Id="rId10" Type="http://schemas.openxmlformats.org/officeDocument/2006/relationships/tags" Target="../tags/tag407.xml"/><Relationship Id="rId1" Type="http://schemas.openxmlformats.org/officeDocument/2006/relationships/tags" Target="../tags/tag39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9" Type="http://schemas.openxmlformats.org/officeDocument/2006/relationships/tags" Target="../tags/tag426.xml"/><Relationship Id="rId8" Type="http://schemas.openxmlformats.org/officeDocument/2006/relationships/tags" Target="../tags/tag425.xml"/><Relationship Id="rId7" Type="http://schemas.openxmlformats.org/officeDocument/2006/relationships/tags" Target="../tags/tag424.xml"/><Relationship Id="rId6" Type="http://schemas.openxmlformats.org/officeDocument/2006/relationships/tags" Target="../tags/tag423.xml"/><Relationship Id="rId5" Type="http://schemas.openxmlformats.org/officeDocument/2006/relationships/tags" Target="../tags/tag422.xml"/><Relationship Id="rId4" Type="http://schemas.openxmlformats.org/officeDocument/2006/relationships/tags" Target="../tags/tag421.xml"/><Relationship Id="rId3" Type="http://schemas.openxmlformats.org/officeDocument/2006/relationships/tags" Target="../tags/tag420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437.xml"/><Relationship Id="rId2" Type="http://schemas.openxmlformats.org/officeDocument/2006/relationships/tags" Target="../tags/tag419.xml"/><Relationship Id="rId19" Type="http://schemas.openxmlformats.org/officeDocument/2006/relationships/tags" Target="../tags/tag436.xml"/><Relationship Id="rId18" Type="http://schemas.openxmlformats.org/officeDocument/2006/relationships/tags" Target="../tags/tag435.xml"/><Relationship Id="rId17" Type="http://schemas.openxmlformats.org/officeDocument/2006/relationships/tags" Target="../tags/tag434.xml"/><Relationship Id="rId16" Type="http://schemas.openxmlformats.org/officeDocument/2006/relationships/tags" Target="../tags/tag433.xml"/><Relationship Id="rId15" Type="http://schemas.openxmlformats.org/officeDocument/2006/relationships/tags" Target="../tags/tag432.xml"/><Relationship Id="rId14" Type="http://schemas.openxmlformats.org/officeDocument/2006/relationships/tags" Target="../tags/tag431.xml"/><Relationship Id="rId13" Type="http://schemas.openxmlformats.org/officeDocument/2006/relationships/tags" Target="../tags/tag430.xml"/><Relationship Id="rId12" Type="http://schemas.openxmlformats.org/officeDocument/2006/relationships/tags" Target="../tags/tag429.xml"/><Relationship Id="rId11" Type="http://schemas.openxmlformats.org/officeDocument/2006/relationships/tags" Target="../tags/tag428.xml"/><Relationship Id="rId10" Type="http://schemas.openxmlformats.org/officeDocument/2006/relationships/tags" Target="../tags/tag427.xml"/><Relationship Id="rId1" Type="http://schemas.openxmlformats.org/officeDocument/2006/relationships/tags" Target="../tags/tag41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1.xml.rels><?xml version="1.0" encoding="UTF-8" standalone="yes"?>
<Relationships xmlns="http://schemas.openxmlformats.org/package/2006/relationships"><Relationship Id="rId9" Type="http://schemas.openxmlformats.org/officeDocument/2006/relationships/tags" Target="../tags/tag446.xml"/><Relationship Id="rId8" Type="http://schemas.openxmlformats.org/officeDocument/2006/relationships/tags" Target="../tags/tag445.xml"/><Relationship Id="rId7" Type="http://schemas.openxmlformats.org/officeDocument/2006/relationships/tags" Target="../tags/tag444.xml"/><Relationship Id="rId6" Type="http://schemas.openxmlformats.org/officeDocument/2006/relationships/tags" Target="../tags/tag443.xml"/><Relationship Id="rId5" Type="http://schemas.openxmlformats.org/officeDocument/2006/relationships/tags" Target="../tags/tag442.xml"/><Relationship Id="rId4" Type="http://schemas.openxmlformats.org/officeDocument/2006/relationships/tags" Target="../tags/tag441.xml"/><Relationship Id="rId3" Type="http://schemas.openxmlformats.org/officeDocument/2006/relationships/tags" Target="../tags/tag440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457.xml"/><Relationship Id="rId2" Type="http://schemas.openxmlformats.org/officeDocument/2006/relationships/tags" Target="../tags/tag439.xml"/><Relationship Id="rId19" Type="http://schemas.openxmlformats.org/officeDocument/2006/relationships/tags" Target="../tags/tag456.xml"/><Relationship Id="rId18" Type="http://schemas.openxmlformats.org/officeDocument/2006/relationships/tags" Target="../tags/tag455.xml"/><Relationship Id="rId17" Type="http://schemas.openxmlformats.org/officeDocument/2006/relationships/tags" Target="../tags/tag454.xml"/><Relationship Id="rId16" Type="http://schemas.openxmlformats.org/officeDocument/2006/relationships/tags" Target="../tags/tag453.xml"/><Relationship Id="rId15" Type="http://schemas.openxmlformats.org/officeDocument/2006/relationships/tags" Target="../tags/tag452.xml"/><Relationship Id="rId14" Type="http://schemas.openxmlformats.org/officeDocument/2006/relationships/tags" Target="../tags/tag451.xml"/><Relationship Id="rId13" Type="http://schemas.openxmlformats.org/officeDocument/2006/relationships/tags" Target="../tags/tag450.xml"/><Relationship Id="rId12" Type="http://schemas.openxmlformats.org/officeDocument/2006/relationships/tags" Target="../tags/tag449.xml"/><Relationship Id="rId11" Type="http://schemas.openxmlformats.org/officeDocument/2006/relationships/tags" Target="../tags/tag448.xml"/><Relationship Id="rId10" Type="http://schemas.openxmlformats.org/officeDocument/2006/relationships/tags" Target="../tags/tag447.xml"/><Relationship Id="rId1" Type="http://schemas.openxmlformats.org/officeDocument/2006/relationships/tags" Target="../tags/tag43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0.xml.rels><?xml version="1.0" encoding="UTF-8" standalone="yes"?>
<Relationships xmlns="http://schemas.openxmlformats.org/package/2006/relationships"><Relationship Id="rId9" Type="http://schemas.openxmlformats.org/officeDocument/2006/relationships/tags" Target="../tags/tag466.xml"/><Relationship Id="rId8" Type="http://schemas.openxmlformats.org/officeDocument/2006/relationships/tags" Target="../tags/tag465.xml"/><Relationship Id="rId7" Type="http://schemas.openxmlformats.org/officeDocument/2006/relationships/tags" Target="../tags/tag464.xml"/><Relationship Id="rId6" Type="http://schemas.openxmlformats.org/officeDocument/2006/relationships/tags" Target="../tags/tag463.xml"/><Relationship Id="rId5" Type="http://schemas.openxmlformats.org/officeDocument/2006/relationships/tags" Target="../tags/tag462.xml"/><Relationship Id="rId4" Type="http://schemas.openxmlformats.org/officeDocument/2006/relationships/tags" Target="../tags/tag461.xml"/><Relationship Id="rId3" Type="http://schemas.openxmlformats.org/officeDocument/2006/relationships/tags" Target="../tags/tag460.xml"/><Relationship Id="rId21" Type="http://schemas.openxmlformats.org/officeDocument/2006/relationships/slideLayout" Target="../slideLayouts/slideLayout15.xml"/><Relationship Id="rId20" Type="http://schemas.openxmlformats.org/officeDocument/2006/relationships/tags" Target="../tags/tag477.xml"/><Relationship Id="rId2" Type="http://schemas.openxmlformats.org/officeDocument/2006/relationships/tags" Target="../tags/tag459.xml"/><Relationship Id="rId19" Type="http://schemas.openxmlformats.org/officeDocument/2006/relationships/tags" Target="../tags/tag476.xml"/><Relationship Id="rId18" Type="http://schemas.openxmlformats.org/officeDocument/2006/relationships/tags" Target="../tags/tag475.xml"/><Relationship Id="rId17" Type="http://schemas.openxmlformats.org/officeDocument/2006/relationships/tags" Target="../tags/tag474.xml"/><Relationship Id="rId16" Type="http://schemas.openxmlformats.org/officeDocument/2006/relationships/tags" Target="../tags/tag473.xml"/><Relationship Id="rId15" Type="http://schemas.openxmlformats.org/officeDocument/2006/relationships/tags" Target="../tags/tag472.xml"/><Relationship Id="rId14" Type="http://schemas.openxmlformats.org/officeDocument/2006/relationships/tags" Target="../tags/tag471.xml"/><Relationship Id="rId13" Type="http://schemas.openxmlformats.org/officeDocument/2006/relationships/tags" Target="../tags/tag470.xml"/><Relationship Id="rId12" Type="http://schemas.openxmlformats.org/officeDocument/2006/relationships/tags" Target="../tags/tag469.xml"/><Relationship Id="rId11" Type="http://schemas.openxmlformats.org/officeDocument/2006/relationships/tags" Target="../tags/tag468.xml"/><Relationship Id="rId10" Type="http://schemas.openxmlformats.org/officeDocument/2006/relationships/tags" Target="../tags/tag467.xml"/><Relationship Id="rId1" Type="http://schemas.openxmlformats.org/officeDocument/2006/relationships/tags" Target="../tags/tag45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7.xml.rels><?xml version="1.0" encoding="UTF-8" standalone="yes"?>
<Relationships xmlns="http://schemas.openxmlformats.org/package/2006/relationships"><Relationship Id="rId9" Type="http://schemas.openxmlformats.org/officeDocument/2006/relationships/tags" Target="../tags/tag486.xml"/><Relationship Id="rId8" Type="http://schemas.openxmlformats.org/officeDocument/2006/relationships/tags" Target="../tags/tag485.xml"/><Relationship Id="rId7" Type="http://schemas.openxmlformats.org/officeDocument/2006/relationships/tags" Target="../tags/tag484.xml"/><Relationship Id="rId6" Type="http://schemas.openxmlformats.org/officeDocument/2006/relationships/tags" Target="../tags/tag483.xml"/><Relationship Id="rId5" Type="http://schemas.openxmlformats.org/officeDocument/2006/relationships/tags" Target="../tags/tag482.xml"/><Relationship Id="rId4" Type="http://schemas.openxmlformats.org/officeDocument/2006/relationships/tags" Target="../tags/tag481.xml"/><Relationship Id="rId3" Type="http://schemas.openxmlformats.org/officeDocument/2006/relationships/tags" Target="../tags/tag480.xml"/><Relationship Id="rId26" Type="http://schemas.openxmlformats.org/officeDocument/2006/relationships/notesSlide" Target="../notesSlides/notesSlide30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501.xml"/><Relationship Id="rId23" Type="http://schemas.openxmlformats.org/officeDocument/2006/relationships/tags" Target="../tags/tag500.xml"/><Relationship Id="rId22" Type="http://schemas.openxmlformats.org/officeDocument/2006/relationships/tags" Target="../tags/tag499.xml"/><Relationship Id="rId21" Type="http://schemas.openxmlformats.org/officeDocument/2006/relationships/tags" Target="../tags/tag498.xml"/><Relationship Id="rId20" Type="http://schemas.openxmlformats.org/officeDocument/2006/relationships/tags" Target="../tags/tag497.xml"/><Relationship Id="rId2" Type="http://schemas.openxmlformats.org/officeDocument/2006/relationships/tags" Target="../tags/tag479.xml"/><Relationship Id="rId19" Type="http://schemas.openxmlformats.org/officeDocument/2006/relationships/tags" Target="../tags/tag496.xml"/><Relationship Id="rId18" Type="http://schemas.openxmlformats.org/officeDocument/2006/relationships/tags" Target="../tags/tag495.xml"/><Relationship Id="rId17" Type="http://schemas.openxmlformats.org/officeDocument/2006/relationships/tags" Target="../tags/tag494.xml"/><Relationship Id="rId16" Type="http://schemas.openxmlformats.org/officeDocument/2006/relationships/tags" Target="../tags/tag493.xml"/><Relationship Id="rId15" Type="http://schemas.openxmlformats.org/officeDocument/2006/relationships/tags" Target="../tags/tag492.xml"/><Relationship Id="rId14" Type="http://schemas.openxmlformats.org/officeDocument/2006/relationships/tags" Target="../tags/tag491.xml"/><Relationship Id="rId13" Type="http://schemas.openxmlformats.org/officeDocument/2006/relationships/tags" Target="../tags/tag490.xml"/><Relationship Id="rId12" Type="http://schemas.openxmlformats.org/officeDocument/2006/relationships/tags" Target="../tags/tag489.xml"/><Relationship Id="rId11" Type="http://schemas.openxmlformats.org/officeDocument/2006/relationships/tags" Target="../tags/tag488.xml"/><Relationship Id="rId10" Type="http://schemas.openxmlformats.org/officeDocument/2006/relationships/tags" Target="../tags/tag487.xml"/><Relationship Id="rId1" Type="http://schemas.openxmlformats.org/officeDocument/2006/relationships/tags" Target="../tags/tag47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1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503.xml"/><Relationship Id="rId1" Type="http://schemas.openxmlformats.org/officeDocument/2006/relationships/tags" Target="../tags/tag502.xml"/></Relationships>
</file>

<file path=ppt/slides/_rels/slide60.xml.rels><?xml version="1.0" encoding="UTF-8" standalone="yes"?>
<Relationships xmlns="http://schemas.openxmlformats.org/package/2006/relationships"><Relationship Id="rId9" Type="http://schemas.openxmlformats.org/officeDocument/2006/relationships/tags" Target="../tags/tag512.xml"/><Relationship Id="rId8" Type="http://schemas.openxmlformats.org/officeDocument/2006/relationships/tags" Target="../tags/tag511.xml"/><Relationship Id="rId7" Type="http://schemas.openxmlformats.org/officeDocument/2006/relationships/tags" Target="../tags/tag510.xml"/><Relationship Id="rId6" Type="http://schemas.openxmlformats.org/officeDocument/2006/relationships/tags" Target="../tags/tag509.xml"/><Relationship Id="rId5" Type="http://schemas.openxmlformats.org/officeDocument/2006/relationships/tags" Target="../tags/tag508.xml"/><Relationship Id="rId4" Type="http://schemas.openxmlformats.org/officeDocument/2006/relationships/tags" Target="../tags/tag507.xml"/><Relationship Id="rId3" Type="http://schemas.openxmlformats.org/officeDocument/2006/relationships/tags" Target="../tags/tag506.xml"/><Relationship Id="rId26" Type="http://schemas.openxmlformats.org/officeDocument/2006/relationships/notesSlide" Target="../notesSlides/notesSlide32.xml"/><Relationship Id="rId25" Type="http://schemas.openxmlformats.org/officeDocument/2006/relationships/slideLayout" Target="../slideLayouts/slideLayout15.xml"/><Relationship Id="rId24" Type="http://schemas.openxmlformats.org/officeDocument/2006/relationships/tags" Target="../tags/tag527.xml"/><Relationship Id="rId23" Type="http://schemas.openxmlformats.org/officeDocument/2006/relationships/tags" Target="../tags/tag526.xml"/><Relationship Id="rId22" Type="http://schemas.openxmlformats.org/officeDocument/2006/relationships/tags" Target="../tags/tag525.xml"/><Relationship Id="rId21" Type="http://schemas.openxmlformats.org/officeDocument/2006/relationships/tags" Target="../tags/tag524.xml"/><Relationship Id="rId20" Type="http://schemas.openxmlformats.org/officeDocument/2006/relationships/tags" Target="../tags/tag523.xml"/><Relationship Id="rId2" Type="http://schemas.openxmlformats.org/officeDocument/2006/relationships/tags" Target="../tags/tag505.xml"/><Relationship Id="rId19" Type="http://schemas.openxmlformats.org/officeDocument/2006/relationships/tags" Target="../tags/tag522.xml"/><Relationship Id="rId18" Type="http://schemas.openxmlformats.org/officeDocument/2006/relationships/tags" Target="../tags/tag521.xml"/><Relationship Id="rId17" Type="http://schemas.openxmlformats.org/officeDocument/2006/relationships/tags" Target="../tags/tag520.xml"/><Relationship Id="rId16" Type="http://schemas.openxmlformats.org/officeDocument/2006/relationships/tags" Target="../tags/tag519.xml"/><Relationship Id="rId15" Type="http://schemas.openxmlformats.org/officeDocument/2006/relationships/tags" Target="../tags/tag518.xml"/><Relationship Id="rId14" Type="http://schemas.openxmlformats.org/officeDocument/2006/relationships/tags" Target="../tags/tag517.xml"/><Relationship Id="rId13" Type="http://schemas.openxmlformats.org/officeDocument/2006/relationships/tags" Target="../tags/tag516.xml"/><Relationship Id="rId12" Type="http://schemas.openxmlformats.org/officeDocument/2006/relationships/tags" Target="../tags/tag515.xml"/><Relationship Id="rId11" Type="http://schemas.openxmlformats.org/officeDocument/2006/relationships/tags" Target="../tags/tag514.xml"/><Relationship Id="rId10" Type="http://schemas.openxmlformats.org/officeDocument/2006/relationships/tags" Target="../tags/tag513.xml"/><Relationship Id="rId1" Type="http://schemas.openxmlformats.org/officeDocument/2006/relationships/tags" Target="../tags/tag504.xml"/></Relationships>
</file>

<file path=ppt/slides/_rels/slide61.xml.rels><?xml version="1.0" encoding="UTF-8" standalone="yes"?>
<Relationships xmlns="http://schemas.openxmlformats.org/package/2006/relationships"><Relationship Id="rId9" Type="http://schemas.openxmlformats.org/officeDocument/2006/relationships/tags" Target="../tags/tag535.xml"/><Relationship Id="rId8" Type="http://schemas.openxmlformats.org/officeDocument/2006/relationships/tags" Target="../tags/tag534.xml"/><Relationship Id="rId7" Type="http://schemas.openxmlformats.org/officeDocument/2006/relationships/tags" Target="../tags/tag533.xml"/><Relationship Id="rId6" Type="http://schemas.openxmlformats.org/officeDocument/2006/relationships/tags" Target="../tags/tag532.xml"/><Relationship Id="rId5" Type="http://schemas.openxmlformats.org/officeDocument/2006/relationships/image" Target="../media/image12.jpeg"/><Relationship Id="rId4" Type="http://schemas.openxmlformats.org/officeDocument/2006/relationships/tags" Target="../tags/tag531.xml"/><Relationship Id="rId3" Type="http://schemas.openxmlformats.org/officeDocument/2006/relationships/tags" Target="../tags/tag530.xml"/><Relationship Id="rId2" Type="http://schemas.openxmlformats.org/officeDocument/2006/relationships/tags" Target="../tags/tag529.xml"/><Relationship Id="rId13" Type="http://schemas.openxmlformats.org/officeDocument/2006/relationships/notesSlide" Target="../notesSlides/notesSlide33.xml"/><Relationship Id="rId12" Type="http://schemas.openxmlformats.org/officeDocument/2006/relationships/slideLayout" Target="../slideLayouts/slideLayout15.xml"/><Relationship Id="rId11" Type="http://schemas.openxmlformats.org/officeDocument/2006/relationships/tags" Target="../tags/tag536.xml"/><Relationship Id="rId10" Type="http://schemas.openxmlformats.org/officeDocument/2006/relationships/image" Target="../media/image13.png"/><Relationship Id="rId1" Type="http://schemas.openxmlformats.org/officeDocument/2006/relationships/tags" Target="../tags/tag528.xml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27.xml"/><Relationship Id="rId3" Type="http://schemas.openxmlformats.org/officeDocument/2006/relationships/tags" Target="../tags/tag538.xml"/><Relationship Id="rId2" Type="http://schemas.openxmlformats.org/officeDocument/2006/relationships/tags" Target="../tags/tag537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1384935" y="2401888"/>
            <a:ext cx="9902825" cy="574040"/>
          </a:xfrm>
          <a:prstGeom prst="rect">
            <a:avLst/>
          </a:prstGeom>
          <a:noFill/>
        </p:spPr>
        <p:txBody>
          <a:bodyPr wrap="square" lIns="144145" bIns="36195" rtlCol="0" anchor="ctr" anchorCtr="1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第一章</a:t>
            </a:r>
            <a:r>
              <a:rPr lang="en-US" altLang="zh-CN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 </a:t>
            </a:r>
            <a:r>
              <a:rPr lang="zh-CN" altLang="en-US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大模型基石</a:t>
            </a:r>
            <a:r>
              <a:rPr lang="en-US" altLang="zh-CN" sz="3200" b="1" dirty="0" smtClean="0"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——Transformer</a:t>
            </a:r>
            <a:endParaRPr lang="en-US" altLang="zh-CN" sz="3200" b="1" dirty="0" smtClean="0"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4784725" y="4558665"/>
            <a:ext cx="3103245" cy="498475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A2F6"/>
              </a:gs>
              <a:gs pos="100000">
                <a:srgbClr val="266FEA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4980305" y="4623435"/>
            <a:ext cx="2743200" cy="368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zh-CN" b="1" dirty="0">
                <a:solidFill>
                  <a:schemeClr val="bg1"/>
                </a:solidFill>
                <a:latin typeface="Kaiti SC Bold" charset="0"/>
                <a:ea typeface="Kaiti SC Bold" charset="0"/>
                <a:cs typeface="+mn-ea"/>
                <a:sym typeface="+mn-lt"/>
              </a:rPr>
              <a:t>大模型架构与数据处理</a:t>
            </a:r>
            <a:endParaRPr lang="zh-CN" altLang="zh-CN" b="1" dirty="0">
              <a:solidFill>
                <a:schemeClr val="bg1"/>
              </a:solidFill>
              <a:latin typeface="Kaiti SC Bold" charset="0"/>
              <a:ea typeface="Kaiti SC Bold" charset="0"/>
              <a:cs typeface="+mn-ea"/>
              <a:sym typeface="+mn-lt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1602105"/>
            <a:ext cx="6863715" cy="4776470"/>
          </a:xfrm>
          <a:prstGeom prst="rect">
            <a:avLst/>
          </a:prstGeom>
          <a:noFill/>
        </p:spPr>
      </p:pic>
      <p:sp>
        <p:nvSpPr>
          <p:cNvPr id="2" name="文本框 1"/>
          <p:cNvSpPr txBox="1"/>
          <p:nvPr/>
        </p:nvSpPr>
        <p:spPr>
          <a:xfrm>
            <a:off x="1362075" y="624840"/>
            <a:ext cx="35794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情境导入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509510" y="3428960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introduction_image}}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311390" y="1715729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89890" y="1929130"/>
            <a:ext cx="6534785" cy="3415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从《山海经》白泽神兽案例看机器理解中文语义的演进：传统机器翻译词不达意，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通过注意力机制实现上下文关联；大模型依赖高质量中文数据集进行分词与向量化，将汉字映射至高维向量空间实现语义理解；最终通过指令数据对齐训练，赋予模型指令遵循与举一反三能力。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/>
          <p:cNvSpPr txBox="1"/>
          <p:nvPr/>
        </p:nvSpPr>
        <p:spPr>
          <a:xfrm>
            <a:off x="3535045" y="1271270"/>
            <a:ext cx="803402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fontAlgn="auto">
              <a:lnSpc>
                <a:spcPct val="150000"/>
              </a:lnSpc>
            </a:pPr>
            <a:r>
              <a:rPr lang="zh-CN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计算机如何将无意义字符编码转化为可理解的语义？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Transformer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如何通过注意力机制实现跨句关联？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中文大模型的认知深度取决于哪些关键因素？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362075" y="624840"/>
            <a:ext cx="2098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 smtClean="0">
                <a:solidFill>
                  <a:schemeClr val="accent1">
                    <a:lumMod val="75000"/>
                  </a:schemeClr>
                </a:solidFill>
              </a:rPr>
              <a:t>思考一下</a:t>
            </a:r>
            <a:endParaRPr lang="zh-CN" altLang="en-US" sz="3600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7140" y="2500630"/>
            <a:ext cx="1237615" cy="2721610"/>
          </a:xfrm>
          <a:prstGeom prst="rect">
            <a:avLst/>
          </a:prstGeom>
        </p:spPr>
      </p:pic>
      <p:pic>
        <p:nvPicPr>
          <p:cNvPr id="7" name="图片 6" descr="31393935333436303b31393936353336343bcecabac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81045" y="562242"/>
            <a:ext cx="771525" cy="77152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457190" y="2889947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{{image:thinking_image}}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  <p:custDataLst>
      <p:tags r:id="rId4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642620" y="3124800"/>
            <a:ext cx="538289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大模型基石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——Transformer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107" name="椭圆 106"/>
          <p:cNvSpPr/>
          <p:nvPr/>
        </p:nvSpPr>
        <p:spPr>
          <a:xfrm>
            <a:off x="1812870" y="1985229"/>
            <a:ext cx="398145" cy="39814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sp>
        <p:nvSpPr>
          <p:cNvPr id="99" name="椭圆 98"/>
          <p:cNvSpPr/>
          <p:nvPr/>
        </p:nvSpPr>
        <p:spPr>
          <a:xfrm>
            <a:off x="6315642" y="3786753"/>
            <a:ext cx="617635" cy="617636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sz="4000" dirty="0">
              <a:latin typeface="Segoe UI" panose="020B0502040204020203" pitchFamily="34" charset="0"/>
              <a:ea typeface="微软雅黑" panose="020B0503020204020204" pitchFamily="34" charset="-122"/>
              <a:cs typeface="+mn-ea"/>
              <a:sym typeface="Segoe UI" panose="020B0502040204020203" pitchFamily="34" charset="0"/>
            </a:endParaRPr>
          </a:p>
        </p:txBody>
      </p:sp>
      <p:pic>
        <p:nvPicPr>
          <p:cNvPr id="90" name="图片 8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7261" y="5867261"/>
            <a:ext cx="1714739" cy="990738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642406" y="657124"/>
            <a:ext cx="558990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131685" y="3532465"/>
            <a:ext cx="4239259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art_image}}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933565" y="1819234"/>
            <a:ext cx="4635500" cy="37255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2"/>
    </p:custData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30997"/>
            <a:chOff x="1019810" y="3241423"/>
            <a:chExt cx="5267818" cy="830997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30997"/>
            <a:chOff x="1019810" y="5599430"/>
            <a:chExt cx="4068621" cy="830997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组合 46"/>
          <p:cNvGrpSpPr/>
          <p:nvPr>
            <p:custDataLst>
              <p:tags r:id="rId13"/>
            </p:custDataLst>
          </p:nvPr>
        </p:nvGrpSpPr>
        <p:grpSpPr>
          <a:xfrm>
            <a:off x="6645792" y="2466861"/>
            <a:ext cx="4068621" cy="830997"/>
            <a:chOff x="1019810" y="3241423"/>
            <a:chExt cx="4068621" cy="830997"/>
          </a:xfrm>
        </p:grpSpPr>
        <p:sp>
          <p:nvSpPr>
            <p:cNvPr id="48" name="文本框 47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3424938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3241423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0" name="直接连接符 49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7"/>
            </p:custDataLst>
          </p:nvPr>
        </p:nvGrpSpPr>
        <p:grpSpPr>
          <a:xfrm>
            <a:off x="6645792" y="3379128"/>
            <a:ext cx="4068621" cy="830997"/>
            <a:chOff x="1019810" y="5599430"/>
            <a:chExt cx="4068621" cy="830997"/>
          </a:xfrm>
        </p:grpSpPr>
        <p:sp>
          <p:nvSpPr>
            <p:cNvPr id="56" name="文本框 55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21"/>
            </p:custDataLst>
          </p:nvPr>
        </p:nvGrpSpPr>
        <p:grpSpPr>
          <a:xfrm>
            <a:off x="6645792" y="4262185"/>
            <a:ext cx="4068621" cy="830997"/>
            <a:chOff x="1019810" y="5599430"/>
            <a:chExt cx="4068621" cy="830997"/>
          </a:xfrm>
        </p:grpSpPr>
        <p:sp>
          <p:nvSpPr>
            <p:cNvPr id="60" name="文本框 59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 smtClean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kumimoji="0" lang="zh-CN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文本框 6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大模型基石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——Transformer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9700895" y="621030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3006090" y="1358265"/>
            <a:ext cx="8279765" cy="17430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理解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整体架构，明确编码器和解码器的功能与差异；掌握注意力机制概念和计算过程，使用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bertviz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可视化；用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PyTorch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实现简化版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并验证输出。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片 12" descr="tasks_2029px_1205684_easyicon.ne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025" y="2726055"/>
            <a:ext cx="2023110" cy="20231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278000" y="792000"/>
            <a:ext cx="595312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描述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01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86150" y="3106738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</a:t>
            </a:r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要求：</a:t>
            </a:r>
            <a:endParaRPr lang="zh-CN" altLang="en-US" sz="2400" b="1" dirty="0" smtClean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06090" y="356743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模型的整体架构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006000" y="403606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明确编码器和解码器各自的功能与差异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006000" y="4503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掌握注意力机制的基本概念和计算过程</a:t>
            </a:r>
            <a:endParaRPr 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006090" y="4971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利用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bertviz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工具进行可视化分析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006000" y="5439600"/>
            <a:ext cx="827976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800100" lvl="1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PyTorch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实现一个简化版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储备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大模型基石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——Transformer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0780" y="1422400"/>
            <a:ext cx="265113" cy="265113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9" name="组合 2"/>
          <p:cNvGrpSpPr/>
          <p:nvPr/>
        </p:nvGrpSpPr>
        <p:grpSpPr>
          <a:xfrm>
            <a:off x="901700" y="1970405"/>
            <a:ext cx="3784600" cy="3206750"/>
            <a:chOff x="4542865" y="2599283"/>
            <a:chExt cx="3785291" cy="3205882"/>
          </a:xfrm>
        </p:grpSpPr>
        <p:sp>
          <p:nvSpPr>
            <p:cNvPr id="10" name="任意多边形: 形状 9"/>
            <p:cNvSpPr>
              <a:spLocks noChangeAspect="1"/>
            </p:cNvSpPr>
            <p:nvPr/>
          </p:nvSpPr>
          <p:spPr bwMode="auto">
            <a:xfrm>
              <a:off x="4542865" y="2599283"/>
              <a:ext cx="3105717" cy="3205882"/>
            </a:xfrm>
            <a:custGeom>
              <a:avLst/>
              <a:gdLst>
                <a:gd name="connsiteX0" fmla="*/ 1670165 w 3340338"/>
                <a:gd name="connsiteY0" fmla="*/ 895968 h 3448053"/>
                <a:gd name="connsiteX1" fmla="*/ 842107 w 3340338"/>
                <a:gd name="connsiteY1" fmla="*/ 1724026 h 3448053"/>
                <a:gd name="connsiteX2" fmla="*/ 1670165 w 3340338"/>
                <a:gd name="connsiteY2" fmla="*/ 2552084 h 3448053"/>
                <a:gd name="connsiteX3" fmla="*/ 2498223 w 3340338"/>
                <a:gd name="connsiteY3" fmla="*/ 1724026 h 3448053"/>
                <a:gd name="connsiteX4" fmla="*/ 1670165 w 3340338"/>
                <a:gd name="connsiteY4" fmla="*/ 895968 h 3448053"/>
                <a:gd name="connsiteX5" fmla="*/ 1670347 w 3340338"/>
                <a:gd name="connsiteY5" fmla="*/ 830419 h 3448053"/>
                <a:gd name="connsiteX6" fmla="*/ 2564891 w 3340338"/>
                <a:gd name="connsiteY6" fmla="*/ 1724288 h 3448053"/>
                <a:gd name="connsiteX7" fmla="*/ 1670347 w 3340338"/>
                <a:gd name="connsiteY7" fmla="*/ 2617629 h 3448053"/>
                <a:gd name="connsiteX8" fmla="*/ 775280 w 3340338"/>
                <a:gd name="connsiteY8" fmla="*/ 1724288 h 3448053"/>
                <a:gd name="connsiteX9" fmla="*/ 1670347 w 3340338"/>
                <a:gd name="connsiteY9" fmla="*/ 830419 h 3448053"/>
                <a:gd name="connsiteX10" fmla="*/ 1670347 w 3340338"/>
                <a:gd name="connsiteY10" fmla="*/ 598661 h 3448053"/>
                <a:gd name="connsiteX11" fmla="*/ 543023 w 3340338"/>
                <a:gd name="connsiteY11" fmla="*/ 1724288 h 3448053"/>
                <a:gd name="connsiteX12" fmla="*/ 1670347 w 3340338"/>
                <a:gd name="connsiteY12" fmla="*/ 2849392 h 3448053"/>
                <a:gd name="connsiteX13" fmla="*/ 2797148 w 3340338"/>
                <a:gd name="connsiteY13" fmla="*/ 1724288 h 3448053"/>
                <a:gd name="connsiteX14" fmla="*/ 1670347 w 3340338"/>
                <a:gd name="connsiteY14" fmla="*/ 598661 h 3448053"/>
                <a:gd name="connsiteX15" fmla="*/ 1383667 w 3340338"/>
                <a:gd name="connsiteY15" fmla="*/ 0 h 3448053"/>
                <a:gd name="connsiteX16" fmla="*/ 1956505 w 3340338"/>
                <a:gd name="connsiteY16" fmla="*/ 0 h 3448053"/>
                <a:gd name="connsiteX17" fmla="*/ 2192343 w 3340338"/>
                <a:gd name="connsiteY17" fmla="*/ 235487 h 3448053"/>
                <a:gd name="connsiteX18" fmla="*/ 2192343 w 3340338"/>
                <a:gd name="connsiteY18" fmla="*/ 478302 h 3448053"/>
                <a:gd name="connsiteX19" fmla="*/ 2484789 w 3340338"/>
                <a:gd name="connsiteY19" fmla="*/ 652038 h 3448053"/>
                <a:gd name="connsiteX20" fmla="*/ 2699667 w 3340338"/>
                <a:gd name="connsiteY20" fmla="*/ 528013 h 3448053"/>
                <a:gd name="connsiteX21" fmla="*/ 2817586 w 3340338"/>
                <a:gd name="connsiteY21" fmla="*/ 496620 h 3448053"/>
                <a:gd name="connsiteX22" fmla="*/ 3022504 w 3340338"/>
                <a:gd name="connsiteY22" fmla="*/ 614363 h 3448053"/>
                <a:gd name="connsiteX23" fmla="*/ 3308662 w 3340338"/>
                <a:gd name="connsiteY23" fmla="*/ 1109408 h 3448053"/>
                <a:gd name="connsiteX24" fmla="*/ 3332243 w 3340338"/>
                <a:gd name="connsiteY24" fmla="*/ 1288374 h 3448053"/>
                <a:gd name="connsiteX25" fmla="*/ 3222186 w 3340338"/>
                <a:gd name="connsiteY25" fmla="*/ 1431240 h 3448053"/>
                <a:gd name="connsiteX26" fmla="*/ 3005733 w 3340338"/>
                <a:gd name="connsiteY26" fmla="*/ 1556306 h 3448053"/>
                <a:gd name="connsiteX27" fmla="*/ 3023027 w 3340338"/>
                <a:gd name="connsiteY27" fmla="*/ 1724288 h 3448053"/>
                <a:gd name="connsiteX28" fmla="*/ 3005733 w 3340338"/>
                <a:gd name="connsiteY28" fmla="*/ 1891748 h 3448053"/>
                <a:gd name="connsiteX29" fmla="*/ 3222186 w 3340338"/>
                <a:gd name="connsiteY29" fmla="*/ 2016814 h 3448053"/>
                <a:gd name="connsiteX30" fmla="*/ 3308662 w 3340338"/>
                <a:gd name="connsiteY30" fmla="*/ 2338651 h 3448053"/>
                <a:gd name="connsiteX31" fmla="*/ 3022504 w 3340338"/>
                <a:gd name="connsiteY31" fmla="*/ 2833696 h 3448053"/>
                <a:gd name="connsiteX32" fmla="*/ 2878905 w 3340338"/>
                <a:gd name="connsiteY32" fmla="*/ 2943588 h 3448053"/>
                <a:gd name="connsiteX33" fmla="*/ 2818109 w 3340338"/>
                <a:gd name="connsiteY33" fmla="*/ 2951439 h 3448053"/>
                <a:gd name="connsiteX34" fmla="*/ 2699667 w 3340338"/>
                <a:gd name="connsiteY34" fmla="*/ 2920041 h 3448053"/>
                <a:gd name="connsiteX35" fmla="*/ 2484789 w 3340338"/>
                <a:gd name="connsiteY35" fmla="*/ 2796015 h 3448053"/>
                <a:gd name="connsiteX36" fmla="*/ 2192343 w 3340338"/>
                <a:gd name="connsiteY36" fmla="*/ 2970280 h 3448053"/>
                <a:gd name="connsiteX37" fmla="*/ 2192343 w 3340338"/>
                <a:gd name="connsiteY37" fmla="*/ 3212566 h 3448053"/>
                <a:gd name="connsiteX38" fmla="*/ 1956505 w 3340338"/>
                <a:gd name="connsiteY38" fmla="*/ 3448053 h 3448053"/>
                <a:gd name="connsiteX39" fmla="*/ 1383667 w 3340338"/>
                <a:gd name="connsiteY39" fmla="*/ 3448053 h 3448053"/>
                <a:gd name="connsiteX40" fmla="*/ 1147828 w 3340338"/>
                <a:gd name="connsiteY40" fmla="*/ 3212566 h 3448053"/>
                <a:gd name="connsiteX41" fmla="*/ 1147828 w 3340338"/>
                <a:gd name="connsiteY41" fmla="*/ 2970280 h 3448053"/>
                <a:gd name="connsiteX42" fmla="*/ 854860 w 3340338"/>
                <a:gd name="connsiteY42" fmla="*/ 2796015 h 3448053"/>
                <a:gd name="connsiteX43" fmla="*/ 639981 w 3340338"/>
                <a:gd name="connsiteY43" fmla="*/ 2920041 h 3448053"/>
                <a:gd name="connsiteX44" fmla="*/ 522062 w 3340338"/>
                <a:gd name="connsiteY44" fmla="*/ 2951439 h 3448053"/>
                <a:gd name="connsiteX45" fmla="*/ 460743 w 3340338"/>
                <a:gd name="connsiteY45" fmla="*/ 2943588 h 3448053"/>
                <a:gd name="connsiteX46" fmla="*/ 318190 w 3340338"/>
                <a:gd name="connsiteY46" fmla="*/ 2833696 h 3448053"/>
                <a:gd name="connsiteX47" fmla="*/ 31509 w 3340338"/>
                <a:gd name="connsiteY47" fmla="*/ 2338122 h 3448053"/>
                <a:gd name="connsiteX48" fmla="*/ 117985 w 3340338"/>
                <a:gd name="connsiteY48" fmla="*/ 2016291 h 3448053"/>
                <a:gd name="connsiteX49" fmla="*/ 334438 w 3340338"/>
                <a:gd name="connsiteY49" fmla="*/ 1891748 h 3448053"/>
                <a:gd name="connsiteX50" fmla="*/ 317144 w 3340338"/>
                <a:gd name="connsiteY50" fmla="*/ 1724288 h 3448053"/>
                <a:gd name="connsiteX51" fmla="*/ 334438 w 3340338"/>
                <a:gd name="connsiteY51" fmla="*/ 1556306 h 3448053"/>
                <a:gd name="connsiteX52" fmla="*/ 117985 w 3340338"/>
                <a:gd name="connsiteY52" fmla="*/ 1431240 h 3448053"/>
                <a:gd name="connsiteX53" fmla="*/ 31509 w 3340338"/>
                <a:gd name="connsiteY53" fmla="*/ 1109408 h 3448053"/>
                <a:gd name="connsiteX54" fmla="*/ 318190 w 3340338"/>
                <a:gd name="connsiteY54" fmla="*/ 614363 h 3448053"/>
                <a:gd name="connsiteX55" fmla="*/ 460743 w 3340338"/>
                <a:gd name="connsiteY55" fmla="*/ 504465 h 3448053"/>
                <a:gd name="connsiteX56" fmla="*/ 522062 w 3340338"/>
                <a:gd name="connsiteY56" fmla="*/ 496620 h 3448053"/>
                <a:gd name="connsiteX57" fmla="*/ 639981 w 3340338"/>
                <a:gd name="connsiteY57" fmla="*/ 528013 h 3448053"/>
                <a:gd name="connsiteX58" fmla="*/ 854860 w 3340338"/>
                <a:gd name="connsiteY58" fmla="*/ 652038 h 3448053"/>
                <a:gd name="connsiteX59" fmla="*/ 1147828 w 3340338"/>
                <a:gd name="connsiteY59" fmla="*/ 478302 h 3448053"/>
                <a:gd name="connsiteX60" fmla="*/ 1147828 w 3340338"/>
                <a:gd name="connsiteY60" fmla="*/ 235487 h 3448053"/>
                <a:gd name="connsiteX61" fmla="*/ 1383667 w 3340338"/>
                <a:gd name="connsiteY61" fmla="*/ 0 h 34480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40338" h="3448053">
                  <a:moveTo>
                    <a:pt x="1670165" y="895968"/>
                  </a:moveTo>
                  <a:cubicBezTo>
                    <a:pt x="1212841" y="895968"/>
                    <a:pt x="842107" y="1266702"/>
                    <a:pt x="842107" y="1724026"/>
                  </a:cubicBezTo>
                  <a:cubicBezTo>
                    <a:pt x="842107" y="2181350"/>
                    <a:pt x="1212841" y="2552084"/>
                    <a:pt x="1670165" y="2552084"/>
                  </a:cubicBezTo>
                  <a:cubicBezTo>
                    <a:pt x="2127489" y="2552084"/>
                    <a:pt x="2498223" y="2181350"/>
                    <a:pt x="2498223" y="1724026"/>
                  </a:cubicBezTo>
                  <a:cubicBezTo>
                    <a:pt x="2498223" y="1266702"/>
                    <a:pt x="2127489" y="895968"/>
                    <a:pt x="1670165" y="895968"/>
                  </a:cubicBezTo>
                  <a:close/>
                  <a:moveTo>
                    <a:pt x="1670347" y="830419"/>
                  </a:moveTo>
                  <a:cubicBezTo>
                    <a:pt x="2163475" y="830419"/>
                    <a:pt x="2564891" y="1231301"/>
                    <a:pt x="2564891" y="1724288"/>
                  </a:cubicBezTo>
                  <a:cubicBezTo>
                    <a:pt x="2564891" y="2216752"/>
                    <a:pt x="2163475" y="2617629"/>
                    <a:pt x="1670347" y="2617629"/>
                  </a:cubicBezTo>
                  <a:cubicBezTo>
                    <a:pt x="1176696" y="2617629"/>
                    <a:pt x="775280" y="2216752"/>
                    <a:pt x="775280" y="1724288"/>
                  </a:cubicBezTo>
                  <a:cubicBezTo>
                    <a:pt x="775280" y="1231301"/>
                    <a:pt x="1176696" y="830419"/>
                    <a:pt x="1670347" y="830419"/>
                  </a:cubicBezTo>
                  <a:close/>
                  <a:moveTo>
                    <a:pt x="1670347" y="598661"/>
                  </a:moveTo>
                  <a:cubicBezTo>
                    <a:pt x="1048777" y="598661"/>
                    <a:pt x="543023" y="1103649"/>
                    <a:pt x="543023" y="1724288"/>
                  </a:cubicBezTo>
                  <a:cubicBezTo>
                    <a:pt x="543023" y="2344927"/>
                    <a:pt x="1048777" y="2849392"/>
                    <a:pt x="1670347" y="2849392"/>
                  </a:cubicBezTo>
                  <a:cubicBezTo>
                    <a:pt x="2291394" y="2849392"/>
                    <a:pt x="2797148" y="2344927"/>
                    <a:pt x="2797148" y="1724288"/>
                  </a:cubicBezTo>
                  <a:cubicBezTo>
                    <a:pt x="2797148" y="1103649"/>
                    <a:pt x="2291394" y="598661"/>
                    <a:pt x="1670347" y="598661"/>
                  </a:cubicBezTo>
                  <a:close/>
                  <a:moveTo>
                    <a:pt x="1383667" y="0"/>
                  </a:moveTo>
                  <a:lnTo>
                    <a:pt x="1956505" y="0"/>
                  </a:lnTo>
                  <a:cubicBezTo>
                    <a:pt x="2086476" y="0"/>
                    <a:pt x="2192343" y="105185"/>
                    <a:pt x="2192343" y="235487"/>
                  </a:cubicBezTo>
                  <a:lnTo>
                    <a:pt x="2192343" y="478302"/>
                  </a:lnTo>
                  <a:cubicBezTo>
                    <a:pt x="2298211" y="522782"/>
                    <a:pt x="2394641" y="583488"/>
                    <a:pt x="2484789" y="652038"/>
                  </a:cubicBezTo>
                  <a:lnTo>
                    <a:pt x="2699667" y="528013"/>
                  </a:lnTo>
                  <a:cubicBezTo>
                    <a:pt x="2736875" y="506557"/>
                    <a:pt x="2777757" y="496620"/>
                    <a:pt x="2817586" y="496620"/>
                  </a:cubicBezTo>
                  <a:cubicBezTo>
                    <a:pt x="2899343" y="496620"/>
                    <a:pt x="2978479" y="539002"/>
                    <a:pt x="3022504" y="614363"/>
                  </a:cubicBezTo>
                  <a:lnTo>
                    <a:pt x="3308662" y="1109408"/>
                  </a:lnTo>
                  <a:cubicBezTo>
                    <a:pt x="3340106" y="1163831"/>
                    <a:pt x="3348491" y="1228197"/>
                    <a:pt x="3332243" y="1288374"/>
                  </a:cubicBezTo>
                  <a:cubicBezTo>
                    <a:pt x="3315995" y="1348556"/>
                    <a:pt x="3276166" y="1399841"/>
                    <a:pt x="3222186" y="1431240"/>
                  </a:cubicBezTo>
                  <a:lnTo>
                    <a:pt x="3005733" y="1556306"/>
                  </a:lnTo>
                  <a:cubicBezTo>
                    <a:pt x="3013073" y="1611781"/>
                    <a:pt x="3023027" y="1666727"/>
                    <a:pt x="3023027" y="1724288"/>
                  </a:cubicBezTo>
                  <a:cubicBezTo>
                    <a:pt x="3023027" y="1781855"/>
                    <a:pt x="3013073" y="1836278"/>
                    <a:pt x="3005733" y="1891748"/>
                  </a:cubicBezTo>
                  <a:lnTo>
                    <a:pt x="3222186" y="2016814"/>
                  </a:lnTo>
                  <a:cubicBezTo>
                    <a:pt x="3334864" y="2081709"/>
                    <a:pt x="3373648" y="2225615"/>
                    <a:pt x="3308662" y="2338651"/>
                  </a:cubicBezTo>
                  <a:lnTo>
                    <a:pt x="3022504" y="2833696"/>
                  </a:lnTo>
                  <a:cubicBezTo>
                    <a:pt x="2991060" y="2888119"/>
                    <a:pt x="2939173" y="2927369"/>
                    <a:pt x="2878905" y="2943588"/>
                  </a:cubicBezTo>
                  <a:cubicBezTo>
                    <a:pt x="2858991" y="2948824"/>
                    <a:pt x="2838547" y="2951439"/>
                    <a:pt x="2818109" y="2951439"/>
                  </a:cubicBezTo>
                  <a:cubicBezTo>
                    <a:pt x="2776705" y="2951439"/>
                    <a:pt x="2735829" y="2940973"/>
                    <a:pt x="2699667" y="2920041"/>
                  </a:cubicBezTo>
                  <a:lnTo>
                    <a:pt x="2484789" y="2796015"/>
                  </a:lnTo>
                  <a:cubicBezTo>
                    <a:pt x="2394641" y="2864571"/>
                    <a:pt x="2298211" y="2925794"/>
                    <a:pt x="2192343" y="2970280"/>
                  </a:cubicBezTo>
                  <a:lnTo>
                    <a:pt x="2192343" y="3212566"/>
                  </a:lnTo>
                  <a:cubicBezTo>
                    <a:pt x="2192343" y="3342868"/>
                    <a:pt x="2086476" y="3448053"/>
                    <a:pt x="1956505" y="3448053"/>
                  </a:cubicBezTo>
                  <a:lnTo>
                    <a:pt x="1383667" y="3448053"/>
                  </a:lnTo>
                  <a:cubicBezTo>
                    <a:pt x="1253172" y="3448053"/>
                    <a:pt x="1147828" y="3342868"/>
                    <a:pt x="1147828" y="3212566"/>
                  </a:cubicBezTo>
                  <a:lnTo>
                    <a:pt x="1147828" y="2970280"/>
                  </a:lnTo>
                  <a:cubicBezTo>
                    <a:pt x="1041437" y="2925794"/>
                    <a:pt x="946054" y="2864571"/>
                    <a:pt x="854860" y="2796015"/>
                  </a:cubicBezTo>
                  <a:lnTo>
                    <a:pt x="639981" y="2920041"/>
                  </a:lnTo>
                  <a:cubicBezTo>
                    <a:pt x="603819" y="2940973"/>
                    <a:pt x="563466" y="2951439"/>
                    <a:pt x="522062" y="2951439"/>
                  </a:cubicBezTo>
                  <a:cubicBezTo>
                    <a:pt x="501624" y="2951439"/>
                    <a:pt x="481181" y="2948824"/>
                    <a:pt x="460743" y="2943588"/>
                  </a:cubicBezTo>
                  <a:cubicBezTo>
                    <a:pt x="400999" y="2927369"/>
                    <a:pt x="349111" y="2888119"/>
                    <a:pt x="318190" y="2833696"/>
                  </a:cubicBezTo>
                  <a:lnTo>
                    <a:pt x="31509" y="2338122"/>
                  </a:lnTo>
                  <a:cubicBezTo>
                    <a:pt x="-33477" y="2225615"/>
                    <a:pt x="5307" y="2081709"/>
                    <a:pt x="117985" y="2016291"/>
                  </a:cubicBezTo>
                  <a:lnTo>
                    <a:pt x="334438" y="1891748"/>
                  </a:lnTo>
                  <a:cubicBezTo>
                    <a:pt x="327098" y="1836278"/>
                    <a:pt x="317144" y="1781855"/>
                    <a:pt x="317144" y="1724288"/>
                  </a:cubicBezTo>
                  <a:cubicBezTo>
                    <a:pt x="317144" y="1666727"/>
                    <a:pt x="327098" y="1611781"/>
                    <a:pt x="334438" y="1556306"/>
                  </a:cubicBezTo>
                  <a:lnTo>
                    <a:pt x="117985" y="1431240"/>
                  </a:lnTo>
                  <a:cubicBezTo>
                    <a:pt x="5307" y="1366350"/>
                    <a:pt x="-33477" y="1222438"/>
                    <a:pt x="31509" y="1109408"/>
                  </a:cubicBezTo>
                  <a:lnTo>
                    <a:pt x="318190" y="614363"/>
                  </a:lnTo>
                  <a:cubicBezTo>
                    <a:pt x="349111" y="559934"/>
                    <a:pt x="400999" y="520690"/>
                    <a:pt x="460743" y="504465"/>
                  </a:cubicBezTo>
                  <a:cubicBezTo>
                    <a:pt x="481181" y="499235"/>
                    <a:pt x="501624" y="496620"/>
                    <a:pt x="522062" y="496620"/>
                  </a:cubicBezTo>
                  <a:cubicBezTo>
                    <a:pt x="562943" y="496620"/>
                    <a:pt x="603819" y="507080"/>
                    <a:pt x="639981" y="528013"/>
                  </a:cubicBezTo>
                  <a:lnTo>
                    <a:pt x="854860" y="652038"/>
                  </a:lnTo>
                  <a:cubicBezTo>
                    <a:pt x="946054" y="583488"/>
                    <a:pt x="1041961" y="522782"/>
                    <a:pt x="1147828" y="478302"/>
                  </a:cubicBezTo>
                  <a:lnTo>
                    <a:pt x="1147828" y="235487"/>
                  </a:lnTo>
                  <a:cubicBezTo>
                    <a:pt x="1147828" y="105185"/>
                    <a:pt x="1253172" y="0"/>
                    <a:pt x="1383667" y="0"/>
                  </a:cubicBezTo>
                  <a:close/>
                </a:path>
              </a:pathLst>
            </a:custGeom>
            <a:gradFill>
              <a:gsLst>
                <a:gs pos="0">
                  <a:srgbClr val="174EA3"/>
                </a:gs>
                <a:gs pos="100000">
                  <a:srgbClr val="0070C0"/>
                </a:gs>
              </a:gsLst>
              <a:lin ang="5400000" scaled="1"/>
            </a:gradFill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组合 30"/>
            <p:cNvGrpSpPr/>
            <p:nvPr/>
          </p:nvGrpSpPr>
          <p:grpSpPr>
            <a:xfrm>
              <a:off x="7320086" y="3212985"/>
              <a:ext cx="1008070" cy="1993158"/>
              <a:chOff x="7275253" y="2863258"/>
              <a:chExt cx="1341688" cy="2281148"/>
            </a:xfrm>
          </p:grpSpPr>
          <p:sp>
            <p:nvSpPr>
              <p:cNvPr id="12" name="Shape 6928"/>
              <p:cNvSpPr/>
              <p:nvPr/>
            </p:nvSpPr>
            <p:spPr>
              <a:xfrm flipH="1">
                <a:off x="7444080" y="2863824"/>
                <a:ext cx="1172861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  <p:sp>
            <p:nvSpPr>
              <p:cNvPr id="13" name="Shape 6929"/>
              <p:cNvSpPr/>
              <p:nvPr/>
            </p:nvSpPr>
            <p:spPr>
              <a:xfrm flipH="1">
                <a:off x="7275019" y="5145203"/>
                <a:ext cx="1341922" cy="0"/>
              </a:xfrm>
              <a:prstGeom prst="line">
                <a:avLst/>
              </a:prstGeom>
              <a:ln w="6350">
                <a:solidFill>
                  <a:srgbClr val="FFFFFF">
                    <a:lumMod val="65000"/>
                  </a:srgbClr>
                </a:solidFill>
                <a:prstDash val="dash"/>
                <a:miter lim="400000"/>
                <a:headEnd type="triangle"/>
              </a:ln>
            </p:spPr>
            <p:txBody>
              <a:bodyPr lIns="0" tIns="0" rIns="0" bIns="0"/>
              <a:lstStyle/>
              <a:p>
                <a:pPr marL="0" marR="0" lvl="0" indent="0" algn="l" defTabSz="57594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 sz="1200">
                    <a:uFillTx/>
                    <a:latin typeface="Helvetica"/>
                    <a:ea typeface="Helvetica"/>
                    <a:cs typeface="Helvetica"/>
                    <a:sym typeface="Helvetica"/>
                  </a:defRPr>
                </a:pPr>
                <a:endParaRPr kumimoji="0" sz="1600" b="0" i="0" u="none" strike="noStrike" kern="0" cap="none" spc="0" normalizeH="0" baseline="0" noProof="0">
                  <a:ln>
                    <a:noFill/>
                  </a:ln>
                  <a:solidFill>
                    <a:srgbClr val="080808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Helvetica"/>
                  <a:sym typeface="Helvetica"/>
                </a:endParaRPr>
              </a:p>
            </p:txBody>
          </p:sp>
        </p:grpSp>
      </p:grpSp>
      <p:sp>
        <p:nvSpPr>
          <p:cNvPr id="16" name="Freeform 870"/>
          <p:cNvSpPr>
            <a:spLocks noEditPoints="1"/>
          </p:cNvSpPr>
          <p:nvPr/>
        </p:nvSpPr>
        <p:spPr bwMode="auto">
          <a:xfrm>
            <a:off x="1967230" y="3126740"/>
            <a:ext cx="974090" cy="894080"/>
          </a:xfrm>
          <a:custGeom>
            <a:avLst/>
            <a:gdLst>
              <a:gd name="T0" fmla="*/ 196 w 290"/>
              <a:gd name="T1" fmla="*/ 9 h 266"/>
              <a:gd name="T2" fmla="*/ 251 w 290"/>
              <a:gd name="T3" fmla="*/ 22 h 266"/>
              <a:gd name="T4" fmla="*/ 266 w 290"/>
              <a:gd name="T5" fmla="*/ 6 h 266"/>
              <a:gd name="T6" fmla="*/ 273 w 290"/>
              <a:gd name="T7" fmla="*/ 86 h 266"/>
              <a:gd name="T8" fmla="*/ 214 w 290"/>
              <a:gd name="T9" fmla="*/ 130 h 266"/>
              <a:gd name="T10" fmla="*/ 214 w 290"/>
              <a:gd name="T11" fmla="*/ 142 h 266"/>
              <a:gd name="T12" fmla="*/ 169 w 290"/>
              <a:gd name="T13" fmla="*/ 170 h 266"/>
              <a:gd name="T14" fmla="*/ 98 w 290"/>
              <a:gd name="T15" fmla="*/ 249 h 266"/>
              <a:gd name="T16" fmla="*/ 62 w 290"/>
              <a:gd name="T17" fmla="*/ 261 h 266"/>
              <a:gd name="T18" fmla="*/ 14 w 290"/>
              <a:gd name="T19" fmla="*/ 166 h 266"/>
              <a:gd name="T20" fmla="*/ 61 w 290"/>
              <a:gd name="T21" fmla="*/ 130 h 266"/>
              <a:gd name="T22" fmla="*/ 106 w 290"/>
              <a:gd name="T23" fmla="*/ 93 h 266"/>
              <a:gd name="T24" fmla="*/ 151 w 290"/>
              <a:gd name="T25" fmla="*/ 61 h 266"/>
              <a:gd name="T26" fmla="*/ 196 w 290"/>
              <a:gd name="T27" fmla="*/ 9 h 266"/>
              <a:gd name="T28" fmla="*/ 204 w 290"/>
              <a:gd name="T29" fmla="*/ 17 h 266"/>
              <a:gd name="T30" fmla="*/ 165 w 290"/>
              <a:gd name="T31" fmla="*/ 65 h 266"/>
              <a:gd name="T32" fmla="*/ 196 w 290"/>
              <a:gd name="T33" fmla="*/ 83 h 266"/>
              <a:gd name="T34" fmla="*/ 242 w 290"/>
              <a:gd name="T35" fmla="*/ 31 h 266"/>
              <a:gd name="T36" fmla="*/ 204 w 290"/>
              <a:gd name="T37" fmla="*/ 17 h 266"/>
              <a:gd name="T38" fmla="*/ 202 w 290"/>
              <a:gd name="T39" fmla="*/ 92 h 266"/>
              <a:gd name="T40" fmla="*/ 212 w 290"/>
              <a:gd name="T41" fmla="*/ 116 h 266"/>
              <a:gd name="T42" fmla="*/ 265 w 290"/>
              <a:gd name="T43" fmla="*/ 77 h 266"/>
              <a:gd name="T44" fmla="*/ 265 w 290"/>
              <a:gd name="T45" fmla="*/ 25 h 266"/>
              <a:gd name="T46" fmla="*/ 202 w 290"/>
              <a:gd name="T47" fmla="*/ 92 h 266"/>
              <a:gd name="T48" fmla="*/ 124 w 290"/>
              <a:gd name="T49" fmla="*/ 102 h 266"/>
              <a:gd name="T50" fmla="*/ 54 w 290"/>
              <a:gd name="T51" fmla="*/ 148 h 266"/>
              <a:gd name="T52" fmla="*/ 81 w 290"/>
              <a:gd name="T53" fmla="*/ 194 h 266"/>
              <a:gd name="T54" fmla="*/ 94 w 290"/>
              <a:gd name="T55" fmla="*/ 190 h 266"/>
              <a:gd name="T56" fmla="*/ 83 w 290"/>
              <a:gd name="T57" fmla="*/ 162 h 266"/>
              <a:gd name="T58" fmla="*/ 159 w 290"/>
              <a:gd name="T59" fmla="*/ 110 h 266"/>
              <a:gd name="T60" fmla="*/ 124 w 290"/>
              <a:gd name="T61" fmla="*/ 102 h 266"/>
              <a:gd name="T62" fmla="*/ 98 w 290"/>
              <a:gd name="T63" fmla="*/ 166 h 266"/>
              <a:gd name="T64" fmla="*/ 108 w 290"/>
              <a:gd name="T65" fmla="*/ 218 h 266"/>
              <a:gd name="T66" fmla="*/ 178 w 290"/>
              <a:gd name="T67" fmla="*/ 145 h 266"/>
              <a:gd name="T68" fmla="*/ 168 w 290"/>
              <a:gd name="T69" fmla="*/ 121 h 266"/>
              <a:gd name="T70" fmla="*/ 98 w 290"/>
              <a:gd name="T71" fmla="*/ 166 h 266"/>
              <a:gd name="T72" fmla="*/ 25 w 290"/>
              <a:gd name="T73" fmla="*/ 171 h 266"/>
              <a:gd name="T74" fmla="*/ 61 w 290"/>
              <a:gd name="T75" fmla="*/ 249 h 266"/>
              <a:gd name="T76" fmla="*/ 87 w 290"/>
              <a:gd name="T77" fmla="*/ 244 h 266"/>
              <a:gd name="T78" fmla="*/ 96 w 290"/>
              <a:gd name="T79" fmla="*/ 199 h 266"/>
              <a:gd name="T80" fmla="*/ 67 w 290"/>
              <a:gd name="T81" fmla="*/ 225 h 266"/>
              <a:gd name="T82" fmla="*/ 34 w 290"/>
              <a:gd name="T83" fmla="*/ 197 h 266"/>
              <a:gd name="T84" fmla="*/ 64 w 290"/>
              <a:gd name="T85" fmla="*/ 175 h 266"/>
              <a:gd name="T86" fmla="*/ 39 w 290"/>
              <a:gd name="T87" fmla="*/ 156 h 266"/>
              <a:gd name="T88" fmla="*/ 25 w 290"/>
              <a:gd name="T89" fmla="*/ 171 h 266"/>
              <a:gd name="T90" fmla="*/ 46 w 290"/>
              <a:gd name="T91" fmla="*/ 202 h 266"/>
              <a:gd name="T92" fmla="*/ 64 w 290"/>
              <a:gd name="T93" fmla="*/ 218 h 266"/>
              <a:gd name="T94" fmla="*/ 68 w 290"/>
              <a:gd name="T95" fmla="*/ 187 h 266"/>
              <a:gd name="T96" fmla="*/ 46 w 290"/>
              <a:gd name="T97" fmla="*/ 202 h 266"/>
              <a:gd name="T98" fmla="*/ 188 w 290"/>
              <a:gd name="T99" fmla="*/ 175 h 266"/>
              <a:gd name="T100" fmla="*/ 208 w 290"/>
              <a:gd name="T101" fmla="*/ 263 h 266"/>
              <a:gd name="T102" fmla="*/ 213 w 290"/>
              <a:gd name="T103" fmla="*/ 241 h 266"/>
              <a:gd name="T104" fmla="*/ 232 w 290"/>
              <a:gd name="T105" fmla="*/ 246 h 266"/>
              <a:gd name="T106" fmla="*/ 206 w 290"/>
              <a:gd name="T107" fmla="*/ 180 h 266"/>
              <a:gd name="T108" fmla="*/ 218 w 290"/>
              <a:gd name="T109" fmla="*/ 148 h 266"/>
              <a:gd name="T110" fmla="*/ 188 w 290"/>
              <a:gd name="T111" fmla="*/ 175 h 266"/>
              <a:gd name="T112" fmla="*/ 210 w 290"/>
              <a:gd name="T113" fmla="*/ 184 h 266"/>
              <a:gd name="T114" fmla="*/ 270 w 290"/>
              <a:gd name="T115" fmla="*/ 228 h 266"/>
              <a:gd name="T116" fmla="*/ 260 w 290"/>
              <a:gd name="T117" fmla="*/ 206 h 266"/>
              <a:gd name="T118" fmla="*/ 280 w 290"/>
              <a:gd name="T119" fmla="*/ 200 h 266"/>
              <a:gd name="T120" fmla="*/ 224 w 290"/>
              <a:gd name="T121" fmla="*/ 167 h 266"/>
              <a:gd name="T122" fmla="*/ 210 w 290"/>
              <a:gd name="T123" fmla="*/ 184 h 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90" h="266">
                <a:moveTo>
                  <a:pt x="196" y="9"/>
                </a:moveTo>
                <a:cubicBezTo>
                  <a:pt x="215" y="0"/>
                  <a:pt x="236" y="10"/>
                  <a:pt x="251" y="22"/>
                </a:cubicBezTo>
                <a:cubicBezTo>
                  <a:pt x="256" y="17"/>
                  <a:pt x="261" y="12"/>
                  <a:pt x="266" y="6"/>
                </a:cubicBezTo>
                <a:cubicBezTo>
                  <a:pt x="283" y="28"/>
                  <a:pt x="290" y="63"/>
                  <a:pt x="273" y="86"/>
                </a:cubicBezTo>
                <a:cubicBezTo>
                  <a:pt x="254" y="102"/>
                  <a:pt x="233" y="115"/>
                  <a:pt x="214" y="130"/>
                </a:cubicBezTo>
                <a:cubicBezTo>
                  <a:pt x="214" y="133"/>
                  <a:pt x="214" y="139"/>
                  <a:pt x="214" y="142"/>
                </a:cubicBezTo>
                <a:cubicBezTo>
                  <a:pt x="200" y="153"/>
                  <a:pt x="189" y="172"/>
                  <a:pt x="169" y="170"/>
                </a:cubicBezTo>
                <a:cubicBezTo>
                  <a:pt x="143" y="194"/>
                  <a:pt x="120" y="222"/>
                  <a:pt x="98" y="249"/>
                </a:cubicBezTo>
                <a:cubicBezTo>
                  <a:pt x="90" y="260"/>
                  <a:pt x="75" y="266"/>
                  <a:pt x="62" y="261"/>
                </a:cubicBezTo>
                <a:cubicBezTo>
                  <a:pt x="23" y="250"/>
                  <a:pt x="0" y="204"/>
                  <a:pt x="14" y="166"/>
                </a:cubicBezTo>
                <a:cubicBezTo>
                  <a:pt x="22" y="146"/>
                  <a:pt x="45" y="142"/>
                  <a:pt x="61" y="130"/>
                </a:cubicBezTo>
                <a:cubicBezTo>
                  <a:pt x="77" y="119"/>
                  <a:pt x="98" y="112"/>
                  <a:pt x="106" y="93"/>
                </a:cubicBezTo>
                <a:cubicBezTo>
                  <a:pt x="118" y="78"/>
                  <a:pt x="133" y="65"/>
                  <a:pt x="151" y="61"/>
                </a:cubicBezTo>
                <a:cubicBezTo>
                  <a:pt x="169" y="46"/>
                  <a:pt x="181" y="26"/>
                  <a:pt x="196" y="9"/>
                </a:cubicBezTo>
                <a:close/>
                <a:moveTo>
                  <a:pt x="204" y="17"/>
                </a:moveTo>
                <a:cubicBezTo>
                  <a:pt x="192" y="33"/>
                  <a:pt x="179" y="50"/>
                  <a:pt x="165" y="65"/>
                </a:cubicBezTo>
                <a:cubicBezTo>
                  <a:pt x="176" y="70"/>
                  <a:pt x="186" y="76"/>
                  <a:pt x="196" y="83"/>
                </a:cubicBezTo>
                <a:cubicBezTo>
                  <a:pt x="211" y="66"/>
                  <a:pt x="231" y="51"/>
                  <a:pt x="242" y="31"/>
                </a:cubicBezTo>
                <a:cubicBezTo>
                  <a:pt x="232" y="20"/>
                  <a:pt x="218" y="17"/>
                  <a:pt x="204" y="17"/>
                </a:cubicBezTo>
                <a:close/>
                <a:moveTo>
                  <a:pt x="202" y="92"/>
                </a:moveTo>
                <a:cubicBezTo>
                  <a:pt x="205" y="100"/>
                  <a:pt x="209" y="108"/>
                  <a:pt x="212" y="116"/>
                </a:cubicBezTo>
                <a:cubicBezTo>
                  <a:pt x="229" y="103"/>
                  <a:pt x="249" y="92"/>
                  <a:pt x="265" y="77"/>
                </a:cubicBezTo>
                <a:cubicBezTo>
                  <a:pt x="275" y="62"/>
                  <a:pt x="270" y="41"/>
                  <a:pt x="265" y="25"/>
                </a:cubicBezTo>
                <a:cubicBezTo>
                  <a:pt x="245" y="48"/>
                  <a:pt x="224" y="71"/>
                  <a:pt x="202" y="92"/>
                </a:cubicBezTo>
                <a:close/>
                <a:moveTo>
                  <a:pt x="124" y="102"/>
                </a:moveTo>
                <a:cubicBezTo>
                  <a:pt x="102" y="118"/>
                  <a:pt x="78" y="134"/>
                  <a:pt x="54" y="148"/>
                </a:cubicBezTo>
                <a:cubicBezTo>
                  <a:pt x="68" y="159"/>
                  <a:pt x="77" y="176"/>
                  <a:pt x="81" y="194"/>
                </a:cubicBezTo>
                <a:cubicBezTo>
                  <a:pt x="85" y="192"/>
                  <a:pt x="90" y="191"/>
                  <a:pt x="94" y="190"/>
                </a:cubicBezTo>
                <a:cubicBezTo>
                  <a:pt x="90" y="181"/>
                  <a:pt x="86" y="172"/>
                  <a:pt x="83" y="162"/>
                </a:cubicBezTo>
                <a:cubicBezTo>
                  <a:pt x="108" y="145"/>
                  <a:pt x="138" y="133"/>
                  <a:pt x="159" y="110"/>
                </a:cubicBezTo>
                <a:cubicBezTo>
                  <a:pt x="149" y="105"/>
                  <a:pt x="135" y="92"/>
                  <a:pt x="124" y="102"/>
                </a:cubicBezTo>
                <a:close/>
                <a:moveTo>
                  <a:pt x="98" y="166"/>
                </a:moveTo>
                <a:cubicBezTo>
                  <a:pt x="105" y="183"/>
                  <a:pt x="109" y="200"/>
                  <a:pt x="108" y="218"/>
                </a:cubicBezTo>
                <a:cubicBezTo>
                  <a:pt x="129" y="192"/>
                  <a:pt x="154" y="168"/>
                  <a:pt x="178" y="145"/>
                </a:cubicBezTo>
                <a:cubicBezTo>
                  <a:pt x="174" y="137"/>
                  <a:pt x="171" y="129"/>
                  <a:pt x="168" y="121"/>
                </a:cubicBezTo>
                <a:cubicBezTo>
                  <a:pt x="145" y="137"/>
                  <a:pt x="123" y="154"/>
                  <a:pt x="98" y="166"/>
                </a:cubicBezTo>
                <a:close/>
                <a:moveTo>
                  <a:pt x="25" y="171"/>
                </a:moveTo>
                <a:cubicBezTo>
                  <a:pt x="15" y="201"/>
                  <a:pt x="31" y="238"/>
                  <a:pt x="61" y="249"/>
                </a:cubicBezTo>
                <a:cubicBezTo>
                  <a:pt x="70" y="252"/>
                  <a:pt x="81" y="252"/>
                  <a:pt x="87" y="244"/>
                </a:cubicBezTo>
                <a:cubicBezTo>
                  <a:pt x="97" y="231"/>
                  <a:pt x="97" y="214"/>
                  <a:pt x="96" y="199"/>
                </a:cubicBezTo>
                <a:cubicBezTo>
                  <a:pt x="86" y="208"/>
                  <a:pt x="77" y="217"/>
                  <a:pt x="67" y="225"/>
                </a:cubicBezTo>
                <a:cubicBezTo>
                  <a:pt x="49" y="231"/>
                  <a:pt x="37" y="212"/>
                  <a:pt x="34" y="197"/>
                </a:cubicBezTo>
                <a:cubicBezTo>
                  <a:pt x="44" y="190"/>
                  <a:pt x="54" y="183"/>
                  <a:pt x="64" y="175"/>
                </a:cubicBezTo>
                <a:cubicBezTo>
                  <a:pt x="57" y="168"/>
                  <a:pt x="50" y="158"/>
                  <a:pt x="39" y="156"/>
                </a:cubicBezTo>
                <a:cubicBezTo>
                  <a:pt x="32" y="159"/>
                  <a:pt x="26" y="164"/>
                  <a:pt x="25" y="171"/>
                </a:cubicBezTo>
                <a:close/>
                <a:moveTo>
                  <a:pt x="46" y="202"/>
                </a:moveTo>
                <a:cubicBezTo>
                  <a:pt x="51" y="208"/>
                  <a:pt x="57" y="213"/>
                  <a:pt x="64" y="218"/>
                </a:cubicBezTo>
                <a:cubicBezTo>
                  <a:pt x="68" y="208"/>
                  <a:pt x="70" y="198"/>
                  <a:pt x="68" y="187"/>
                </a:cubicBezTo>
                <a:cubicBezTo>
                  <a:pt x="61" y="192"/>
                  <a:pt x="53" y="197"/>
                  <a:pt x="46" y="202"/>
                </a:cubicBezTo>
                <a:close/>
                <a:moveTo>
                  <a:pt x="188" y="175"/>
                </a:moveTo>
                <a:cubicBezTo>
                  <a:pt x="183" y="206"/>
                  <a:pt x="191" y="237"/>
                  <a:pt x="208" y="263"/>
                </a:cubicBezTo>
                <a:cubicBezTo>
                  <a:pt x="209" y="256"/>
                  <a:pt x="211" y="248"/>
                  <a:pt x="213" y="241"/>
                </a:cubicBezTo>
                <a:cubicBezTo>
                  <a:pt x="219" y="243"/>
                  <a:pt x="225" y="245"/>
                  <a:pt x="232" y="246"/>
                </a:cubicBezTo>
                <a:cubicBezTo>
                  <a:pt x="218" y="227"/>
                  <a:pt x="207" y="205"/>
                  <a:pt x="206" y="180"/>
                </a:cubicBezTo>
                <a:cubicBezTo>
                  <a:pt x="215" y="171"/>
                  <a:pt x="219" y="160"/>
                  <a:pt x="218" y="148"/>
                </a:cubicBezTo>
                <a:cubicBezTo>
                  <a:pt x="207" y="156"/>
                  <a:pt x="197" y="164"/>
                  <a:pt x="188" y="175"/>
                </a:cubicBezTo>
                <a:close/>
                <a:moveTo>
                  <a:pt x="210" y="184"/>
                </a:moveTo>
                <a:cubicBezTo>
                  <a:pt x="226" y="204"/>
                  <a:pt x="247" y="218"/>
                  <a:pt x="270" y="228"/>
                </a:cubicBezTo>
                <a:cubicBezTo>
                  <a:pt x="267" y="221"/>
                  <a:pt x="264" y="214"/>
                  <a:pt x="260" y="206"/>
                </a:cubicBezTo>
                <a:cubicBezTo>
                  <a:pt x="267" y="204"/>
                  <a:pt x="274" y="202"/>
                  <a:pt x="280" y="200"/>
                </a:cubicBezTo>
                <a:cubicBezTo>
                  <a:pt x="259" y="193"/>
                  <a:pt x="239" y="183"/>
                  <a:pt x="224" y="167"/>
                </a:cubicBezTo>
                <a:cubicBezTo>
                  <a:pt x="220" y="173"/>
                  <a:pt x="215" y="179"/>
                  <a:pt x="210" y="184"/>
                </a:cubicBezTo>
                <a:close/>
              </a:path>
            </a:pathLst>
          </a:custGeom>
          <a:gradFill>
            <a:gsLst>
              <a:gs pos="0">
                <a:srgbClr val="007BD3"/>
              </a:gs>
              <a:gs pos="100000">
                <a:srgbClr val="034373"/>
              </a:gs>
            </a:gsLst>
            <a:lin ang="5400000" scaled="0"/>
          </a:gra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0" y="792000"/>
            <a:ext cx="5611240" cy="659766"/>
            <a:chOff x="-9" y="1110"/>
            <a:chExt cx="8837" cy="1039"/>
          </a:xfrm>
        </p:grpSpPr>
        <p:grpSp>
          <p:nvGrpSpPr>
            <p:cNvPr id="22" name="组合 21"/>
            <p:cNvGrpSpPr/>
            <p:nvPr/>
          </p:nvGrpSpPr>
          <p:grpSpPr>
            <a:xfrm>
              <a:off x="2004" y="1110"/>
              <a:ext cx="6824" cy="1039"/>
              <a:chOff x="574557" y="613893"/>
              <a:chExt cx="4332551" cy="659964"/>
            </a:xfrm>
          </p:grpSpPr>
          <p:sp>
            <p:nvSpPr>
              <p:cNvPr id="24" name="文本框 23"/>
              <p:cNvSpPr txBox="1"/>
              <p:nvPr/>
            </p:nvSpPr>
            <p:spPr>
              <a:xfrm>
                <a:off x="574557" y="613893"/>
                <a:ext cx="4332551" cy="5837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  <a:scene3d>
                  <a:camera prst="orthographicFront"/>
                  <a:lightRig rig="threePt" dir="t"/>
                </a:scene3d>
                <a:sp3d contourW="12700"/>
              </a:bodyPr>
              <a:lstStyle>
                <a:defPPr>
                  <a:defRPr lang="en-US"/>
                </a:defPPr>
                <a:lvl1pPr algn="ctr">
                  <a:defRPr sz="3200">
                    <a:gradFill>
                      <a:gsLst>
                        <a:gs pos="0">
                          <a:schemeClr val="tx1">
                            <a:lumMod val="50000"/>
                            <a:lumOff val="50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1"/>
                    </a:gradFill>
                  </a:defRPr>
                </a:lvl1pPr>
              </a:lstStyle>
              <a:p>
                <a:pPr algn="l"/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任务目标和</a:t>
                </a:r>
                <a:r>
                  <a:rPr lang="zh-CN" altLang="en-US" b="1" dirty="0" smtClean="0">
                    <a:solidFill>
                      <a:srgbClr val="0064D2"/>
                    </a:solidFill>
                    <a:latin typeface="+mn-ea"/>
                    <a:cs typeface="+mn-ea"/>
                    <a:sym typeface="+mn-lt"/>
                  </a:rPr>
                  <a:t>重难点</a:t>
                </a:r>
                <a:endParaRPr lang="zh-CN" altLang="en-US" b="1" dirty="0" smtClean="0">
                  <a:solidFill>
                    <a:srgbClr val="0064D2"/>
                  </a:solidFill>
                  <a:latin typeface="+mn-ea"/>
                  <a:cs typeface="+mn-ea"/>
                  <a:sym typeface="+mn-lt"/>
                </a:endParaRPr>
              </a:p>
            </p:txBody>
          </p:sp>
          <p:cxnSp>
            <p:nvCxnSpPr>
              <p:cNvPr id="25" name="直接连接符 24"/>
              <p:cNvCxnSpPr/>
              <p:nvPr/>
            </p:nvCxnSpPr>
            <p:spPr>
              <a:xfrm>
                <a:off x="873861" y="1273857"/>
                <a:ext cx="701130" cy="0"/>
              </a:xfrm>
              <a:prstGeom prst="line">
                <a:avLst/>
              </a:prstGeom>
              <a:ln w="19050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" name="文本框 22"/>
            <p:cNvSpPr txBox="1"/>
            <p:nvPr/>
          </p:nvSpPr>
          <p:spPr>
            <a:xfrm>
              <a:off x="-9" y="1110"/>
              <a:ext cx="1429" cy="919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ctr"/>
              <a:r>
                <a:rPr lang="en-US" altLang="zh-CN" sz="3200" dirty="0" smtClean="0">
                  <a:solidFill>
                    <a:srgbClr val="3F396C"/>
                  </a:solidFill>
                  <a:latin typeface="思源宋体" panose="02020700000000000000" charset="-122"/>
                  <a:ea typeface="思源宋体" panose="02020700000000000000" charset="-122"/>
                </a:rPr>
                <a:t>02</a:t>
              </a:r>
              <a:endParaRPr lang="en-US" altLang="zh-CN" sz="3200" dirty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endParaRPr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849495" y="1638000"/>
            <a:ext cx="261302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任务目标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848225" y="3963600"/>
            <a:ext cx="2085975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algn="l"/>
            <a:r>
              <a:rPr lang="zh-CN" altLang="en-US" sz="2400" b="1" dirty="0" smtClean="0">
                <a:solidFill>
                  <a:srgbClr val="FFC000"/>
                </a:solidFill>
                <a:latin typeface="+mn-ea"/>
                <a:cs typeface="+mn-ea"/>
                <a:sym typeface="+mn-lt"/>
              </a:rPr>
              <a:t>任务重难点</a:t>
            </a:r>
            <a:endParaRPr lang="zh-CN" altLang="zh-CN" sz="2400" b="1" dirty="0">
              <a:solidFill>
                <a:srgbClr val="FFC000"/>
              </a:solidFill>
              <a:latin typeface="+mn-ea"/>
              <a:cs typeface="+mn-ea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50400" y="250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能够区分编码器和解码器的功能，并理解其协同工作机制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50400" y="203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理解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Transformer</a:t>
            </a: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基本原理及其在大模型架构中的核心地位。</a:t>
            </a: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850400" y="2970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能够描述注意力机制的作用及其实现方式，并进行可视化分析</a:t>
            </a:r>
            <a:endParaRPr lang="zh-CN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850400" y="3438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能够搭建简单的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Transformer</a:t>
            </a: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模型，测试模型输入与输出</a:t>
            </a: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848495" y="4374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重点：编码器</a:t>
            </a:r>
            <a:r>
              <a:rPr lang="en-US" altLang="zh-CN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-</a:t>
            </a:r>
            <a:r>
              <a:rPr lang="zh-CN" altLang="en-US" dirty="0" smtClean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解码器结构、自注意力机制与多头注意力</a:t>
            </a:r>
            <a:endParaRPr lang="zh-CN" altLang="en-US" dirty="0" smtClean="0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850400" y="4842000"/>
            <a:ext cx="6883200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lvl="0" indent="-342900" algn="l" fontAlgn="auto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 smtClean="0">
                <a:latin typeface="Arial" panose="020B0604020202020204" pitchFamily="34" charset="0"/>
                <a:cs typeface="Times New Roman" panose="02020603050405020304" charset="0"/>
                <a:sym typeface="+mn-ea"/>
              </a:rPr>
              <a:t>难点：注意力机制的计算过程与可视化分析</a:t>
            </a:r>
            <a:endParaRPr lang="zh-CN" altLang="en-US" dirty="0" smtClean="0">
              <a:latin typeface="Arial" panose="020B0604020202020204" pitchFamily="3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</a:t>
              </a:r>
              <a:r>
                <a:rPr kumimoji="0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实施</a:t>
              </a: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大模型基石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——Transformer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大模型概述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编码器与解码器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注意力机制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近年来，随着计算能力的飞速提升和海量数据的积累，深度学习领域迎来了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大模型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时代。大模型通常指的是拥有超大规模参数（通常在十亿个以上）的神经网络模型。这些模型以其卓越的性能和广泛的应用场景，成为人工智能领域的焦点。大模型的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主要体现在以下几个方面：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参数规模大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大模型的核心特征是其庞大的参数量。参数是模型内部的可学习变量，决定了模型的表达能力和复杂度。例如，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GPT-3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的参数量高达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1750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亿，而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LLaMA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系列模型更是达到了数千亿甚至上万亿参数。如此巨大的参数规模使模型能够捕捉更复杂的模式和更细微的特征。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架构规模大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大模型通常采用高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度模块化和分层的设计，包含数十乃至数百层神经网络结构。这种复杂的架构使得模型可以更好地处理多样化的任务，并具备更强的泛化能力。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训练数据大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大模型需要海量的数据进行训练，以充分发挥其潜能。这些数据通常来自互联网文本、书籍、代码库等多种来源，覆盖了丰富的语言和知识领域。高质量、多样化的训练数据是大模型取得成功的重要基础。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算力需求大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训练大模型需要强大的计算资源支持，通常依赖于高性能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集群。例如，训练一个百亿参数级别的模型可能需要数千块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协同工作数周甚至数月。因此，大模型的发展也推动了硬件技术的进步。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大模型的出现标志着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人工智能从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小而精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的专用模型向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大而全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的通用模型转变。它们不仅在自然语言处理（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NLP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）领域取得了突破性进展，还在计算机视觉、语音识别、多模态任务等多个领域展现了强大的潜力。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大模型概述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编码器与解码器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注意力机制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在深度学习模型模型架构的发展历程中，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模型是一个具有划时代意义的创新。它首次被提出是在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2017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年谷歌团队发表的论文《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Attention Is All You Need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》中。自此之后，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迅速成为自然语言处理（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NLP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）领域的主流架构，并成为当前各类大语言模型（如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GPT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LLaMA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等）的基础框架。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其核心特点和优势如下：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注意力机制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的核心是自注意力机制，它能同时计算输入序列中所有元素之间的关联性，从而建立全局上下文理解。不同于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RNN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的逐步处理方式，这种并行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注意力机制能够高效捕捉长距离依赖关系，在处理长文本或复杂序列时表现出色，有效解决了传统模型的信息衰减问题。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高效的并行计算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完全基于矩阵运算实现，摒弃了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RNN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的顺序计算方式，使得模型可以充分利用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GPU/TPU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的并行计算能力。这种设计大幅提升了训练和推理效率，使处理大规模数据成为可能，为后续大模型的发展奠定了硬件适配基础。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模块化与可扩展性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采用标准化的模块堆叠结构，每层具有相同的输入输出维度，支持灵活增减网络深度。这种高度模块化的特性不仅简化了模型设计，更使其具备极强的扩展能力，直接推动了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LLaMA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等超大参数规模模型的出现，成为现代深度学习架构的标杆。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综上所述，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凭借其创新的自注意力机制、高效的矩阵并行计算特性以及高度模块化的可扩展架构，不仅彻底革新了序列建模范式，更成为支撑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GPT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LLaMA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等现代大模型发展的核心基石，推动了人工智能领域向更大规模、更强性能方向的持续突破。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大模型概述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D2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编码器与解码器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注意力机制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模型中，编码器（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Encoder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解码器（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Decoder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）是两个非常重要的组成部分。它们分别承担着不同的任务，共同协作完成语言理解和生成的过程，如图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1-1-1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所示。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1-1-1 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结构图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我们可以把整个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模型想象成一个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翻译机器人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：编码器就像是机器人的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耳朵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大脑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，负责接收输入并理解它的含义；解码器就像是机器人的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嘴巴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+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思维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，根据理解的内容生成输出，比如翻译成另一种语言或回答问题。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1.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编码器（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Encoder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编码器的主要任务是将输入文本转换为一种语义丰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富的向量表示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。这个表示不仅包含每个词本身的含义，还融合了上下文信息，帮助模型理解句子的整体意思。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例如，输入一句话：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我喜欢自然语言处理。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，编码器会将这句话中的每一个词都转化为一个高维向量，并通过多层网络提取出它们之间的关系，最终形成一个完整的语义表达。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编码器由多个相同的层堆叠而成，每一层包括两个核心组件：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自注意力机制（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Self-Attention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前馈神经网络（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Feed-Forward Network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这种结构使得编码器能够从不同角度去分析输入内容，从而获得更全面的理解。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2.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解码器（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Decoder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解码器的任务是根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据编码器输出的语义表示，逐步生成目标序列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。这个目标序列可以是翻译后的句子、问答的答案，甚至是续写的一段文字。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举个例子：如果你问模型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什么是人工智能？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，编码器会先理解这个问题，然后解码器会一步步地生成答案，如：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人工智能是一种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……”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解码器同样由多个相同层堆叠而成，每一层包括三个关键组件：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掩码自注意力机制（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Masked Self-Attention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：防止提前看到未来的信息；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交叉注意力机制（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Cross-Attention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：连接编码器的输出；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前馈神经网络（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Feed-Forward Network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这样的设计让解码器既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10285" y="1899920"/>
            <a:ext cx="6406515" cy="3884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能关注当前已生成的内容，又能参考原始输入的信息，确保生成结果准确且连贯。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3.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编码器与解码器的关系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两者之间通过交叉注意力机制紧密联系，使得解码器在生成每一个词时，都能参考整个输入序列的信息。这种协同工作机制，是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模型实现高效语言建模的关键，如图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0"/>
          <p:cNvSpPr/>
          <p:nvPr/>
        </p:nvSpPr>
        <p:spPr>
          <a:xfrm>
            <a:off x="67437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86725" y="2372361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认识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大模型概述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编码器与解码器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注意力机制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注意力机制是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模型中最关键的技术之一，它就像是模型的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目光焦点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，让模型在处理信息时，能够动态地聚焦于最相关的内容。这种机制极大提升了模型对上下文的理解能力，使它不再只是机械地照搬词语，而是能像人类一样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理解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句子之间的逻辑关系。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举个生活中的例子来理解，当你看到一句话：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猫追老鼠，因为它饿了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，你能立刻判断出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指的是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猫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，而不是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老鼠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。你是怎么做到的？靠的是你大脑中对语义的整体理解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——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前面提到的是猫的动作，所以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它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更可能指代猫。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但对机器来说，理解这种隐含的语义联系并不容易。传统的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RNN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LSTM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模型虽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546265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9221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然也能处理序列信息，但它们处理顺序依赖性的方式效率低、难以并行化。而注意力机制则提供了一种全新的方式，让模型在处理每一个词的时候，都可以快速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看到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句中其他词的信息，并自动学习哪些词和当前词有关联。这就像你在阅读时，眼睛会不断扫视整句话，挑选出与当前理解最相关的关键词进行重点分析。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（一）注意力机制的类型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中，注意力机制分为三种类型：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自注意力机制（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Self-Attention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应用场景：编码器内部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作用：帮助模型理解输入序列内部的语义结构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自注意力机制允许模型在处理一个词时，同时考虑整个输入序列中所有词的影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8336934" y="1792605"/>
            <a:ext cx="3494356" cy="477139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16990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4493895" y="1978025"/>
            <a:ext cx="6997700" cy="41814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响。例如，在句子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“The bank of the river is crowded with fish.”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“bank”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通常表示银行，但在该句中应理解为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河岸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。通过自注意力机制，模型可以识别出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“river”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这个词与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“bank”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的语义密切相关，从而做出正确判断。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交叉注意力机制（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Cross-Attention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应用场景：解码器中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作用：连接编码器输出与解码器输入，实现跨序列的信息融合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在翻译任务中，比如将英文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“I love NLP”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翻译成中文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我热爱自然语言处理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，解码器生成每个中文词时，都需要参考原始英文句子的各个部分。交叉注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9756" y="1773555"/>
            <a:ext cx="3507243" cy="469074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010285" y="1899920"/>
            <a:ext cx="6406515" cy="38849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意力机制就负责搭建起这种桥梁，让解码器在生成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热爱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等词时，知道应该关注原文中的哪个部分。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多头注意力机制（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Multi-Head Attention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应用场景：广泛应用于编码器和解码器中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作用：提升模型表达能力和泛化能力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多头注意力机制并不是单一地计算一次注意力，而是并行运行多个不同的注意力模块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，每个模块从不同角度去捕捉信息之间的关联。最后将这些结果合并起来，形成更全面、更准确的语义表示。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类比我们看电影时，一个人看可能会遗漏某些细节，但如果几个人从不同角度看同一部电影，就能得到更完整的理解。多头注意力机制正是这个思路的实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" name="矩形 10"/>
          <p:cNvSpPr/>
          <p:nvPr/>
        </p:nvSpPr>
        <p:spPr>
          <a:xfrm>
            <a:off x="67437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86725" y="2372361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0">
            <a:off x="4170045" y="1786255"/>
            <a:ext cx="7734935" cy="4715510"/>
            <a:chOff x="5049" y="1927"/>
            <a:chExt cx="9267" cy="5731"/>
          </a:xfrm>
          <a:solidFill>
            <a:srgbClr val="1E8CE5"/>
          </a:solidFill>
        </p:grpSpPr>
        <p:sp>
          <p:nvSpPr>
            <p:cNvPr id="16" name="任意多边形 15"/>
            <p:cNvSpPr/>
            <p:nvPr>
              <p:custDataLst>
                <p:tags r:id="rId1"/>
              </p:custDataLst>
            </p:nvPr>
          </p:nvSpPr>
          <p:spPr>
            <a:xfrm rot="10800000">
              <a:off x="11403" y="7498"/>
              <a:ext cx="1928" cy="150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1950" h="150">
                  <a:moveTo>
                    <a:pt x="157" y="0"/>
                  </a:moveTo>
                  <a:lnTo>
                    <a:pt x="1793" y="0"/>
                  </a:lnTo>
                  <a:lnTo>
                    <a:pt x="1950" y="150"/>
                  </a:lnTo>
                  <a:lnTo>
                    <a:pt x="0" y="150"/>
                  </a:lnTo>
                  <a:lnTo>
                    <a:pt x="15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2"/>
              </p:custDataLst>
            </p:nvPr>
          </p:nvSpPr>
          <p:spPr>
            <a:xfrm rot="5400000">
              <a:off x="6739" y="236"/>
              <a:ext cx="5731" cy="9112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4540" h="9270">
                  <a:moveTo>
                    <a:pt x="392" y="125"/>
                  </a:moveTo>
                  <a:lnTo>
                    <a:pt x="400" y="7061"/>
                  </a:lnTo>
                  <a:lnTo>
                    <a:pt x="152" y="7361"/>
                  </a:lnTo>
                  <a:lnTo>
                    <a:pt x="164" y="9131"/>
                  </a:lnTo>
                  <a:lnTo>
                    <a:pt x="4383" y="9145"/>
                  </a:lnTo>
                  <a:lnTo>
                    <a:pt x="4383" y="125"/>
                  </a:lnTo>
                  <a:lnTo>
                    <a:pt x="392" y="125"/>
                  </a:lnTo>
                  <a:close/>
                  <a:moveTo>
                    <a:pt x="252" y="0"/>
                  </a:moveTo>
                  <a:lnTo>
                    <a:pt x="4540" y="0"/>
                  </a:lnTo>
                  <a:lnTo>
                    <a:pt x="4540" y="830"/>
                  </a:lnTo>
                  <a:lnTo>
                    <a:pt x="4390" y="987"/>
                  </a:lnTo>
                  <a:lnTo>
                    <a:pt x="4390" y="2623"/>
                  </a:lnTo>
                  <a:lnTo>
                    <a:pt x="4540" y="2780"/>
                  </a:lnTo>
                  <a:lnTo>
                    <a:pt x="4540" y="9270"/>
                  </a:lnTo>
                  <a:lnTo>
                    <a:pt x="4342" y="9269"/>
                  </a:lnTo>
                  <a:lnTo>
                    <a:pt x="4238" y="9170"/>
                  </a:lnTo>
                  <a:lnTo>
                    <a:pt x="3418" y="9170"/>
                  </a:lnTo>
                  <a:lnTo>
                    <a:pt x="3317" y="9266"/>
                  </a:lnTo>
                  <a:lnTo>
                    <a:pt x="8" y="9256"/>
                  </a:lnTo>
                  <a:lnTo>
                    <a:pt x="0" y="7269"/>
                  </a:lnTo>
                  <a:lnTo>
                    <a:pt x="254" y="7041"/>
                  </a:lnTo>
                  <a:lnTo>
                    <a:pt x="2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梯形 17"/>
            <p:cNvSpPr/>
            <p:nvPr>
              <p:custDataLst>
                <p:tags r:id="rId3"/>
              </p:custDataLst>
            </p:nvPr>
          </p:nvSpPr>
          <p:spPr>
            <a:xfrm rot="5400000">
              <a:off x="13749" y="4156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梯形 18"/>
            <p:cNvSpPr/>
            <p:nvPr>
              <p:custDataLst>
                <p:tags r:id="rId4"/>
              </p:custDataLst>
            </p:nvPr>
          </p:nvSpPr>
          <p:spPr>
            <a:xfrm>
              <a:off x="6194" y="7431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503121" y="1842581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11650" y="2206625"/>
            <a:ext cx="7312025" cy="4109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现。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（二）注意力机制的本质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我们可以把注意力机制想象成你在图书馆里查找资料的过程：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你手里有一张问题卡片（比如：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量子力学是什么？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），然后你需要从书架上找到最相关的书籍来回答这个问题。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Query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（查询）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：就是你的问题卡片，代表你现在想知道什么；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Key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（键）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：是每本书的标签或标题，告诉你这本书讲的是什么内容；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Value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（值）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：是这本书的实际内容，是你真正想获取的信息。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模型会根据你的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Query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）去匹配所有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书名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），找到最相关的那几本书，再读取这些书的内容（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Value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），最终整合出一个完整的答案。这个过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 rot="0">
            <a:off x="326390" y="1431290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9" name="矩形 8"/>
          <p:cNvSpPr/>
          <p:nvPr/>
        </p:nvSpPr>
        <p:spPr>
          <a:xfrm>
            <a:off x="83369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8470" y="2379980"/>
            <a:ext cx="7291705" cy="36410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程，就是注意力机制的核心思想，如表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1-1-2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所示。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具体而言，模型会为每一个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Query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分别计算它与每个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之间的相似度，然后用这个相似度作为权重，去加权求和对应的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Value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，得到一个新的表示。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这样做的好处是：模型在处理一个词的时候，不仅关注它自己，还能动态地参考句中其他相关词的信息，从而获得更准确的理解。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假设我们有这样一个句子：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小明在图书馆看书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，现在我们要理解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这个词的意义，模型会怎么做？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模型会把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当作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Query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图书馆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等词都当作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然后找出哪些词和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关系最密切，例如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圆角矩形 22"/>
          <p:cNvSpPr/>
          <p:nvPr/>
        </p:nvSpPr>
        <p:spPr>
          <a:xfrm>
            <a:off x="4241800" y="1728470"/>
            <a:ext cx="7468870" cy="483552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488334" y="1904999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68671" y="1860550"/>
            <a:ext cx="6771164" cy="4554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再从这些词对应的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Value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中提取信息；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最终得出：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是一个动作，是由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小明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发出的，对象是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书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通过这种方式，模型就能理解词语之间的语义联系，而不是孤立地看待每一个词。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（三）注意力机制的计算流程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为了更好地理解注意力机制是如何工作的，我们可以将它的计算过程拆解为以下几个关键步骤，并结合简单的数学公式进行说明。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输入向量化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Transformer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模型处理的是文本数据，但计算机只能处理数字。因此，首先要把输入的词语转换为词向量（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Embedding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，也就是一个固定维度的数值表示。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例如，句子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猫追老鼠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会被转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29757" y="1773555"/>
            <a:ext cx="7664450" cy="4690745"/>
            <a:chOff x="450850" y="1397000"/>
            <a:chExt cx="5784850" cy="4690745"/>
          </a:xfrm>
        </p:grpSpPr>
        <p:sp>
          <p:nvSpPr>
            <p:cNvPr id="11" name="矩形 10"/>
            <p:cNvSpPr/>
            <p:nvPr>
              <p:custDataLst>
                <p:tags r:id="rId1"/>
              </p:custDataLst>
            </p:nvPr>
          </p:nvSpPr>
          <p:spPr>
            <a:xfrm>
              <a:off x="450850" y="1397000"/>
              <a:ext cx="5784850" cy="4690745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2"/>
              </p:custDataLst>
            </p:nvPr>
          </p:nvSpPr>
          <p:spPr>
            <a:xfrm>
              <a:off x="574040" y="1519555"/>
              <a:ext cx="5521960" cy="4351655"/>
            </a:xfrm>
            <a:prstGeom prst="rect">
              <a:avLst/>
            </a:prstGeom>
            <a:solidFill>
              <a:srgbClr val="4276AA"/>
            </a:solidFill>
            <a:ln>
              <a:noFill/>
            </a:ln>
          </p:spPr>
          <p:style>
            <a:lnRef idx="2">
              <a:srgbClr val="8590CA">
                <a:shade val="50000"/>
              </a:srgbClr>
            </a:lnRef>
            <a:fillRef idx="1">
              <a:srgbClr val="8590CA"/>
            </a:fillRef>
            <a:effectRef idx="0">
              <a:srgbClr val="8590CA"/>
            </a:effectRef>
            <a:fontRef idx="minor">
              <a:sysClr val="window" lastClr="FFFFFF"/>
            </a:fontRef>
          </p:style>
          <p:txBody>
            <a:bodyPr rtlCol="0" anchor="ctr">
              <a:normAutofit/>
            </a:bodyPr>
            <a:lstStyle/>
            <a:p>
              <a:pPr>
                <a:lnSpc>
                  <a:spcPct val="120000"/>
                </a:lnSpc>
              </a:pPr>
              <a:endParaRPr lang="zh-CN" altLang="en-US" sz="1400" spc="15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673100" y="1967230"/>
            <a:ext cx="7158355" cy="42024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化为：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[ [0.5, -0.2, 0.8],   //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猫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[-0.3, 0.7, 0.1],   //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追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[0.6, 0.4, -0.5] ]  //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老鼠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这些向量构成了模型处理的基础数据。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生成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Query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Value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向量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接下来，每个词的向量会分别乘以三个不同的可学习权重矩阵，得到对应的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Query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Key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Value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向量：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Q = X * W_Q
K = X * W_K
V = X * W_V
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其中：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X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是输入词向量；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W_Q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W_K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W_V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是三个可训练参数矩阵；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Q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分别是查询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368684" y="1773555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0"/>
          <p:cNvSpPr/>
          <p:nvPr/>
        </p:nvSpPr>
        <p:spPr>
          <a:xfrm>
            <a:off x="4782820" y="1619885"/>
            <a:ext cx="7019290" cy="4445635"/>
          </a:xfrm>
          <a:custGeom>
            <a:avLst/>
            <a:gdLst/>
            <a:ahLst/>
            <a:cxnLst/>
            <a:rect l="l" t="t" r="r" b="b"/>
            <a:pathLst>
              <a:path w="1759038" h="1334706">
                <a:moveTo>
                  <a:pt x="65637" y="63758"/>
                </a:moveTo>
                <a:lnTo>
                  <a:pt x="65637" y="1271391"/>
                </a:lnTo>
                <a:lnTo>
                  <a:pt x="1711798" y="1271391"/>
                </a:lnTo>
                <a:lnTo>
                  <a:pt x="1711798" y="63758"/>
                </a:lnTo>
                <a:close/>
                <a:moveTo>
                  <a:pt x="0" y="0"/>
                </a:moveTo>
                <a:lnTo>
                  <a:pt x="1759038" y="0"/>
                </a:lnTo>
                <a:lnTo>
                  <a:pt x="1759038" y="1334706"/>
                </a:lnTo>
                <a:lnTo>
                  <a:pt x="0" y="1334706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20000"/>
              </a:lnSpc>
            </a:pPr>
            <a:endParaRPr lang="zh-CN" altLang="en-US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12775" y="2370138"/>
            <a:ext cx="3798570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031105" y="1828165"/>
            <a:ext cx="6608445" cy="4003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向量、键向量和值向量。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这一步相当于给每个词分配了一个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问题视角（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Q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标签视角（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“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内容视角（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计算注意力得分（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Attention Score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Query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Key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做点积运算，再除以一个缩放因子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sqrt(d_k)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，防止点积结果过大导致梯度不稳定。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Attention Score = (Q * K.T) / sqrt(d_k)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说明：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Q * K.T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Q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K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的转置相乘，得到一个相关性矩阵；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d_k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Q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K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的维度（如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64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结果是一个注意力得分矩阵，表示每个词与其他词的相关程度。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rot="0">
            <a:off x="385445" y="1786255"/>
            <a:ext cx="7734935" cy="4715510"/>
            <a:chOff x="5049" y="1927"/>
            <a:chExt cx="9267" cy="5731"/>
          </a:xfrm>
          <a:solidFill>
            <a:srgbClr val="1E8CE5"/>
          </a:solidFill>
        </p:grpSpPr>
        <p:sp>
          <p:nvSpPr>
            <p:cNvPr id="16" name="任意多边形 15"/>
            <p:cNvSpPr/>
            <p:nvPr>
              <p:custDataLst>
                <p:tags r:id="rId1"/>
              </p:custDataLst>
            </p:nvPr>
          </p:nvSpPr>
          <p:spPr>
            <a:xfrm rot="10800000">
              <a:off x="11403" y="7498"/>
              <a:ext cx="1928" cy="150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1950" h="150">
                  <a:moveTo>
                    <a:pt x="157" y="0"/>
                  </a:moveTo>
                  <a:lnTo>
                    <a:pt x="1793" y="0"/>
                  </a:lnTo>
                  <a:lnTo>
                    <a:pt x="1950" y="150"/>
                  </a:lnTo>
                  <a:lnTo>
                    <a:pt x="0" y="150"/>
                  </a:lnTo>
                  <a:lnTo>
                    <a:pt x="15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任意多边形 16"/>
            <p:cNvSpPr/>
            <p:nvPr>
              <p:custDataLst>
                <p:tags r:id="rId2"/>
              </p:custDataLst>
            </p:nvPr>
          </p:nvSpPr>
          <p:spPr>
            <a:xfrm rot="5400000">
              <a:off x="6739" y="236"/>
              <a:ext cx="5731" cy="9112"/>
            </a:xfrm>
            <a:custGeom>
              <a:avLst/>
              <a:gdLst>
                <a:gd name="adj" fmla="val 104500"/>
                <a:gd name="maxAdj" fmla="*/ 50000 w ss"/>
                <a:gd name="a" fmla="pin 0 adj maxAdj"/>
                <a:gd name="x1" fmla="*/ ss a 200000"/>
                <a:gd name="x2" fmla="*/ ss a 100000"/>
                <a:gd name="x3" fmla="+- r 0 x2"/>
                <a:gd name="x4" fmla="+- r 0 x1"/>
                <a:gd name="il" fmla="*/ wd3 a maxAdj"/>
                <a:gd name="it" fmla="*/ hd3 a maxAdj"/>
                <a:gd name="ir" fmla="+- r 0 il"/>
              </a:gdLst>
              <a:ahLst/>
              <a:cxnLst>
                <a:cxn ang="3">
                  <a:pos x="hc" y="t"/>
                </a:cxn>
                <a:cxn ang="cd2">
                  <a:pos x="x1" y="vc"/>
                </a:cxn>
                <a:cxn ang="cd4">
                  <a:pos x="hc" y="b"/>
                </a:cxn>
                <a:cxn ang="0">
                  <a:pos x="x4" y="vc"/>
                </a:cxn>
              </a:cxnLst>
              <a:rect l="l" t="t" r="r" b="b"/>
              <a:pathLst>
                <a:path w="4540" h="9270">
                  <a:moveTo>
                    <a:pt x="392" y="125"/>
                  </a:moveTo>
                  <a:lnTo>
                    <a:pt x="400" y="7061"/>
                  </a:lnTo>
                  <a:lnTo>
                    <a:pt x="152" y="7361"/>
                  </a:lnTo>
                  <a:lnTo>
                    <a:pt x="164" y="9131"/>
                  </a:lnTo>
                  <a:lnTo>
                    <a:pt x="4383" y="9145"/>
                  </a:lnTo>
                  <a:lnTo>
                    <a:pt x="4383" y="125"/>
                  </a:lnTo>
                  <a:lnTo>
                    <a:pt x="392" y="125"/>
                  </a:lnTo>
                  <a:close/>
                  <a:moveTo>
                    <a:pt x="252" y="0"/>
                  </a:moveTo>
                  <a:lnTo>
                    <a:pt x="4540" y="0"/>
                  </a:lnTo>
                  <a:lnTo>
                    <a:pt x="4540" y="830"/>
                  </a:lnTo>
                  <a:lnTo>
                    <a:pt x="4390" y="987"/>
                  </a:lnTo>
                  <a:lnTo>
                    <a:pt x="4390" y="2623"/>
                  </a:lnTo>
                  <a:lnTo>
                    <a:pt x="4540" y="2780"/>
                  </a:lnTo>
                  <a:lnTo>
                    <a:pt x="4540" y="9270"/>
                  </a:lnTo>
                  <a:lnTo>
                    <a:pt x="4342" y="9269"/>
                  </a:lnTo>
                  <a:lnTo>
                    <a:pt x="4238" y="9170"/>
                  </a:lnTo>
                  <a:lnTo>
                    <a:pt x="3418" y="9170"/>
                  </a:lnTo>
                  <a:lnTo>
                    <a:pt x="3317" y="9266"/>
                  </a:lnTo>
                  <a:lnTo>
                    <a:pt x="8" y="9256"/>
                  </a:lnTo>
                  <a:lnTo>
                    <a:pt x="0" y="7269"/>
                  </a:lnTo>
                  <a:lnTo>
                    <a:pt x="254" y="7041"/>
                  </a:lnTo>
                  <a:lnTo>
                    <a:pt x="2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sp>
          <p:nvSpPr>
            <p:cNvPr id="18" name="梯形 17"/>
            <p:cNvSpPr/>
            <p:nvPr>
              <p:custDataLst>
                <p:tags r:id="rId3"/>
              </p:custDataLst>
            </p:nvPr>
          </p:nvSpPr>
          <p:spPr>
            <a:xfrm rot="5400000">
              <a:off x="13749" y="4156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梯形 18"/>
            <p:cNvSpPr/>
            <p:nvPr>
              <p:custDataLst>
                <p:tags r:id="rId4"/>
              </p:custDataLst>
            </p:nvPr>
          </p:nvSpPr>
          <p:spPr>
            <a:xfrm>
              <a:off x="6194" y="7431"/>
              <a:ext cx="964" cy="170"/>
            </a:xfrm>
            <a:prstGeom prst="trapezoid">
              <a:avLst>
                <a:gd name="adj" fmla="val 1045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8275521" y="1842581"/>
            <a:ext cx="3494356" cy="46589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知识储备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27050" y="2218055"/>
            <a:ext cx="7366000" cy="40970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Softmax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归一化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对每一行进行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Softmax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操作，把注意力得分变成概率分布（即注意力权重）：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这个权重越高，说明对应位置的词越重要。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加权求和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Value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向量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最后，用这些注意力权重去加权求和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Value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向量，得到最终的输出：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这样我们就得到了一个新的词向量，它不仅包含了这个词本身的含义，还融合了句中其他相关词的信息。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多头注意力机制（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Multi-Head Attention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前面讲的是单个注意力头（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Single Head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）的情况。而在实际应用中，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使用的是多头注意力机制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，即并行运行多个注意力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519834" y="2368911"/>
            <a:ext cx="3494356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教材对应知识的图片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11" name="组合 10"/>
          <p:cNvGrpSpPr/>
          <p:nvPr/>
        </p:nvGrpSpPr>
        <p:grpSpPr>
          <a:xfrm rot="0">
            <a:off x="4238625" y="1424305"/>
            <a:ext cx="7423785" cy="4859020"/>
            <a:chOff x="3838575" y="2105025"/>
            <a:chExt cx="4355782" cy="2518409"/>
          </a:xfrm>
        </p:grpSpPr>
        <p:sp>
          <p:nvSpPr>
            <p:cNvPr id="13" name="图形 5"/>
            <p:cNvSpPr/>
            <p:nvPr>
              <p:custDataLst>
                <p:tags r:id="rId1"/>
              </p:custDataLst>
            </p:nvPr>
          </p:nvSpPr>
          <p:spPr>
            <a:xfrm>
              <a:off x="3838575" y="2439352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E8E8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图形 5"/>
            <p:cNvSpPr/>
            <p:nvPr>
              <p:custDataLst>
                <p:tags r:id="rId2"/>
              </p:custDataLst>
            </p:nvPr>
          </p:nvSpPr>
          <p:spPr>
            <a:xfrm>
              <a:off x="7632382" y="2110740"/>
              <a:ext cx="218122" cy="501967"/>
            </a:xfrm>
            <a:custGeom>
              <a:avLst/>
              <a:gdLst>
                <a:gd name="connsiteX0" fmla="*/ 184785 w 218122"/>
                <a:gd name="connsiteY0" fmla="*/ 501968 h 501967"/>
                <a:gd name="connsiteX1" fmla="*/ 0 w 218122"/>
                <a:gd name="connsiteY1" fmla="*/ 482918 h 501967"/>
                <a:gd name="connsiteX2" fmla="*/ 33338 w 218122"/>
                <a:gd name="connsiteY2" fmla="*/ 0 h 501967"/>
                <a:gd name="connsiteX3" fmla="*/ 218123 w 218122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8122" h="501967">
                  <a:moveTo>
                    <a:pt x="184785" y="501968"/>
                  </a:moveTo>
                  <a:lnTo>
                    <a:pt x="0" y="482918"/>
                  </a:lnTo>
                  <a:lnTo>
                    <a:pt x="33338" y="0"/>
                  </a:lnTo>
                  <a:lnTo>
                    <a:pt x="218123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图形 5"/>
            <p:cNvSpPr/>
            <p:nvPr>
              <p:custDataLst>
                <p:tags r:id="rId3"/>
              </p:custDataLst>
            </p:nvPr>
          </p:nvSpPr>
          <p:spPr>
            <a:xfrm>
              <a:off x="4259580" y="2110740"/>
              <a:ext cx="217169" cy="501967"/>
            </a:xfrm>
            <a:custGeom>
              <a:avLst/>
              <a:gdLst>
                <a:gd name="connsiteX0" fmla="*/ 32385 w 217169"/>
                <a:gd name="connsiteY0" fmla="*/ 501968 h 501967"/>
                <a:gd name="connsiteX1" fmla="*/ 217170 w 217169"/>
                <a:gd name="connsiteY1" fmla="*/ 482918 h 501967"/>
                <a:gd name="connsiteX2" fmla="*/ 183833 w 217169"/>
                <a:gd name="connsiteY2" fmla="*/ 0 h 501967"/>
                <a:gd name="connsiteX3" fmla="*/ 0 w 217169"/>
                <a:gd name="connsiteY3" fmla="*/ 18098 h 501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7169" h="501967">
                  <a:moveTo>
                    <a:pt x="32385" y="501968"/>
                  </a:moveTo>
                  <a:lnTo>
                    <a:pt x="217170" y="482918"/>
                  </a:lnTo>
                  <a:lnTo>
                    <a:pt x="183833" y="0"/>
                  </a:lnTo>
                  <a:lnTo>
                    <a:pt x="0" y="18098"/>
                  </a:lnTo>
                  <a:close/>
                </a:path>
              </a:pathLst>
            </a:custGeom>
            <a:solidFill>
              <a:srgbClr val="DEBF9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6" name="图形 5"/>
            <p:cNvSpPr/>
            <p:nvPr>
              <p:custDataLst>
                <p:tags r:id="rId4"/>
              </p:custDataLst>
            </p:nvPr>
          </p:nvSpPr>
          <p:spPr>
            <a:xfrm>
              <a:off x="3915727" y="2349817"/>
              <a:ext cx="4278630" cy="2184082"/>
            </a:xfrm>
            <a:custGeom>
              <a:avLst/>
              <a:gdLst>
                <a:gd name="connsiteX0" fmla="*/ 0 w 4278630"/>
                <a:gd name="connsiteY0" fmla="*/ 0 h 2184082"/>
                <a:gd name="connsiteX1" fmla="*/ 4278630 w 4278630"/>
                <a:gd name="connsiteY1" fmla="*/ 0 h 2184082"/>
                <a:gd name="connsiteX2" fmla="*/ 4278630 w 4278630"/>
                <a:gd name="connsiteY2" fmla="*/ 2184083 h 2184082"/>
                <a:gd name="connsiteX3" fmla="*/ 0 w 4278630"/>
                <a:gd name="connsiteY3" fmla="*/ 2184083 h 2184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278630" h="2184082">
                  <a:moveTo>
                    <a:pt x="0" y="0"/>
                  </a:moveTo>
                  <a:lnTo>
                    <a:pt x="4278630" y="0"/>
                  </a:lnTo>
                  <a:lnTo>
                    <a:pt x="4278630" y="2184083"/>
                  </a:lnTo>
                  <a:lnTo>
                    <a:pt x="0" y="2184083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231815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图形 5"/>
            <p:cNvSpPr/>
            <p:nvPr>
              <p:custDataLst>
                <p:tags r:id="rId5"/>
              </p:custDataLst>
            </p:nvPr>
          </p:nvSpPr>
          <p:spPr>
            <a:xfrm>
              <a:off x="7632382" y="2105025"/>
              <a:ext cx="244792" cy="507682"/>
            </a:xfrm>
            <a:custGeom>
              <a:avLst/>
              <a:gdLst>
                <a:gd name="connsiteX0" fmla="*/ 184785 w 244792"/>
                <a:gd name="connsiteY0" fmla="*/ 507683 h 507682"/>
                <a:gd name="connsiteX1" fmla="*/ 0 w 244792"/>
                <a:gd name="connsiteY1" fmla="*/ 488633 h 507682"/>
                <a:gd name="connsiteX2" fmla="*/ 60960 w 244792"/>
                <a:gd name="connsiteY2" fmla="*/ 0 h 507682"/>
                <a:gd name="connsiteX3" fmla="*/ 244793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184785" y="507683"/>
                  </a:moveTo>
                  <a:lnTo>
                    <a:pt x="0" y="488633"/>
                  </a:lnTo>
                  <a:lnTo>
                    <a:pt x="60960" y="0"/>
                  </a:lnTo>
                  <a:lnTo>
                    <a:pt x="244793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图形 5"/>
            <p:cNvSpPr/>
            <p:nvPr>
              <p:custDataLst>
                <p:tags r:id="rId6"/>
              </p:custDataLst>
            </p:nvPr>
          </p:nvSpPr>
          <p:spPr>
            <a:xfrm>
              <a:off x="7632382" y="2105025"/>
              <a:ext cx="65722" cy="489585"/>
            </a:xfrm>
            <a:custGeom>
              <a:avLst/>
              <a:gdLst>
                <a:gd name="connsiteX0" fmla="*/ 60960 w 65722"/>
                <a:gd name="connsiteY0" fmla="*/ 0 h 489585"/>
                <a:gd name="connsiteX1" fmla="*/ 0 w 65722"/>
                <a:gd name="connsiteY1" fmla="*/ 488633 h 489585"/>
                <a:gd name="connsiteX2" fmla="*/ 5715 w 65722"/>
                <a:gd name="connsiteY2" fmla="*/ 489585 h 489585"/>
                <a:gd name="connsiteX3" fmla="*/ 65723 w 65722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5722" h="489585">
                  <a:moveTo>
                    <a:pt x="60960" y="0"/>
                  </a:moveTo>
                  <a:lnTo>
                    <a:pt x="0" y="488633"/>
                  </a:lnTo>
                  <a:lnTo>
                    <a:pt x="5715" y="489585"/>
                  </a:lnTo>
                  <a:lnTo>
                    <a:pt x="65723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9" name="图形 5"/>
            <p:cNvSpPr/>
            <p:nvPr>
              <p:custDataLst>
                <p:tags r:id="rId7"/>
              </p:custDataLst>
            </p:nvPr>
          </p:nvSpPr>
          <p:spPr>
            <a:xfrm>
              <a:off x="4231957" y="2105025"/>
              <a:ext cx="244792" cy="507682"/>
            </a:xfrm>
            <a:custGeom>
              <a:avLst/>
              <a:gdLst>
                <a:gd name="connsiteX0" fmla="*/ 60007 w 244792"/>
                <a:gd name="connsiteY0" fmla="*/ 507683 h 507682"/>
                <a:gd name="connsiteX1" fmla="*/ 244793 w 244792"/>
                <a:gd name="connsiteY1" fmla="*/ 488633 h 507682"/>
                <a:gd name="connsiteX2" fmla="*/ 184785 w 244792"/>
                <a:gd name="connsiteY2" fmla="*/ 0 h 507682"/>
                <a:gd name="connsiteX3" fmla="*/ 0 w 244792"/>
                <a:gd name="connsiteY3" fmla="*/ 19050 h 5076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4792" h="507682">
                  <a:moveTo>
                    <a:pt x="60007" y="507683"/>
                  </a:moveTo>
                  <a:lnTo>
                    <a:pt x="244793" y="488633"/>
                  </a:lnTo>
                  <a:lnTo>
                    <a:pt x="184785" y="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FFDBA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0" name="图形 5"/>
            <p:cNvSpPr/>
            <p:nvPr>
              <p:custDataLst>
                <p:tags r:id="rId8"/>
              </p:custDataLst>
            </p:nvPr>
          </p:nvSpPr>
          <p:spPr>
            <a:xfrm>
              <a:off x="4411980" y="2105025"/>
              <a:ext cx="64769" cy="489585"/>
            </a:xfrm>
            <a:custGeom>
              <a:avLst/>
              <a:gdLst>
                <a:gd name="connsiteX0" fmla="*/ 4763 w 64769"/>
                <a:gd name="connsiteY0" fmla="*/ 0 h 489585"/>
                <a:gd name="connsiteX1" fmla="*/ 64770 w 64769"/>
                <a:gd name="connsiteY1" fmla="*/ 488633 h 489585"/>
                <a:gd name="connsiteX2" fmla="*/ 60007 w 64769"/>
                <a:gd name="connsiteY2" fmla="*/ 489585 h 489585"/>
                <a:gd name="connsiteX3" fmla="*/ 0 w 64769"/>
                <a:gd name="connsiteY3" fmla="*/ 953 h 489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69" h="489585">
                  <a:moveTo>
                    <a:pt x="4763" y="0"/>
                  </a:moveTo>
                  <a:lnTo>
                    <a:pt x="64770" y="488633"/>
                  </a:lnTo>
                  <a:lnTo>
                    <a:pt x="60007" y="489585"/>
                  </a:lnTo>
                  <a:lnTo>
                    <a:pt x="0" y="953"/>
                  </a:lnTo>
                  <a:close/>
                </a:path>
              </a:pathLst>
            </a:custGeom>
            <a:solidFill>
              <a:srgbClr val="EBCA9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1" name="图形 5"/>
            <p:cNvSpPr/>
            <p:nvPr>
              <p:custDataLst>
                <p:tags r:id="rId9"/>
              </p:custDataLst>
            </p:nvPr>
          </p:nvSpPr>
          <p:spPr>
            <a:xfrm>
              <a:off x="4259580" y="2331720"/>
              <a:ext cx="180022" cy="18097"/>
            </a:xfrm>
            <a:custGeom>
              <a:avLst/>
              <a:gdLst>
                <a:gd name="connsiteX0" fmla="*/ 0 w 180022"/>
                <a:gd name="connsiteY0" fmla="*/ 18098 h 18097"/>
                <a:gd name="connsiteX1" fmla="*/ 180022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0" y="18098"/>
                  </a:moveTo>
                  <a:lnTo>
                    <a:pt x="180022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2" name="图形 5"/>
            <p:cNvSpPr/>
            <p:nvPr>
              <p:custDataLst>
                <p:tags r:id="rId10"/>
              </p:custDataLst>
            </p:nvPr>
          </p:nvSpPr>
          <p:spPr>
            <a:xfrm>
              <a:off x="7669530" y="2331720"/>
              <a:ext cx="180022" cy="18097"/>
            </a:xfrm>
            <a:custGeom>
              <a:avLst/>
              <a:gdLst>
                <a:gd name="connsiteX0" fmla="*/ 180023 w 180022"/>
                <a:gd name="connsiteY0" fmla="*/ 18098 h 18097"/>
                <a:gd name="connsiteX1" fmla="*/ 0 w 180022"/>
                <a:gd name="connsiteY1" fmla="*/ 0 h 18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80022" h="18097">
                  <a:moveTo>
                    <a:pt x="180023" y="18098"/>
                  </a:moveTo>
                  <a:lnTo>
                    <a:pt x="0" y="0"/>
                  </a:lnTo>
                </a:path>
              </a:pathLst>
            </a:custGeom>
            <a:ln w="9525" cap="flat">
              <a:solidFill>
                <a:srgbClr val="EBC999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03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知识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储备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370070" y="2366010"/>
            <a:ext cx="7292975" cy="367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模块，然后将它们的结果拼接起来：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...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其中：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每个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head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是一个独立的注意力头；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Concat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表示拼接操作；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W_O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是最终的线性变换矩阵。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
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这种设计让模型可以从不同角度捕捉信息，提升理解和表达能力。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64D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64D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大模型基石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——Transformer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以及可视化工具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环境准备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搭建简化版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使用可视化工具查看注意力机制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部署应用应尽量考虑应用的隔离性，这里通过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Docker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容器化服务提供了一个部署大模型平台的初始独立环境（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Ubuntu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系统、已配置国内源、已安装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Pip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Git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、以及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CUDA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支持）。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启动部署容器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登陆到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智联网综合实践平台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，输入账号和密码，如图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点击网页上方的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实验大厅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选择平台中的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大模型架构与数据处理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镜像，点击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立即体验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点击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“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启动实验环境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”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按钮，进入终端界面，等待容器启动完成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1-1-6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环境和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Git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命令。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输入以下命令，正常应能输出相应版本号。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检查显卡驱动，正常应能输出相应版本号。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以及可视化工具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环境准备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搭建简化版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使用可视化工具查看注意力机制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输入如下命令安装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torch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bertviz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等库，容器中已有的库，如已经预安装的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torch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将会跳过下载与安装过程。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正确安装，如图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以及可视化工具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环境准备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64D2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搭建简化版</a:t>
            </a:r>
            <a:r>
              <a:rPr lang="en-US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使用可视化工具查看注意力机制</a:t>
            </a:r>
            <a:endParaRPr lang="zh-CN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PyTorch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nn.Transformer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模块快速搭建一个简易的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模型。具体代码以及详细解释如下：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"""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一个简单的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编码器模型。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
vocab_size (int):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词汇表大小，即词典中不同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的数量。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embed_dim (int):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嵌入向量的维度，默认为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512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num_heads (int):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多头注意力机制中的头数，默认为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num_layer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 (int): 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编码器堆叠的层数，默认为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"""
super().__init__()
# Embedding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层：将输入的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ID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映射为嵌入向量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定义单层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Transformer Encoder Layer
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TransformerEncoder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将多个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encoder_layer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堆叠起来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最后的全连接层，用于输出每个位置对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vocab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中每个词的概率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"""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前向传播函数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参数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
src: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张量，形状为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[batch_size, seq_len]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，包含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的索引值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:
output: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输出张量，形状为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[batch_size, seq_len, vocab_size]
"""
# Step 1: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对输入进行嵌入，得到嵌入向量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shape: [batch_size, seq_len] -&gt; [batch_size, seq_len, embed_dim]
# Step 2: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将嵌入向量传入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Transformer Encoder
# 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返回编码后的上下文表示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memory
# shape: [batch_size, seq_len, embed_dim]
# Step 3: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经过全连接层，得到每个位置对词汇表的预测分布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shape: [batch_size, seq_len, embed_dim] -&gt; [batch_size, seq_len, vocab_size]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设置设备（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CPU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初始化模型参数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vocab_size = 10000  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假设词汇表有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10,0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创建模型并移动到指定设备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print(model) #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打印模型结构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构造随机输入数据：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batch_size = 32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，序列长度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20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，每个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[0, vocab_size)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范围内的整数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print('input_size:', src.shape)  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打印输入形状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模型前向传播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print('output_size:', output.shape)  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输出应为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[32, 20, vocab_si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ze]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运行成功后终端输出如图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1-1-8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所示的日志信息：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代码内容总结：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模型结构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输入嵌入层（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Embedding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将离散的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ID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转换为连续向量（维度为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embed_dim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编码器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使用多个标准的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TransformerEncoderLayer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堆叠而成（默认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层）。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每个编码层包含多头自注意力机制和前馈网络。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输出层（全连接层）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将编码后的特征映射回词汇表大小，用于预测每个位置上的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前向传播流程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输入形状：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(batch_size, seq_len)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索引。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经过嵌入层后变为：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(batch_size, seq_len, embed_dim)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Transformer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编码器提取上下文信息。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最终输出形状：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(batch_size, seq_len, vocab_size)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，表示每个位置对所有词的概率分布。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示例配置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词汇表大小：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10,000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批次大小：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序列长度：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个样本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20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个词位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×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10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,000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个词的概率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34"/>
          <p:cNvSpPr/>
          <p:nvPr>
            <p:custDataLst>
              <p:tags r:id="rId1"/>
            </p:custDataLst>
          </p:nvPr>
        </p:nvSpPr>
        <p:spPr>
          <a:xfrm rot="2700000">
            <a:off x="4053840" y="2520315"/>
            <a:ext cx="1509395" cy="151701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圆角矩形 38"/>
          <p:cNvSpPr/>
          <p:nvPr>
            <p:custDataLst>
              <p:tags r:id="rId2"/>
            </p:custDataLst>
          </p:nvPr>
        </p:nvSpPr>
        <p:spPr>
          <a:xfrm rot="2700000">
            <a:off x="427291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任意多边形 44"/>
          <p:cNvSpPr/>
          <p:nvPr>
            <p:custDataLst>
              <p:tags r:id="rId3"/>
            </p:custDataLst>
          </p:nvPr>
        </p:nvSpPr>
        <p:spPr>
          <a:xfrm flipV="1">
            <a:off x="405511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451347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1" name="组合 10"/>
          <p:cNvGrpSpPr/>
          <p:nvPr>
            <p:custDataLst>
              <p:tags r:id="rId5"/>
            </p:custDataLst>
          </p:nvPr>
        </p:nvGrpSpPr>
        <p:grpSpPr>
          <a:xfrm>
            <a:off x="1248410" y="2000885"/>
            <a:ext cx="1597025" cy="1935480"/>
            <a:chOff x="4536" y="3212"/>
            <a:chExt cx="3287" cy="4048"/>
          </a:xfrm>
        </p:grpSpPr>
        <p:sp>
          <p:nvSpPr>
            <p:cNvPr id="13" name="圆角矩形 34"/>
            <p:cNvSpPr/>
            <p:nvPr>
              <p:custDataLst>
                <p:tags r:id="rId6"/>
              </p:custDataLst>
            </p:nvPr>
          </p:nvSpPr>
          <p:spPr>
            <a:xfrm rot="2700000">
              <a:off x="4536" y="4280"/>
              <a:ext cx="2980" cy="2980"/>
            </a:xfrm>
            <a:prstGeom prst="roundRect">
              <a:avLst>
                <a:gd name="adj" fmla="val 6319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152400" dist="63500" dir="8100000" algn="tl" rotWithShape="0">
                <a:prstClr val="black">
                  <a:alpha val="30000"/>
                </a:prstClr>
              </a:outerShdw>
            </a:effectLst>
            <a:scene3d>
              <a:camera prst="orthographicFront"/>
              <a:lightRig rig="threePt" dir="t"/>
            </a:scene3d>
            <a:sp3d prstMaterial="softEdge">
              <a:bevelT w="38100" h="63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IN-BoldItalic" pitchFamily="50" charset="0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圆角矩形 38"/>
            <p:cNvSpPr/>
            <p:nvPr>
              <p:custDataLst>
                <p:tags r:id="rId7"/>
              </p:custDataLst>
            </p:nvPr>
          </p:nvSpPr>
          <p:spPr>
            <a:xfrm rot="2700000">
              <a:off x="4943" y="4671"/>
              <a:ext cx="2185" cy="2185"/>
            </a:xfrm>
            <a:prstGeom prst="roundRect">
              <a:avLst>
                <a:gd name="adj" fmla="val 6319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5" name="任意多边形 42"/>
            <p:cNvSpPr/>
            <p:nvPr/>
          </p:nvSpPr>
          <p:spPr>
            <a:xfrm>
              <a:off x="4767" y="3212"/>
              <a:ext cx="3056" cy="1809"/>
            </a:xfrm>
            <a:custGeom>
              <a:avLst/>
              <a:gdLst>
                <a:gd name="connsiteX0" fmla="*/ 0 w 1940313"/>
                <a:gd name="connsiteY0" fmla="*/ 791737 h 1148576"/>
                <a:gd name="connsiteX1" fmla="*/ 791737 w 1940313"/>
                <a:gd name="connsiteY1" fmla="*/ 0 h 1148576"/>
                <a:gd name="connsiteX2" fmla="*/ 1940313 w 1940313"/>
                <a:gd name="connsiteY2" fmla="*/ 1148576 h 1148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40313" h="1148576">
                  <a:moveTo>
                    <a:pt x="0" y="791737"/>
                  </a:moveTo>
                  <a:lnTo>
                    <a:pt x="791737" y="0"/>
                  </a:lnTo>
                  <a:lnTo>
                    <a:pt x="1940313" y="1148576"/>
                  </a:lnTo>
                </a:path>
              </a:pathLst>
            </a:custGeom>
            <a:noFill/>
            <a:ln w="12700">
              <a:solidFill>
                <a:srgbClr val="8A8B8F"/>
              </a:solidFill>
              <a:prstDash val="dash"/>
              <a:headEnd type="oval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等线" panose="02010600030101010101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1662430" y="2762250"/>
            <a:ext cx="541020" cy="9493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" name="文本框1"/>
          <p:cNvSpPr txBox="1"/>
          <p:nvPr>
            <p:custDataLst>
              <p:tags r:id="rId9"/>
            </p:custDataLst>
          </p:nvPr>
        </p:nvSpPr>
        <p:spPr>
          <a:xfrm>
            <a:off x="3457869" y="4770120"/>
            <a:ext cx="27000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以及可视化工具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4" name="文本框1"/>
          <p:cNvSpPr txBox="1"/>
          <p:nvPr>
            <p:custDataLst>
              <p:tags r:id="rId10"/>
            </p:custDataLst>
          </p:nvPr>
        </p:nvSpPr>
        <p:spPr>
          <a:xfrm>
            <a:off x="622292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环境准备</a:t>
            </a:r>
            <a:endParaRPr lang="zh-CN" altLang="zh-CN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" name="圆角矩形 34"/>
          <p:cNvSpPr/>
          <p:nvPr>
            <p:custDataLst>
              <p:tags r:id="rId11"/>
            </p:custDataLst>
          </p:nvPr>
        </p:nvSpPr>
        <p:spPr>
          <a:xfrm rot="2700000">
            <a:off x="6995795" y="2531745"/>
            <a:ext cx="1492885" cy="1393825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圆角矩形 38"/>
          <p:cNvSpPr/>
          <p:nvPr>
            <p:custDataLst>
              <p:tags r:id="rId12"/>
            </p:custDataLst>
          </p:nvPr>
        </p:nvSpPr>
        <p:spPr>
          <a:xfrm rot="2700000">
            <a:off x="7209155" y="2696845"/>
            <a:ext cx="1068070" cy="1068070"/>
          </a:xfrm>
          <a:prstGeom prst="roundRect">
            <a:avLst>
              <a:gd name="adj" fmla="val 6319"/>
            </a:avLst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圆角矩形 34"/>
          <p:cNvSpPr/>
          <p:nvPr>
            <p:custDataLst>
              <p:tags r:id="rId13"/>
            </p:custDataLst>
          </p:nvPr>
        </p:nvSpPr>
        <p:spPr>
          <a:xfrm rot="2700000">
            <a:off x="9720580" y="2510790"/>
            <a:ext cx="1454785" cy="1449070"/>
          </a:xfrm>
          <a:prstGeom prst="roundRect">
            <a:avLst>
              <a:gd name="adj" fmla="val 6319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152400" dist="63500" dir="8100000" algn="tl" rotWithShape="0">
              <a:prstClr val="black">
                <a:alpha val="30000"/>
              </a:prstClr>
            </a:outerShdw>
          </a:effectLst>
          <a:scene3d>
            <a:camera prst="orthographicFront"/>
            <a:lightRig rig="threePt" dir="t"/>
          </a:scene3d>
          <a:sp3d prstMaterial="softEdge">
            <a:bevelT w="3810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IN-BoldItalic" pitchFamily="50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圆角矩形 38"/>
          <p:cNvSpPr/>
          <p:nvPr>
            <p:custDataLst>
              <p:tags r:id="rId14"/>
            </p:custDataLst>
          </p:nvPr>
        </p:nvSpPr>
        <p:spPr>
          <a:xfrm rot="2700000">
            <a:off x="9920605" y="2696210"/>
            <a:ext cx="1068070" cy="1068070"/>
          </a:xfrm>
          <a:prstGeom prst="roundRect">
            <a:avLst>
              <a:gd name="adj" fmla="val 6319"/>
            </a:avLst>
          </a:prstGeom>
          <a:solidFill>
            <a:srgbClr val="0064D2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457339" y="2762250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 dirty="0">
                <a:solidFill>
                  <a:schemeClr val="bg1"/>
                </a:solidFill>
                <a:latin typeface="+mj-ea"/>
                <a:ea typeface="+mj-ea"/>
              </a:rPr>
              <a:t>3</a:t>
            </a:r>
            <a:endParaRPr lang="en-US" altLang="zh-CN" sz="60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0102114" y="2696845"/>
            <a:ext cx="6826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000" b="1">
                <a:solidFill>
                  <a:schemeClr val="bg1"/>
                </a:solidFill>
                <a:latin typeface="+mj-ea"/>
                <a:ea typeface="+mj-ea"/>
              </a:rPr>
              <a:t>4</a:t>
            </a:r>
            <a:endParaRPr lang="en-US" altLang="zh-CN" sz="60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任意多边形 42"/>
          <p:cNvSpPr/>
          <p:nvPr>
            <p:custDataLst>
              <p:tags r:id="rId17"/>
            </p:custDataLst>
          </p:nvPr>
        </p:nvSpPr>
        <p:spPr>
          <a:xfrm>
            <a:off x="7089614" y="2000885"/>
            <a:ext cx="1484791" cy="864942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任意多边形 44"/>
          <p:cNvSpPr/>
          <p:nvPr>
            <p:custDataLst>
              <p:tags r:id="rId18"/>
            </p:custDataLst>
          </p:nvPr>
        </p:nvSpPr>
        <p:spPr>
          <a:xfrm flipV="1">
            <a:off x="9700260" y="3601085"/>
            <a:ext cx="1842770" cy="1015365"/>
          </a:xfrm>
          <a:custGeom>
            <a:avLst/>
            <a:gdLst>
              <a:gd name="connsiteX0" fmla="*/ 0 w 1940313"/>
              <a:gd name="connsiteY0" fmla="*/ 791737 h 1148576"/>
              <a:gd name="connsiteX1" fmla="*/ 791737 w 1940313"/>
              <a:gd name="connsiteY1" fmla="*/ 0 h 1148576"/>
              <a:gd name="connsiteX2" fmla="*/ 1940313 w 1940313"/>
              <a:gd name="connsiteY2" fmla="*/ 1148576 h 1148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40313" h="1148576">
                <a:moveTo>
                  <a:pt x="0" y="791737"/>
                </a:moveTo>
                <a:lnTo>
                  <a:pt x="791737" y="0"/>
                </a:lnTo>
                <a:lnTo>
                  <a:pt x="1940313" y="1148576"/>
                </a:lnTo>
              </a:path>
            </a:pathLst>
          </a:custGeom>
          <a:noFill/>
          <a:ln w="12700">
            <a:solidFill>
              <a:srgbClr val="8A8B8F"/>
            </a:solidFill>
            <a:prstDash val="dash"/>
            <a:headEnd type="oval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框1"/>
          <p:cNvSpPr txBox="1"/>
          <p:nvPr>
            <p:custDataLst>
              <p:tags r:id="rId19"/>
            </p:custDataLst>
          </p:nvPr>
        </p:nvSpPr>
        <p:spPr>
          <a:xfrm>
            <a:off x="6392065" y="4769465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搭建简化版</a:t>
            </a:r>
            <a:r>
              <a:rPr lang="en-US" altLang="zh-CN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400" dirty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2400" dirty="0" smtClean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5" name="文本框1"/>
          <p:cNvSpPr txBox="1"/>
          <p:nvPr>
            <p:custDataLst>
              <p:tags r:id="rId20"/>
            </p:custDataLst>
          </p:nvPr>
        </p:nvSpPr>
        <p:spPr>
          <a:xfrm>
            <a:off x="9104439" y="4770120"/>
            <a:ext cx="2700000" cy="460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2400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使用可视化工具查看注意力机制</a:t>
            </a:r>
            <a:endParaRPr lang="zh-CN" altLang="zh-CN" sz="2400" b="1" dirty="0" smtClean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0" y="793750"/>
            <a:ext cx="1351262" cy="20612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altLang="zh-CN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任务实施</a:t>
            </a:r>
            <a:endParaRPr lang="zh-CN" alt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bertviz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工具可视化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模型中的注意力权重，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模型选择预训练好的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bert-base-uncased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，编写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transformer_visual.py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代码文件如下：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from transformers import BertTokenizer, BertModel
from bertviz import head_view, model_view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设置设备为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CUDA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加载预训练模型和分词器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model_name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"/app/llm_structure_data/bert-base-uncased"
model.to(device)
model.eval()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准备输入数据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text = "The animal didn't cross the street because it was too tired"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ID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转换回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
#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保存可视化结果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with open('/app/llm_structure_data/attention.html', '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w') as f:
f.write(html.data)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运行该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文件：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查看可视化结果，如图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1-1-9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执行以下命令在本地启动一个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Web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服务，从而可以通过浏览器访问当前目录下的文件：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然后，在浏览器输入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ip&gt;:&lt;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实验环境中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端口映射到外部的实际端口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&gt;/attention.html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，如果你的实验环境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ip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192.168.133.145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，并且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30060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端口映射到外部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40227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端口，则浏览器输入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http://192.1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68.133.145:40227/attention.html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，直接访问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attention.html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网页界面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1-1-10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成功访问后，看到如图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1-1-11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所示的注意力图：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接下来调整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layer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，观察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transformer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是如何从众多词汇中，调整关注点的：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1.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指代消解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观察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"it"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的注意力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：推荐查看较高层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(8-12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"it"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会强烈关注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"animal"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而不是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"street"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，这展示了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如何解决代词指代问题，如图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1-1-12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2.</a:t>
            </a:r>
            <a:endParaRPr lang="en-US" altLang="zh-CN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75385" y="1377315"/>
            <a:ext cx="9841230" cy="22821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否定词影响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观察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"didn't"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的注意力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：推荐查看中间层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(4-7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"didn't"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会关注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"cross"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，表示否定作用于这个动词，如图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1-1-13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3.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特殊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观察：查看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[CLS]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[SEP]token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的注意力模式。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[CLS]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是用于表示分类任务中整个输入序列汇总信息的特殊标记，通常在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BERT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等模型中作为句子或文本对的起始标志。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[SEP] token 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是用于分隔不同句子或句子对的特殊标记，帮助模型区分输入中的不同语义单元。通常在低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954896" y="3657124"/>
            <a:ext cx="8211454" cy="299148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5575" y="1777365"/>
            <a:ext cx="5502275" cy="4629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层（第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层）时，它们主要关注自己，如图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1-1-14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所示。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
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在高层（第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11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层），它们会收集全句信息，即关注所有词汇，如图</a:t>
            </a:r>
            <a:r>
              <a:rPr lang="en-US" altLang="zh-CN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1-1-15</a:t>
            </a:r>
            <a:r>
              <a:rPr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所示：</a:t>
            </a:r>
            <a:endParaRPr lang="zh-CN" altLang="en-US" dirty="0" smtClean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97550" y="1776888"/>
            <a:ext cx="5911850" cy="463026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solidFill>
                  <a:schemeClr val="tx1"/>
                </a:solidFill>
              </a:rPr>
              <a:t>教材对步骤图片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375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04</a:t>
            </a:r>
            <a:endParaRPr lang="en-US" sz="3200" dirty="0" smtClean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78000" y="792000"/>
            <a:ext cx="393255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实施</a:t>
            </a:r>
            <a:endParaRPr lang="zh-CN" altLang="en-US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任务小结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</a:t>
              </a:r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拓展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大模型基石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——Transformer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851025" y="1375410"/>
            <a:ext cx="8822055" cy="17532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indent="457200" algn="l" fontAlgn="auto">
              <a:lnSpc>
                <a:spcPct val="150000"/>
              </a:lnSpc>
            </a:pPr>
            <a:r>
              <a:rPr lang="zh-CN" dirty="0">
                <a:latin typeface="Arial" panose="020B0604020202020204" pitchFamily="34" charset="0"/>
                <a:cs typeface="Arial" panose="020B0604020202020204" pitchFamily="34" charset="0"/>
              </a:rPr>
              <a:t>本任务讲解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核心架构，包括编码器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解码器结构、自注意力和多头注意力机制。实践环节让读者掌握简化版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搭建和注意力可视化。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Transformer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的并行计算和全局建模能力使其成为大语言模型基础，理解其原理对掌握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NLP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技术至关重要。</a:t>
            </a:r>
            <a:endParaRPr lang="zh-CN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223770" y="3274695"/>
            <a:ext cx="7743825" cy="326771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0" y="792000"/>
            <a:ext cx="1351262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78000" y="792000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任务</a:t>
            </a:r>
            <a:r>
              <a:rPr lang="zh-CN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小结</a:t>
            </a:r>
            <a:endParaRPr lang="zh-CN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76370" y="4642485"/>
            <a:ext cx="4239260" cy="5321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 fontAlgn="auto"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{{image:summary_image}}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重</a:t>
            </a:r>
            <a:r>
              <a:rPr lang="zh-CN" altLang="en-US" b="1" dirty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难点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总结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05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8" name="www.koppt.cn"/>
          <p:cNvSpPr/>
          <p:nvPr/>
        </p:nvSpPr>
        <p:spPr>
          <a:xfrm>
            <a:off x="1321200" y="2391777"/>
            <a:ext cx="1693017" cy="426365"/>
          </a:xfrm>
          <a:prstGeom prst="roundRect">
            <a:avLst>
              <a:gd name="adj" fmla="val 50000"/>
            </a:avLst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重点内容总结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9" name="www.koppt.cn"/>
          <p:cNvSpPr/>
          <p:nvPr/>
        </p:nvSpPr>
        <p:spPr>
          <a:xfrm>
            <a:off x="6665277" y="2391776"/>
            <a:ext cx="1806257" cy="426365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 smtClean="0">
                <a:latin typeface="+mj-ea"/>
                <a:ea typeface="+mj-ea"/>
              </a:rPr>
              <a:t>难点内容总结</a:t>
            </a:r>
            <a:endParaRPr lang="zh-CN" altLang="en-US" sz="1600" dirty="0">
              <a:latin typeface="+mj-ea"/>
              <a:ea typeface="+mj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169670" y="3154045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cs typeface="Arial" panose="020B0604020202020204" pitchFamily="34" charset="0"/>
              </a:rPr>
              <a:t>编码器</a:t>
            </a: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zh-CN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解码器结构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511925" y="3155315"/>
            <a:ext cx="5040000" cy="53975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注意力机制计算过程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169670" y="369360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自注意力机制原理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69670" y="4234870"/>
            <a:ext cx="5040000" cy="5384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 fontAlgn="auto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</a:rPr>
              <a:t>多头注意力机制</a:t>
            </a:r>
            <a:endParaRPr lang="zh-CN" sz="2000" dirty="0">
              <a:latin typeface="Arial" panose="020B060402020202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11925" y="369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模型实现与测试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511925" y="4233600"/>
            <a:ext cx="5040000" cy="54000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sz="2000" dirty="0">
                <a:latin typeface="Arial" panose="020B0604020202020204" pitchFamily="34" charset="0"/>
                <a:sym typeface="+mn-ea"/>
              </a:rPr>
              <a:t>可视化分析方法</a:t>
            </a:r>
            <a:endParaRPr lang="zh-CN" sz="2000" dirty="0">
              <a:latin typeface="Arial" panose="020B0604020202020204" pitchFamily="34" charset="0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982970" y="2061210"/>
            <a:ext cx="528955" cy="71755"/>
            <a:chOff x="5831400" y="1495425"/>
            <a:chExt cx="529200" cy="72000"/>
          </a:xfrm>
        </p:grpSpPr>
        <p:sp>
          <p:nvSpPr>
            <p:cNvPr id="22" name="椭圆 21"/>
            <p:cNvSpPr/>
            <p:nvPr/>
          </p:nvSpPr>
          <p:spPr>
            <a:xfrm>
              <a:off x="5831400" y="1495425"/>
              <a:ext cx="72000" cy="7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5983800" y="1495425"/>
              <a:ext cx="72000" cy="7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6136200" y="1495425"/>
              <a:ext cx="72000" cy="7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6288600" y="1495425"/>
              <a:ext cx="72000" cy="720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1"/>
            </p:custDataLst>
          </p:nvPr>
        </p:nvGrpSpPr>
        <p:grpSpPr>
          <a:xfrm>
            <a:off x="1019810" y="2407403"/>
            <a:ext cx="3578068" cy="829945"/>
            <a:chOff x="1019810" y="2115568"/>
            <a:chExt cx="3578068" cy="829945"/>
          </a:xfrm>
        </p:grpSpPr>
        <p:sp>
          <p:nvSpPr>
            <p:cNvPr id="8" name="文本框 7"/>
            <p:cNvSpPr txBox="1"/>
            <p:nvPr>
              <p:custDataLst>
                <p:tags r:id="rId2"/>
              </p:custDataLst>
            </p:nvPr>
          </p:nvSpPr>
          <p:spPr>
            <a:xfrm flipH="1">
              <a:off x="2214341" y="2298448"/>
              <a:ext cx="238353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ea"/>
                </a:rPr>
                <a:t>任务描述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endParaRPr>
            </a:p>
          </p:txBody>
        </p:sp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019810" y="2115568"/>
              <a:ext cx="961884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01</a:t>
              </a:r>
              <a:endParaRPr kumimoji="0" lang="en-US" sz="4800" b="0" i="0" u="none" strike="noStrike" kern="1200" cap="none" spc="0" normalizeH="0" baseline="0" noProof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cxnSp>
          <p:nvCxnSpPr>
            <p:cNvPr id="15" name="直接连接符 14"/>
            <p:cNvCxnSpPr/>
            <p:nvPr>
              <p:custDataLst>
                <p:tags r:id="rId4"/>
              </p:custDataLst>
            </p:nvPr>
          </p:nvCxnSpPr>
          <p:spPr>
            <a:xfrm flipH="1">
              <a:off x="1978973" y="2302258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>
            <p:custDataLst>
              <p:tags r:id="rId5"/>
            </p:custDataLst>
          </p:nvPr>
        </p:nvGrpSpPr>
        <p:grpSpPr>
          <a:xfrm>
            <a:off x="1019810" y="3342914"/>
            <a:ext cx="5267818" cy="829945"/>
            <a:chOff x="1019810" y="3241423"/>
            <a:chExt cx="5267818" cy="829945"/>
          </a:xfrm>
        </p:grpSpPr>
        <p:sp>
          <p:nvSpPr>
            <p:cNvPr id="21" name="文本框 20"/>
            <p:cNvSpPr txBox="1"/>
            <p:nvPr>
              <p:custDataLst>
                <p:tags r:id="rId6"/>
              </p:custDataLst>
            </p:nvPr>
          </p:nvSpPr>
          <p:spPr>
            <a:xfrm flipH="1">
              <a:off x="2214341" y="3424938"/>
              <a:ext cx="4073287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任务目标和重难点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7"/>
              </p:custDataLst>
            </p:nvPr>
          </p:nvSpPr>
          <p:spPr>
            <a:xfrm>
              <a:off x="1019810" y="3241423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02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5" name="直接连接符 34"/>
            <p:cNvCxnSpPr/>
            <p:nvPr>
              <p:custDataLst>
                <p:tags r:id="rId8"/>
              </p:custDataLst>
            </p:nvPr>
          </p:nvCxnSpPr>
          <p:spPr>
            <a:xfrm flipH="1">
              <a:off x="1978973" y="3428113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组合 25"/>
          <p:cNvGrpSpPr/>
          <p:nvPr>
            <p:custDataLst>
              <p:tags r:id="rId9"/>
            </p:custDataLst>
          </p:nvPr>
        </p:nvGrpSpPr>
        <p:grpSpPr>
          <a:xfrm>
            <a:off x="1019810" y="4262394"/>
            <a:ext cx="4068621" cy="829945"/>
            <a:chOff x="1019810" y="5599430"/>
            <a:chExt cx="4068621" cy="829945"/>
          </a:xfrm>
        </p:grpSpPr>
        <p:sp>
          <p:nvSpPr>
            <p:cNvPr id="31" name="文本框 30"/>
            <p:cNvSpPr txBox="1"/>
            <p:nvPr>
              <p:custDataLst>
                <p:tags r:id="rId10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知识储备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11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03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33" name="直接连接符 32"/>
            <p:cNvCxnSpPr/>
            <p:nvPr>
              <p:custDataLst>
                <p:tags r:id="rId12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组合 54"/>
          <p:cNvGrpSpPr/>
          <p:nvPr>
            <p:custDataLst>
              <p:tags r:id="rId13"/>
            </p:custDataLst>
          </p:nvPr>
        </p:nvGrpSpPr>
        <p:grpSpPr>
          <a:xfrm>
            <a:off x="6848992" y="2405673"/>
            <a:ext cx="4068621" cy="829945"/>
            <a:chOff x="1019810" y="5599430"/>
            <a:chExt cx="4068621" cy="829945"/>
          </a:xfrm>
        </p:grpSpPr>
        <p:sp>
          <p:nvSpPr>
            <p:cNvPr id="56" name="文本框 55"/>
            <p:cNvSpPr txBox="1"/>
            <p:nvPr>
              <p:custDataLst>
                <p:tags r:id="rId14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kumimoji="0" lang="zh-CN" altLang="en-US" sz="280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任务实施</a:t>
              </a:r>
              <a:endParaRPr kumimoji="0" lang="zh-CN" altLang="en-US" sz="28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15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04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58" name="直接连接符 57"/>
            <p:cNvCxnSpPr/>
            <p:nvPr>
              <p:custDataLst>
                <p:tags r:id="rId16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组合 58"/>
          <p:cNvGrpSpPr/>
          <p:nvPr>
            <p:custDataLst>
              <p:tags r:id="rId17"/>
            </p:custDataLst>
          </p:nvPr>
        </p:nvGrpSpPr>
        <p:grpSpPr>
          <a:xfrm>
            <a:off x="6848992" y="3342705"/>
            <a:ext cx="4068621" cy="829945"/>
            <a:chOff x="1019810" y="5599430"/>
            <a:chExt cx="4068621" cy="829945"/>
          </a:xfrm>
        </p:grpSpPr>
        <p:sp>
          <p:nvSpPr>
            <p:cNvPr id="60" name="文本框 59"/>
            <p:cNvSpPr txBox="1"/>
            <p:nvPr>
              <p:custDataLst>
                <p:tags r:id="rId18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dirty="0">
                  <a:solidFill>
                    <a:schemeClr val="tx1"/>
                  </a:solidFill>
                  <a:cs typeface="+mn-ea"/>
                  <a:sym typeface="+mn-lt"/>
                </a:rPr>
                <a:t>任务小结</a:t>
              </a:r>
              <a:endParaRPr lang="zh-CN" altLang="en-US" sz="2800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1" name="文本框 60"/>
            <p:cNvSpPr txBox="1"/>
            <p:nvPr>
              <p:custDataLst>
                <p:tags r:id="rId19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05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62" name="直接连接符 61"/>
            <p:cNvCxnSpPr/>
            <p:nvPr>
              <p:custDataLst>
                <p:tags r:id="rId20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>
            <p:custDataLst>
              <p:tags r:id="rId21"/>
            </p:custDataLst>
          </p:nvPr>
        </p:nvGrpSpPr>
        <p:grpSpPr>
          <a:xfrm>
            <a:off x="6848992" y="4253930"/>
            <a:ext cx="4068621" cy="829945"/>
            <a:chOff x="1019810" y="5599430"/>
            <a:chExt cx="4068621" cy="829945"/>
          </a:xfrm>
        </p:grpSpPr>
        <p:sp>
          <p:nvSpPr>
            <p:cNvPr id="3" name="文本框 2"/>
            <p:cNvSpPr txBox="1"/>
            <p:nvPr>
              <p:custDataLst>
                <p:tags r:id="rId22"/>
              </p:custDataLst>
            </p:nvPr>
          </p:nvSpPr>
          <p:spPr>
            <a:xfrm flipH="1">
              <a:off x="2214342" y="5782945"/>
              <a:ext cx="2874089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0" hangingPunct="0"/>
              <a:r>
                <a:rPr lang="zh-CN" altLang="en-US" sz="2800" b="1" dirty="0">
                  <a:solidFill>
                    <a:srgbClr val="0064D2"/>
                  </a:solidFill>
                  <a:cs typeface="+mn-ea"/>
                  <a:sym typeface="+mn-lt"/>
                </a:rPr>
                <a:t>任务拓展</a:t>
              </a:r>
              <a:endParaRPr lang="zh-CN" altLang="en-US" sz="2800" b="1" dirty="0">
                <a:solidFill>
                  <a:srgbClr val="0064D2"/>
                </a:solidFill>
                <a:cs typeface="+mn-ea"/>
                <a:sym typeface="+mn-lt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23"/>
              </p:custDataLst>
            </p:nvPr>
          </p:nvSpPr>
          <p:spPr>
            <a:xfrm>
              <a:off x="1019810" y="5599430"/>
              <a:ext cx="870751" cy="8299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4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30303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ea"/>
                  <a:sym typeface="+mn-lt"/>
                </a:rPr>
                <a:t>06</a:t>
              </a:r>
              <a:endParaRPr kumimoji="0" 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30303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  <p:cxnSp>
          <p:nvCxnSpPr>
            <p:cNvPr id="10" name="直接连接符 9"/>
            <p:cNvCxnSpPr/>
            <p:nvPr>
              <p:custDataLst>
                <p:tags r:id="rId24"/>
              </p:custDataLst>
            </p:nvPr>
          </p:nvCxnSpPr>
          <p:spPr>
            <a:xfrm flipH="1">
              <a:off x="1978973" y="5786120"/>
              <a:ext cx="127208" cy="457200"/>
            </a:xfrm>
            <a:prstGeom prst="line">
              <a:avLst/>
            </a:prstGeom>
            <a:ln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10"/>
          <p:cNvSpPr txBox="1"/>
          <p:nvPr/>
        </p:nvSpPr>
        <p:spPr>
          <a:xfrm>
            <a:off x="208915" y="946785"/>
            <a:ext cx="1177417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任务一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   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大模型基石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lt"/>
              </a:rPr>
              <a:t>——Transformer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l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78000" y="792000"/>
            <a:ext cx="4998745" cy="583565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t" anchorCtr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en-US"/>
            </a:defPPr>
            <a:lvl1pPr algn="ctr">
              <a:defRPr sz="320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pPr lvl="0" algn="l">
              <a:buClrTx/>
              <a:buSzTx/>
              <a:buFontTx/>
            </a:pPr>
            <a:r>
              <a:rPr lang="zh-CN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任务</a:t>
            </a:r>
            <a:r>
              <a:rPr lang="zh-CN" altLang="en-US" b="1" dirty="0" smtClean="0">
                <a:solidFill>
                  <a:srgbClr val="0064D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拓展</a:t>
            </a:r>
            <a:endParaRPr lang="zh-CN" b="1" dirty="0">
              <a:solidFill>
                <a:srgbClr val="0064D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0" y="792000"/>
            <a:ext cx="907415" cy="5835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en-US" altLang="zh-CN" sz="3200" dirty="0" smtClean="0">
                <a:solidFill>
                  <a:srgbClr val="3F396C"/>
                </a:solidFill>
                <a:latin typeface="思源宋体" panose="02020700000000000000" charset="-122"/>
                <a:ea typeface="思源宋体" panose="02020700000000000000" charset="-122"/>
              </a:rPr>
              <a:t>06</a:t>
            </a:r>
            <a:endParaRPr lang="en-US" altLang="zh-CN" sz="3200" dirty="0">
              <a:solidFill>
                <a:srgbClr val="3F396C"/>
              </a:solidFill>
              <a:latin typeface="思源宋体" panose="02020700000000000000" charset="-122"/>
              <a:ea typeface="思源宋体" panose="02020700000000000000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652270" y="1375410"/>
            <a:ext cx="7481570" cy="230949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PyTorch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实现简化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编码器层，包含自注意力和前馈网络，测试输入输出维度。用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bertviz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可视化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BERT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注意力权重，观察句子中关键动词的关注对象。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: 圆角 4"/>
          <p:cNvSpPr/>
          <p:nvPr>
            <p:custDataLst>
              <p:tags r:id="rId2"/>
            </p:custDataLst>
          </p:nvPr>
        </p:nvSpPr>
        <p:spPr>
          <a:xfrm rot="20700000">
            <a:off x="2093869" y="4066512"/>
            <a:ext cx="480695" cy="255270"/>
          </a:xfrm>
          <a:prstGeom prst="roundRect">
            <a:avLst>
              <a:gd name="adj" fmla="val 50000"/>
            </a:avLst>
          </a:prstGeom>
          <a:ln>
            <a:noFill/>
          </a:ln>
        </p:spPr>
        <p:style>
          <a:lnRef idx="2">
            <a:srgbClr val="00A5CC">
              <a:shade val="50000"/>
            </a:srgbClr>
          </a:lnRef>
          <a:fillRef idx="1">
            <a:srgbClr val="00A5CC"/>
          </a:fillRef>
          <a:effectRef idx="0">
            <a:srgbClr val="00A5CC"/>
          </a:effectRef>
          <a:fontRef idx="minor">
            <a:srgbClr val="FFFFFF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3"/>
            </p:custDataLst>
          </p:nvPr>
        </p:nvSpPr>
        <p:spPr>
          <a:xfrm>
            <a:off x="3348000" y="3924935"/>
            <a:ext cx="5789295" cy="2376170"/>
          </a:xfrm>
          <a:prstGeom prst="rect">
            <a:avLst/>
          </a:prstGeom>
          <a:noFill/>
        </p:spPr>
        <p:txBody>
          <a:bodyPr wrap="square" lIns="91440" tIns="45720" rIns="91440" bIns="45720" rtlCol="0"/>
          <a:lstStyle/>
          <a:p>
            <a:pPr indent="457200" algn="l" fontAlgn="auto">
              <a:lnSpc>
                <a:spcPct val="150000"/>
              </a:lnSpc>
              <a:buSzPct val="25000"/>
            </a:pPr>
            <a:r>
              <a:rPr 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通过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PyTorch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实践掌握简化版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Transformer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编码器层的搭建，理解自注意力机制和前馈神经网络的工作原理；使用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bertviz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工具对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BERT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模型进行注意力权重可视化，直观观察模型如何关注句子中的关键信息，验证理论学习的有效性。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669290" y="4500880"/>
            <a:ext cx="2085975" cy="1280160"/>
            <a:chOff x="1467" y="5006"/>
            <a:chExt cx="3285" cy="2016"/>
          </a:xfrm>
        </p:grpSpPr>
        <p:sp>
          <p:nvSpPr>
            <p:cNvPr id="8" name="任意多边形 216"/>
            <p:cNvSpPr/>
            <p:nvPr>
              <p:custDataLst>
                <p:tags r:id="rId4"/>
              </p:custDataLst>
            </p:nvPr>
          </p:nvSpPr>
          <p:spPr>
            <a:xfrm>
              <a:off x="1467" y="5006"/>
              <a:ext cx="2487" cy="2017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" name="任意多边形 30"/>
            <p:cNvSpPr/>
            <p:nvPr>
              <p:custDataLst>
                <p:tags r:id="rId6"/>
              </p:custDataLst>
            </p:nvPr>
          </p:nvSpPr>
          <p:spPr>
            <a:xfrm>
              <a:off x="1615" y="5125"/>
              <a:ext cx="2193" cy="1779"/>
            </a:xfrm>
            <a:custGeom>
              <a:avLst/>
              <a:gdLst>
                <a:gd name="connsiteX0" fmla="*/ 2197509 w 3598606"/>
                <a:gd name="connsiteY0" fmla="*/ 0 h 2772696"/>
                <a:gd name="connsiteX1" fmla="*/ 3598606 w 3598606"/>
                <a:gd name="connsiteY1" fmla="*/ 1386348 h 2772696"/>
                <a:gd name="connsiteX2" fmla="*/ 2197509 w 3598606"/>
                <a:gd name="connsiteY2" fmla="*/ 2772696 h 2772696"/>
                <a:gd name="connsiteX3" fmla="*/ 1206784 w 3598606"/>
                <a:gd name="connsiteY3" fmla="*/ 2366644 h 2772696"/>
                <a:gd name="connsiteX4" fmla="*/ 1182168 w 3598606"/>
                <a:gd name="connsiteY4" fmla="*/ 2339845 h 2772696"/>
                <a:gd name="connsiteX5" fmla="*/ 1179866 w 3598606"/>
                <a:gd name="connsiteY5" fmla="*/ 2340077 h 2772696"/>
                <a:gd name="connsiteX6" fmla="*/ 235979 w 3598606"/>
                <a:gd name="connsiteY6" fmla="*/ 2340077 h 2772696"/>
                <a:gd name="connsiteX7" fmla="*/ 0 w 3598606"/>
                <a:gd name="connsiteY7" fmla="*/ 2104098 h 2772696"/>
                <a:gd name="connsiteX8" fmla="*/ 0 w 3598606"/>
                <a:gd name="connsiteY8" fmla="*/ 934069 h 2772696"/>
                <a:gd name="connsiteX9" fmla="*/ 235979 w 3598606"/>
                <a:gd name="connsiteY9" fmla="*/ 698090 h 2772696"/>
                <a:gd name="connsiteX10" fmla="*/ 982366 w 3598606"/>
                <a:gd name="connsiteY10" fmla="*/ 698090 h 2772696"/>
                <a:gd name="connsiteX11" fmla="*/ 1035697 w 3598606"/>
                <a:gd name="connsiteY11" fmla="*/ 611228 h 2772696"/>
                <a:gd name="connsiteX12" fmla="*/ 2197509 w 3598606"/>
                <a:gd name="connsiteY12" fmla="*/ 0 h 277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598606" h="2772696">
                  <a:moveTo>
                    <a:pt x="2197509" y="0"/>
                  </a:moveTo>
                  <a:cubicBezTo>
                    <a:pt x="2971314" y="0"/>
                    <a:pt x="3598606" y="620689"/>
                    <a:pt x="3598606" y="1386348"/>
                  </a:cubicBezTo>
                  <a:cubicBezTo>
                    <a:pt x="3598606" y="2152007"/>
                    <a:pt x="2971314" y="2772696"/>
                    <a:pt x="2197509" y="2772696"/>
                  </a:cubicBezTo>
                  <a:cubicBezTo>
                    <a:pt x="1810607" y="2772696"/>
                    <a:pt x="1460332" y="2617524"/>
                    <a:pt x="1206784" y="2366644"/>
                  </a:cubicBezTo>
                  <a:lnTo>
                    <a:pt x="1182168" y="2339845"/>
                  </a:lnTo>
                  <a:lnTo>
                    <a:pt x="1179866" y="2340077"/>
                  </a:lnTo>
                  <a:lnTo>
                    <a:pt x="235979" y="2340077"/>
                  </a:lnTo>
                  <a:cubicBezTo>
                    <a:pt x="105651" y="2340077"/>
                    <a:pt x="0" y="2234426"/>
                    <a:pt x="0" y="2104098"/>
                  </a:cubicBezTo>
                  <a:lnTo>
                    <a:pt x="0" y="934069"/>
                  </a:lnTo>
                  <a:cubicBezTo>
                    <a:pt x="0" y="803741"/>
                    <a:pt x="105651" y="698090"/>
                    <a:pt x="235979" y="698090"/>
                  </a:cubicBezTo>
                  <a:lnTo>
                    <a:pt x="982366" y="698090"/>
                  </a:lnTo>
                  <a:lnTo>
                    <a:pt x="1035697" y="611228"/>
                  </a:lnTo>
                  <a:cubicBezTo>
                    <a:pt x="1287485" y="242457"/>
                    <a:pt x="1713881" y="0"/>
                    <a:pt x="2197509" y="0"/>
                  </a:cubicBezTo>
                  <a:close/>
                </a:path>
              </a:pathLst>
            </a:custGeom>
            <a:solidFill>
              <a:srgbClr val="FFFFFF">
                <a:alpha val="90000"/>
              </a:srgbClr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: 圆角 27"/>
            <p:cNvSpPr/>
            <p:nvPr>
              <p:custDataLst>
                <p:tags r:id="rId7"/>
              </p:custDataLst>
            </p:nvPr>
          </p:nvSpPr>
          <p:spPr>
            <a:xfrm rot="20817892">
              <a:off x="3767" y="5140"/>
              <a:ext cx="793" cy="371"/>
            </a:xfrm>
            <a:prstGeom prst="roundRect">
              <a:avLst>
                <a:gd name="adj" fmla="val 50000"/>
              </a:avLst>
            </a:prstGeom>
            <a:solidFill>
              <a:srgbClr val="1E74AD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12" name="矩形: 圆角 28"/>
            <p:cNvSpPr/>
            <p:nvPr>
              <p:custDataLst>
                <p:tags r:id="rId8"/>
              </p:custDataLst>
            </p:nvPr>
          </p:nvSpPr>
          <p:spPr>
            <a:xfrm>
              <a:off x="3954" y="6217"/>
              <a:ext cx="799" cy="432"/>
            </a:xfrm>
            <a:prstGeom prst="roundRect">
              <a:avLst>
                <a:gd name="adj" fmla="val 50000"/>
              </a:avLst>
            </a:prstGeom>
            <a:solidFill>
              <a:srgbClr val="0DBBAF"/>
            </a:solidFill>
            <a:ln>
              <a:noFill/>
            </a:ln>
          </p:spPr>
          <p:style>
            <a:lnRef idx="2">
              <a:srgbClr val="00A5CC">
                <a:shade val="50000"/>
              </a:srgbClr>
            </a:lnRef>
            <a:fillRef idx="1">
              <a:srgbClr val="00A5CC"/>
            </a:fillRef>
            <a:effectRef idx="0">
              <a:srgbClr val="00A5CC"/>
            </a:effectRef>
            <a:fontRef idx="minor">
              <a:srgbClr val="FFFFFF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>
              <p:custDataLst>
                <p:tags r:id="rId9"/>
              </p:custDataLst>
            </p:nvPr>
          </p:nvSpPr>
          <p:spPr>
            <a:xfrm>
              <a:off x="2242" y="5531"/>
              <a:ext cx="1244" cy="96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解题</a:t>
              </a:r>
              <a:b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</a:br>
              <a:r>
                <a:rPr lang="zh-CN" altLang="en-US" sz="1600" b="1" spc="300" dirty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思路</a:t>
              </a:r>
              <a:endParaRPr lang="zh-CN" altLang="en-US" sz="1600" b="1" spc="300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9264015" y="3105150"/>
            <a:ext cx="2187575" cy="3347085"/>
            <a:chOff x="17395952" y="4962815"/>
            <a:chExt cx="1235881" cy="2128737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395952" y="4962815"/>
              <a:ext cx="1235881" cy="2128737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7713801" y="5281459"/>
              <a:ext cx="600541" cy="3711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/>
                <a:t>提示</a:t>
              </a:r>
              <a:endParaRPr lang="zh-CN" altLang="en-US" sz="3200" dirty="0"/>
            </a:p>
          </p:txBody>
        </p:sp>
      </p:grpSp>
    </p:spTree>
    <p:custDataLst>
      <p:tags r:id="rId1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3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文本框 34"/>
          <p:cNvSpPr txBox="1"/>
          <p:nvPr>
            <p:custDataLst>
              <p:tags r:id="rId2"/>
            </p:custDataLst>
          </p:nvPr>
        </p:nvSpPr>
        <p:spPr>
          <a:xfrm>
            <a:off x="2802890" y="2288540"/>
            <a:ext cx="7174865" cy="76835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buClrTx/>
              <a:buSzTx/>
              <a:buFontTx/>
            </a:pPr>
            <a:r>
              <a:rPr lang="zh-CN" altLang="zh-CN" sz="4400" b="1" dirty="0">
                <a:latin typeface="+mj-ea"/>
                <a:ea typeface="+mj-ea"/>
                <a:cs typeface="+mj-ea"/>
                <a:sym typeface="+mn-ea"/>
              </a:rPr>
              <a:t>谢谢大家学习</a:t>
            </a:r>
            <a:endParaRPr lang="zh-CN" altLang="zh-CN" sz="4400" b="1" dirty="0">
              <a:latin typeface="+mj-ea"/>
              <a:ea typeface="+mj-ea"/>
              <a:cs typeface="+mj-ea"/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3127676" y="4489933"/>
            <a:ext cx="6096000" cy="1135054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66700" algn="ctr" latinLnBrk="1">
              <a:lnSpc>
                <a:spcPct val="150000"/>
              </a:lnSpc>
              <a:spcAft>
                <a:spcPts val="0"/>
              </a:spcAft>
            </a:pPr>
            <a:r>
              <a:rPr lang="en-US" altLang="zh-CN" sz="2400" b="1" kern="100" dirty="0">
                <a:solidFill>
                  <a:srgbClr val="2F5496"/>
                </a:solidFill>
                <a:latin typeface="+mn-ea"/>
              </a:rPr>
              <a:t>The wise lead The willing follow</a:t>
            </a:r>
            <a:endParaRPr lang="zh-CN" altLang="zh-CN" sz="2400" b="1" kern="100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zh-CN" altLang="zh-CN" sz="2400" b="1" kern="100" dirty="0">
                <a:solidFill>
                  <a:srgbClr val="2F5496"/>
                </a:solidFill>
                <a:latin typeface="+mn-ea"/>
                <a:cs typeface="Times New Roman" panose="02020603050405020304" charset="0"/>
              </a:rPr>
              <a:t>让学习者与优秀者同行</a:t>
            </a:r>
            <a:endParaRPr lang="zh-CN" altLang="en-US" sz="2400" b="1" dirty="0">
              <a:latin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32.xml><?xml version="1.0" encoding="utf-8"?>
<p:tagLst xmlns:p="http://schemas.openxmlformats.org/presentationml/2006/main">
  <p:tag name="KSO_WM_FULL_TEXT_BEAUTIFY_COPY_ID" val="35"/>
</p:tagLst>
</file>

<file path=ppt/tags/tag133.xml><?xml version="1.0" encoding="utf-8"?>
<p:tagLst xmlns:p="http://schemas.openxmlformats.org/presentationml/2006/main">
  <p:tag name="KSO_WM_FULL_TEXT_BEAUTIFY_COPY_ID" val="5"/>
</p:tagLst>
</file>

<file path=ppt/tags/tag134.xml><?xml version="1.0" encoding="utf-8"?>
<p:tagLst xmlns:p="http://schemas.openxmlformats.org/presentationml/2006/main">
  <p:tag name="KSO_WM_FULL_TEXT_BEAUTIFY_COPY_ID" val="10"/>
</p:tagLst>
</file>

<file path=ppt/tags/tag135.xml><?xml version="1.0" encoding="utf-8"?>
<p:tagLst xmlns:p="http://schemas.openxmlformats.org/presentationml/2006/main">
  <p:tag name="KSO_WM_FULL_TEXT_BEAUTIFY_COPY_ID" val="150995359"/>
</p:tagLst>
</file>

<file path=ppt/tags/tag13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8.xml><?xml version="1.0" encoding="utf-8"?>
<p:tagLst xmlns:p="http://schemas.openxmlformats.org/presentationml/2006/main">
  <p:tag name="ISLIDE.PICTURE" val="#237962;"/>
  <p:tag name="ISLIDE.VECTOR" val="#431601;"/>
</p:tagLst>
</file>

<file path=ppt/tags/tag13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4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3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4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5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6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7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8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59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0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1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2.xml><?xml version="1.0" encoding="utf-8"?>
<p:tagLst xmlns:p="http://schemas.openxmlformats.org/presentationml/2006/main">
  <p:tag name="KSO_WM_DIAGRAM_VIRTUALLY_FRAME" val="{&quot;height&quot;:211.4951181102362,&quot;left&quot;:80.3,&quot;top&quot;:189.55929133858268,&quot;width&quot;:763.3545669291337}"/>
</p:tagLst>
</file>

<file path=ppt/tags/tag16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6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8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19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0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21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1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1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1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1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1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1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1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1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2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2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2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2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2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2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26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2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3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242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4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4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4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4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4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5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5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5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5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5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5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56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5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5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5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6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6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275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7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7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8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8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8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8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8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8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8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28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8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8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9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9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9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9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96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308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1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1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1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1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1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1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1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1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1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2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2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2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2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24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2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2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2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341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358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m_h_i"/>
  <p:tag name="KSO_WM_UNIT_INDEX" val="1_1_1"/>
  <p:tag name="KSO_WM_UNIT_ID" val="diagram726_1*m_h_i*1_1_1"/>
  <p:tag name="KSO_WM_TEMPLATE_CATEGORY" val="diagram"/>
  <p:tag name="KSO_WM_TEMPLATE_INDEX" val="726"/>
  <p:tag name="KSO_WM_UNIT_LAYERLEVEL" val="1_1_1"/>
  <p:tag name="KSO_WM_TAG_VERSION" val="1.0"/>
  <p:tag name="KSO_WM_BEAUTIFY_FLAG" val=""/>
  <p:tag name="KSO_WM_DIAGRAM_GROUP_CODE" val="m1-1"/>
  <p:tag name="KSO_WM_UNIT_FILL_FORE_SCHEMECOLOR_INDEX" val="5"/>
  <p:tag name="KSO_WM_UNIT_FILL_TYPE" val="1"/>
  <p:tag name="KSO_WM_UNIT_TEXT_FILL_FORE_SCHEMECOLOR_INDEX" val="2"/>
  <p:tag name="KSO_WM_UNIT_TEXT_FILL_TYPE" val="1"/>
  <p:tag name="KSO_WM_UNIT_DIAGRAM_SCHEMECOLOR_ID" val="1"/>
  <p:tag name="KSO_WM_UNIT_USESOURCEFORMAT_APPLY" val="1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7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7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7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8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8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8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8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8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39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39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0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0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0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0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0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0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0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0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0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0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1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1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1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1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14.xml><?xml version="1.0" encoding="utf-8"?>
<p:tagLst xmlns:p="http://schemas.openxmlformats.org/presentationml/2006/main">
  <p:tag name="KSO_WM_BEAUTIFY_FLAG" val=""/>
</p:tagLst>
</file>

<file path=ppt/tags/tag41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16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1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1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1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2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2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2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2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2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2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2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2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2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2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3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3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3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3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34.xml><?xml version="1.0" encoding="utf-8"?>
<p:tagLst xmlns:p="http://schemas.openxmlformats.org/presentationml/2006/main">
  <p:tag name="KSO_WM_BEAUTIFY_FLAG" val=""/>
</p:tagLst>
</file>

<file path=ppt/tags/tag43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36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3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3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3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4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4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4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4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4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4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4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4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4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4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5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5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5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5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54.xml><?xml version="1.0" encoding="utf-8"?>
<p:tagLst xmlns:p="http://schemas.openxmlformats.org/presentationml/2006/main">
  <p:tag name="KSO_WM_BEAUTIFY_FLAG" val=""/>
</p:tagLst>
</file>

<file path=ppt/tags/tag45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56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5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58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59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60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61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62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63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64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65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66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67.xml><?xml version="1.0" encoding="utf-8"?>
<p:tagLst xmlns:p="http://schemas.openxmlformats.org/presentationml/2006/main">
  <p:tag name="KSO_WM_DIAGRAM_VIRTUALLY_FRAME" val="{&quot;height&quot;:283.4,&quot;left&quot;:42.29937007874014,&quot;top&quot;:157.55,&quot;width&quot;:912.1340097406343}"/>
</p:tagLst>
</file>

<file path=ppt/tags/tag468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69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70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71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72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73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74.xml><?xml version="1.0" encoding="utf-8"?>
<p:tagLst xmlns:p="http://schemas.openxmlformats.org/presentationml/2006/main">
  <p:tag name="KSO_WM_BEAUTIFY_FLAG" val=""/>
</p:tagLst>
</file>

<file path=ppt/tags/tag475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76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77.xml><?xml version="1.0" encoding="utf-8"?>
<p:tagLst xmlns:p="http://schemas.openxmlformats.org/presentationml/2006/main">
  <p:tag name="KSO_WM_BEAUTIFY_FLAG" val=""/>
  <p:tag name="KSO_WM_DIAGRAM_VIRTUALLY_FRAME" val="{&quot;height&quot;:283.4,&quot;left&quot;:42.29937007874014,&quot;top&quot;:157.55,&quot;width&quot;:912.1340097406343}"/>
</p:tagLst>
</file>

<file path=ppt/tags/tag47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7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8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8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8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8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8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8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8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8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8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8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9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9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9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9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9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9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9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9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9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49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0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0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503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50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0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0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0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0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0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1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1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1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1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1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1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1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1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18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19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20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21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22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23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24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25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26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27.xml><?xml version="1.0" encoding="utf-8"?>
<p:tagLst xmlns:p="http://schemas.openxmlformats.org/presentationml/2006/main">
  <p:tag name="KSO_WM_DIAGRAM_VIRTUALLY_FRAME" val="{&quot;height&quot;:288.2813385826771,&quot;left&quot;:80.29070866141728,&quot;top&quot;:189.42307086614173,&quot;width&quot;:779.3638582677166}"/>
</p:tagLst>
</file>

<file path=ppt/tags/tag5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12505_1*a*1"/>
  <p:tag name="KSO_WM_TEMPLATE_CATEGORY" val="diagram"/>
  <p:tag name="KSO_WM_TEMPLATE_INDEX" val="20212505"/>
  <p:tag name="KSO_WM_UNIT_LAYERLEVEL" val="1"/>
  <p:tag name="KSO_WM_TAG_VERSION" val="1.0"/>
  <p:tag name="KSO_WM_BEAUTIFY_FLAG" val="#wm#"/>
  <p:tag name="KSO_WM_UNIT_PRESET_TEXT" val="添加标题"/>
  <p:tag name="KSO_WM_UNIT_DEFAULT_FONT" val="24;44;4"/>
  <p:tag name="KSO_WM_UNIT_BLOCK" val="0"/>
  <p:tag name="KSO_WM_UNIT_SHOW_EDIT_AREA_INDICATION" val="1"/>
  <p:tag name="KSO_WM_CHIP_GROUPID" val="5e7881253197e252a37019b5"/>
  <p:tag name="KSO_WM_CHIP_XID" val="5e7881253197e252a37019b6"/>
  <p:tag name="KSO_WM_UNIT_DEC_AREA_ID" val="dfb909eadf484dc3876a0256f2cb5a48"/>
  <p:tag name="KSO_WM_UNIT_DECORATE_INFO" val=""/>
  <p:tag name="KSO_WM_UNIT_SM_LIMIT_TYPE" val=""/>
  <p:tag name="KSO_WM_CHIP_FILLAREA_FILL_RULE" val="{&quot;fill_align&quot;:&quot;lb&quot;,&quot;fill_mode&quot;:&quot;full&quot;,&quot;sacle_strategy&quot;:&quot;smart&quot;}"/>
  <p:tag name="KSO_WM_ASSEMBLE_CHIP_INDEX" val="ec7b93d0206d4dd484ef81e61a7129e0"/>
  <p:tag name="KSO_WM_UNIT_TEXT_FILL_FORE_SCHEMECOLOR_INDEX_BRIGHTNESS" val="0"/>
  <p:tag name="KSO_WM_UNIT_TEXT_FILL_FORE_SCHEMECOLOR_INDEX" val="13"/>
  <p:tag name="KSO_WM_UNIT_TEXT_FILL_TYPE" val="1"/>
  <p:tag name="KSO_WM_TEMPLATE_ASSEMBLE_XID" val="5f9fcf8958547e52881a49e8"/>
  <p:tag name="KSO_WM_TEMPLATE_ASSEMBLE_GROUPID" val="5f9fcf8958547e52881a49e8"/>
</p:tagLst>
</file>

<file path=ppt/tags/tag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1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5"/>
  <p:tag name="KSO_WM_UNIT_FILL_TYPE" val="1"/>
  <p:tag name="KSO_WM_UNIT_TEXT_FILL_FORE_SCHEMECOLOR_INDEX" val="2"/>
  <p:tag name="KSO_WM_UNIT_TEXT_FILL_TYPE" val="1"/>
</p:tagLst>
</file>

<file path=ppt/tags/tag530.xml><?xml version="1.0" encoding="utf-8"?>
<p:tagLst xmlns:p="http://schemas.openxmlformats.org/presentationml/2006/main">
  <p:tag name="KSO_WM_UNIT_PRESET_TEXT" val="单击此处添加文本具体内容，简明扼要地阐述你的观点"/>
  <p:tag name="KSO_WM_UNIT_NOCLEAR" val="0"/>
  <p:tag name="KSO_WM_UNIT_VALUE" val="32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f*1_2_1_1"/>
  <p:tag name="KSO_WM_TEMPLATE_CATEGORY" val="diagram"/>
  <p:tag name="KSO_WM_TEMPLATE_INDEX" val="20169686"/>
  <p:tag name="KSO_WM_UNIT_LAYERLEVEL" val="1_1_1_1"/>
  <p:tag name="KSO_WM_TAG_VERSION" val="1.0"/>
  <p:tag name="KSO_WM_UNIT_TEXT_FILL_FORE_SCHEMECOLOR_INDEX" val="13"/>
  <p:tag name="KSO_WM_UNIT_TEXT_FILL_TYPE" val="1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1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2"/>
  <p:tag name="KSO_WM_UNIT_TEXT_FILL_TYPE" val="1"/>
</p:tagLst>
</file>

<file path=ppt/tags/tag5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2"/>
  <p:tag name="KSO_WM_TEMPLATE_CATEGORY" val="diagram"/>
  <p:tag name="KSO_WM_TEMPLATE_INDEX" val="20169686"/>
  <p:tag name="KSO_WM_UNIT_LAYERLEVEL" val="1_1_1"/>
  <p:tag name="KSO_WM_TAG_VERSION" val="1.0"/>
  <p:tag name="KSO_WM_UNIT_FILL_FORE_SCHEMECOLOR_INDEX" val="14"/>
  <p:tag name="KSO_WM_UNIT_FILL_TYPE" val="1"/>
  <p:tag name="KSO_WM_UNIT_TEXT_FILL_FORE_SCHEMECOLOR_INDEX" val="2"/>
  <p:tag name="KSO_WM_UNIT_TEXT_FILL_TYPE" val="1"/>
</p:tagLst>
</file>

<file path=ppt/tags/tag5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2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6"/>
  <p:tag name="KSO_WM_UNIT_FILL_TYPE" val="1"/>
  <p:tag name="KSO_WM_UNIT_TEXT_FILL_FORE_SCHEMECOLOR_INDEX" val="14"/>
  <p:tag name="KSO_WM_UNIT_TEXT_FILL_TYPE" val="1"/>
</p:tagLst>
</file>

<file path=ppt/tags/tag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h_i*1_2_3_1"/>
  <p:tag name="KSO_WM_TEMPLATE_CATEGORY" val="diagram"/>
  <p:tag name="KSO_WM_TEMPLATE_INDEX" val="20169686"/>
  <p:tag name="KSO_WM_UNIT_LAYERLEVEL" val="1_1_1_1"/>
  <p:tag name="KSO_WM_TAG_VERSION" val="1.0"/>
  <p:tag name="KSO_WM_UNIT_FILL_FORE_SCHEMECOLOR_INDEX" val="7"/>
  <p:tag name="KSO_WM_UNIT_FILL_TYPE" val="1"/>
  <p:tag name="KSO_WM_UNIT_TEXT_FILL_FORE_SCHEMECOLOR_INDEX" val="2"/>
  <p:tag name="KSO_WM_UNIT_TEXT_FILL_TYPE" val="1"/>
</p:tagLst>
</file>

<file path=ppt/tags/tag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ID" val="diagram20169686_2*n_h_i*1_1_3"/>
  <p:tag name="KSO_WM_TEMPLATE_CATEGORY" val="diagram"/>
  <p:tag name="KSO_WM_TEMPLATE_INDEX" val="20169686"/>
  <p:tag name="KSO_WM_UNIT_LAYERLEVEL" val="1_1_1"/>
  <p:tag name="KSO_WM_TAG_VERSION" val="1.0"/>
  <p:tag name="KSO_WM_UNIT_TEXT_FILL_FORE_SCHEMECOLOR_INDEX" val="13"/>
  <p:tag name="KSO_WM_UNIT_TEXT_FILL_TYPE" val="1"/>
</p:tagLst>
</file>

<file path=ppt/tags/tag536.xml><?xml version="1.0" encoding="utf-8"?>
<p:tagLst xmlns:p="http://schemas.openxmlformats.org/presentationml/2006/main">
  <p:tag name="KSO_WM_SLIDE_ID" val="diagram20212505_1"/>
  <p:tag name="KSO_WM_TEMPLATE_SUBCATEGORY" val="21"/>
  <p:tag name="KSO_WM_TEMPLATE_MASTER_TYPE" val="0"/>
  <p:tag name="KSO_WM_TEMPLATE_COLOR_TYPE" val="1"/>
  <p:tag name="KSO_WM_SLIDE_ITEM_CNT" val="0"/>
  <p:tag name="KSO_WM_SLIDE_INDEX" val="1"/>
  <p:tag name="KSO_WM_TAG_VERSION" val="1.0"/>
  <p:tag name="KSO_WM_BEAUTIFY_FLAG" val="#wm#"/>
  <p:tag name="KSO_WM_TEMPLATE_CATEGORY" val="diagram"/>
  <p:tag name="KSO_WM_TEMPLATE_INDEX" val="20212505"/>
  <p:tag name="KSO_WM_SLIDE_TYPE" val="text"/>
  <p:tag name="KSO_WM_SLIDE_SUBTYPE" val="picTxt"/>
  <p:tag name="KSO_WM_SLIDE_SIZE" val="959*539"/>
  <p:tag name="KSO_WM_SLIDE_POSITION" val="0*0"/>
  <p:tag name="KSO_WM_DIAGRAM_GROUP_CODE" val="m1-1"/>
  <p:tag name="KSO_WM_SLIDE_DIAGTYPE" val="m"/>
  <p:tag name="KSO_WM_SLIDE_LAYOUT" val="a_d_f"/>
  <p:tag name="KSO_WM_SLIDE_LAYOUT_CNT" val="1_1_1"/>
  <p:tag name="KSO_WM_SLIDE_COLORSCHEME_VERSION" val="3.2"/>
  <p:tag name="KSO_WM_SLIDE_LAYOUT_INFO" val="{&quot;backgroundInfo&quot;:[{&quot;bottom&quot;:0,&quot;bottomAbs&quot;:false,&quot;left&quot;:0,&quot;leftAbs&quot;:false,&quot;right&quot;:0,&quot;rightAbs&quot;:false,&quot;top&quot;:0,&quot;topAbs&quot;:false,&quot;type&quot;:&quot;general&quot;}],&quot;direction&quot;:1,&quot;id&quot;:&quot;2020-11-02T17:21:13&quot;,&quot;maxSize&quot;:{&quot;size1&quot;:49.99961833602962},&quot;minSize&quot;:{&quot;size1&quot;:37.49961833602962},&quot;normalSize&quot;:{&quot;size1&quot;:48.599618336029621},&quot;subLayout&quot;:[{&quot;id&quot;:&quot;2020-11-02T17:21:13&quot;,&quot;maxSize&quot;:{&quot;size1&quot;:51.100000000000001},&quot;minSize&quot;:{&quot;size1&quot;:31.100000000000001},&quot;normalSize&quot;:{&quot;size1&quot;:40.100000000000001},&quot;subLayout&quot;:[{&quot;id&quot;:&quot;2020-11-02T17:21:13&quot;,&quot;margin&quot;:{&quot;bottom&quot;:0.026000002399086952,&quot;left&quot;:2.5399999618530273,&quot;right&quot;:0.026000002399086952,&quot;top&quot;:3.809999942779541},&quot;type&quot;:0},{&quot;id&quot;:&quot;2020-11-02T17:21:13&quot;,&quot;margin&quot;:{&quot;bottom&quot;:4.2329998016357422,&quot;left&quot;:2.5399999618530273,&quot;right&quot;:0.026000002399086952,&quot;top&quot;:0.81999999284744263},&quot;type&quot;:0}],&quot;type&quot;:0},{&quot;id&quot;:&quot;2020-11-02T17:21:13&quot;,&quot;margin&quot;:{&quot;bottom&quot;:1.6929999589920044,&quot;left&quot;:2.1170001029968262,&quot;right&quot;:2.5399999618530273,&quot;top&quot;:1.6929999589920044},&quot;type&quot;:0}],&quot;type&quot;:0}"/>
  <p:tag name="KSO_WM_SLIDE_BACKGROUND" val="[&quot;general&quot;]"/>
  <p:tag name="KSO_WM_SLIDE_RATIO" val="1.777778"/>
  <p:tag name="KSO_WM_CHIP_INFOS" val="{&quot;layout_type&quot;:&quot;leftright&quot;,&quot;layout_feature&quot;:1,&quot;tags&quot;:{&quot;style&quot;:[&quot;商务&quot;,&quot;简约&quot;,&quot;文艺清新&quot;,&quot;中国风&quot;,&quot;卡通&quot;,&quot;欧美风&quot;,&quot;黑板风&quot;,&quot;渐变风&quot;,&quot;党政风&quot;]},&quot;slide_type&quot;:[&quot;text&quot;],&quot;aspect_ratio&quot;:&quot;16:9&quot;,&quot;diagram&quot;:{&quot;type&quot;:[],&quot;direction&quot;:0,&quot;isSupportDecBetweenItems&quot;:false}}"/>
  <p:tag name="KSO_WM_CHIP_FILLPROP" val="[[{&quot;fill_id&quot;:&quot;d72ddcd8164b47abbb844c26f9b1c22e&quot;,&quot;fill_align&quot;:&quot;lb&quot;,&quot;text_align&quot;:&quot;lb&quot;,&quot;text_direction&quot;:&quot;horizontal&quot;,&quot;chip_types&quot;:[&quot;header&quot;]},{&quot;fill_id&quot;:&quot;ac4bd4ae6b3343f1999d7f7c8f946581&quot;,&quot;fill_align&quot;:&quot;lt&quot;,&quot;text_align&quot;:&quot;lt&quot;,&quot;text_direction&quot;:&quot;horizontal&quot;,&quot;chip_types&quot;:[&quot;text&quot;,&quot;chart&quot;,&quot;table&quot;]},{&quot;fill_id&quot;:&quot;0d50cc8ab1cb48459d90f269727d3fbc&quot;,&quot;fill_align&quot;:&quot;lm&quot;,&quot;text_align&quot;:&quot;lm&quot;,&quot;text_direction&quot;:&quot;horizontal&quot;,&quot;chip_types&quot;:[&quot;pictext&quot;,&quot;picture&quot;,&quot;chart&quot;,&quot;table&quot;,&quot;video&quot;],&quot;support_features&quot;:[&quot;collage&quot;,&quot;carousel&quot;,&quot;creativecrop&quot;]}]]"/>
  <p:tag name="KSO_WM_CHIP_XID" val="5ef3191ec6295c63c1a2e033"/>
  <p:tag name="KSO_WM_CHIP_GROUPID" val="5ef3191ec6295c63c1a2e032"/>
  <p:tag name="KSO_WM_SLIDE_BK_DARK_LIGHT" val="2"/>
  <p:tag name="KSO_WM_SLIDE_BACKGROUND_TYPE" val="general"/>
  <p:tag name="KSO_WM_SLIDE_SUPPORT_FEATURE_TYPE" val="7"/>
  <p:tag name="KSO_WM_TEMPLATE_ASSEMBLE_XID" val="5f9fcf8958547e52881a49e8"/>
  <p:tag name="KSO_WM_TEMPLATE_ASSEMBLE_GROUPID" val="5f9fcf8958547e52881a49e8"/>
</p:tagLst>
</file>

<file path=ppt/tags/tag537.xml><?xml version="1.0" encoding="utf-8"?>
<p:tagLst xmlns:p="http://schemas.openxmlformats.org/presentationml/2006/main">
  <p:tag name="KSO_WM_FULL_TEXT_BEAUTIFY_COPY_ID" val="35"/>
</p:tagLst>
</file>

<file path=ppt/tags/tag538.xml><?xml version="1.0" encoding="utf-8"?>
<p:tagLst xmlns:p="http://schemas.openxmlformats.org/presentationml/2006/main">
  <p:tag name="KSO_WM_FULL_TEXT_BEAUTIFY_COPY_ID" val="150995359"/>
</p:tagLst>
</file>

<file path=ppt/tags/tag539.xml><?xml version="1.0" encoding="utf-8"?>
<p:tagLst xmlns:p="http://schemas.openxmlformats.org/presentationml/2006/main">
  <p:tag name="COMMONDATA" val="eyJoZGlkIjoiYzZkNzQ4ZWFiZmQ4NTRhOWRkZTk3YTMwMjlmMmZhYmUifQ=="/>
  <p:tag name="KSO_WPP_MARK_KEY" val="3c15e236-6e17-4788-8b7a-5fd2c15b6c5c"/>
</p:tagLst>
</file>

<file path=ppt/theme/theme1.xml><?xml version="1.0" encoding="utf-8"?>
<a:theme xmlns:a="http://schemas.openxmlformats.org/drawingml/2006/main" name="1_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bIns="36195" rtlCol="0" anchor="ctr" anchorCtr="1">
        <a:spAutoFit/>
        <a:scene3d>
          <a:camera prst="orthographicFront"/>
          <a:lightRig rig="threePt" dir="t"/>
        </a:scene3d>
        <a:sp3d contourW="12700"/>
      </a:bodyPr>
      <a:lstStyle>
        <a:defPPr algn="ctr">
          <a:buClrTx/>
          <a:buSzTx/>
          <a:buFontTx/>
          <a:defRPr lang="zh-CN" altLang="en-US" sz="3200" b="1" dirty="0" smtClean="0">
            <a:latin typeface="+mj-ea"/>
            <a:ea typeface="+mj-ea"/>
            <a:cs typeface="+mj-ea"/>
            <a:sym typeface="+mn-ea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10942</Words>
  <Application>WPS 演示</Application>
  <PresentationFormat>宽屏</PresentationFormat>
  <Paragraphs>725</Paragraphs>
  <Slides>62</Slides>
  <Notes>35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62</vt:i4>
      </vt:variant>
    </vt:vector>
  </HeadingPairs>
  <TitlesOfParts>
    <vt:vector size="79" baseType="lpstr">
      <vt:lpstr>Arial</vt:lpstr>
      <vt:lpstr>宋体</vt:lpstr>
      <vt:lpstr>Wingdings</vt:lpstr>
      <vt:lpstr>微软雅黑</vt:lpstr>
      <vt:lpstr>Wingdings</vt:lpstr>
      <vt:lpstr>Kaiti SC Bold</vt:lpstr>
      <vt:lpstr>JetBrainsMono NF</vt:lpstr>
      <vt:lpstr>Segoe UI</vt:lpstr>
      <vt:lpstr>Arial</vt:lpstr>
      <vt:lpstr>思源宋体</vt:lpstr>
      <vt:lpstr>Helvetica</vt:lpstr>
      <vt:lpstr>Times New Roman</vt:lpstr>
      <vt:lpstr>DIN-BoldItalic</vt:lpstr>
      <vt:lpstr>等线</vt:lpstr>
      <vt:lpstr>1_自定义设计方案</vt:lpstr>
      <vt:lpstr>自定义设计方案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别清欢</cp:lastModifiedBy>
  <cp:revision>1176</cp:revision>
  <dcterms:created xsi:type="dcterms:W3CDTF">2019-06-19T02:08:00Z</dcterms:created>
  <dcterms:modified xsi:type="dcterms:W3CDTF">2026-05-21T05:48:42Z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C86F0D4CB04D421182194FDEF11E6D31_13</vt:lpwstr>
  </property>
</Properties>
</file>