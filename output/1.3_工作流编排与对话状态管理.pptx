
<file path=[Content_Types].xml><?xml version="1.0" encoding="utf-8"?>
<Types xmlns="http://schemas.openxmlformats.org/package/2006/content-types">
  <Default Extension="png" ContentType="image/png"/>
  <Default Extension="jpeg" ContentType="image/jpeg"/>
  <Default Extension="JPG" ContentType="image/.jp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media/image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tags/tag32.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tags/tag33.xml" ContentType="application/vnd.openxmlformats-officedocument.presentationml.tags+xml"/>
  <Override PartName="/ppt/tags/tag330.xml" ContentType="application/vnd.openxmlformats-officedocument.presentationml.tags+xml"/>
  <Override PartName="/ppt/tags/tag331.xml" ContentType="application/vnd.openxmlformats-officedocument.presentationml.tags+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tags/tag338.xml" ContentType="application/vnd.openxmlformats-officedocument.presentationml.tags+xml"/>
  <Override PartName="/ppt/tags/tag339.xml" ContentType="application/vnd.openxmlformats-officedocument.presentationml.tags+xml"/>
  <Override PartName="/ppt/tags/tag34.xml" ContentType="application/vnd.openxmlformats-officedocument.presentationml.tags+xml"/>
  <Override PartName="/ppt/tags/tag340.xml" ContentType="application/vnd.openxmlformats-officedocument.presentationml.tags+xml"/>
  <Override PartName="/ppt/tags/tag341.xml" ContentType="application/vnd.openxmlformats-officedocument.presentationml.tags+xml"/>
  <Override PartName="/ppt/tags/tag342.xml" ContentType="application/vnd.openxmlformats-officedocument.presentationml.tags+xml"/>
  <Override PartName="/ppt/tags/tag343.xml" ContentType="application/vnd.openxmlformats-officedocument.presentationml.tags+xml"/>
  <Override PartName="/ppt/tags/tag344.xml" ContentType="application/vnd.openxmlformats-officedocument.presentationml.tags+xml"/>
  <Override PartName="/ppt/tags/tag345.xml" ContentType="application/vnd.openxmlformats-officedocument.presentationml.tags+xml"/>
  <Override PartName="/ppt/tags/tag346.xml" ContentType="application/vnd.openxmlformats-officedocument.presentationml.tags+xml"/>
  <Override PartName="/ppt/tags/tag347.xml" ContentType="application/vnd.openxmlformats-officedocument.presentationml.tags+xml"/>
  <Override PartName="/ppt/tags/tag348.xml" ContentType="application/vnd.openxmlformats-officedocument.presentationml.tags+xml"/>
  <Override PartName="/ppt/tags/tag349.xml" ContentType="application/vnd.openxmlformats-officedocument.presentationml.tags+xml"/>
  <Override PartName="/ppt/tags/tag35.xml" ContentType="application/vnd.openxmlformats-officedocument.presentationml.tags+xml"/>
  <Override PartName="/ppt/tags/tag350.xml" ContentType="application/vnd.openxmlformats-officedocument.presentationml.tags+xml"/>
  <Override PartName="/ppt/tags/tag351.xml" ContentType="application/vnd.openxmlformats-officedocument.presentationml.tags+xml"/>
  <Override PartName="/ppt/tags/tag352.xml" ContentType="application/vnd.openxmlformats-officedocument.presentationml.tags+xml"/>
  <Override PartName="/ppt/tags/tag353.xml" ContentType="application/vnd.openxmlformats-officedocument.presentationml.tags+xml"/>
  <Override PartName="/ppt/tags/tag354.xml" ContentType="application/vnd.openxmlformats-officedocument.presentationml.tags+xml"/>
  <Override PartName="/ppt/tags/tag355.xml" ContentType="application/vnd.openxmlformats-officedocument.presentationml.tags+xml"/>
  <Override PartName="/ppt/tags/tag356.xml" ContentType="application/vnd.openxmlformats-officedocument.presentationml.tags+xml"/>
  <Override PartName="/ppt/tags/tag357.xml" ContentType="application/vnd.openxmlformats-officedocument.presentationml.tags+xml"/>
  <Override PartName="/ppt/tags/tag358.xml" ContentType="application/vnd.openxmlformats-officedocument.presentationml.tags+xml"/>
  <Override PartName="/ppt/tags/tag359.xml" ContentType="application/vnd.openxmlformats-officedocument.presentationml.tags+xml"/>
  <Override PartName="/ppt/tags/tag36.xml" ContentType="application/vnd.openxmlformats-officedocument.presentationml.tags+xml"/>
  <Override PartName="/ppt/tags/tag360.xml" ContentType="application/vnd.openxmlformats-officedocument.presentationml.tags+xml"/>
  <Override PartName="/ppt/tags/tag361.xml" ContentType="application/vnd.openxmlformats-officedocument.presentationml.tags+xml"/>
  <Override PartName="/ppt/tags/tag362.xml" ContentType="application/vnd.openxmlformats-officedocument.presentationml.tags+xml"/>
  <Override PartName="/ppt/tags/tag363.xml" ContentType="application/vnd.openxmlformats-officedocument.presentationml.tags+xml"/>
  <Override PartName="/ppt/tags/tag364.xml" ContentType="application/vnd.openxmlformats-officedocument.presentationml.tags+xml"/>
  <Override PartName="/ppt/tags/tag365.xml" ContentType="application/vnd.openxmlformats-officedocument.presentationml.tags+xml"/>
  <Override PartName="/ppt/tags/tag366.xml" ContentType="application/vnd.openxmlformats-officedocument.presentationml.tags+xml"/>
  <Override PartName="/ppt/tags/tag367.xml" ContentType="application/vnd.openxmlformats-officedocument.presentationml.tags+xml"/>
  <Override PartName="/ppt/tags/tag368.xml" ContentType="application/vnd.openxmlformats-officedocument.presentationml.tags+xml"/>
  <Override PartName="/ppt/tags/tag369.xml" ContentType="application/vnd.openxmlformats-officedocument.presentationml.tags+xml"/>
  <Override PartName="/ppt/tags/tag37.xml" ContentType="application/vnd.openxmlformats-officedocument.presentationml.tags+xml"/>
  <Override PartName="/ppt/tags/tag370.xml" ContentType="application/vnd.openxmlformats-officedocument.presentationml.tags+xml"/>
  <Override PartName="/ppt/tags/tag371.xml" ContentType="application/vnd.openxmlformats-officedocument.presentationml.tags+xml"/>
  <Override PartName="/ppt/tags/tag372.xml" ContentType="application/vnd.openxmlformats-officedocument.presentationml.tags+xml"/>
  <Override PartName="/ppt/tags/tag373.xml" ContentType="application/vnd.openxmlformats-officedocument.presentationml.tags+xml"/>
  <Override PartName="/ppt/tags/tag374.xml" ContentType="application/vnd.openxmlformats-officedocument.presentationml.tags+xml"/>
  <Override PartName="/ppt/tags/tag375.xml" ContentType="application/vnd.openxmlformats-officedocument.presentationml.tags+xml"/>
  <Override PartName="/ppt/tags/tag376.xml" ContentType="application/vnd.openxmlformats-officedocument.presentationml.tags+xml"/>
  <Override PartName="/ppt/tags/tag377.xml" ContentType="application/vnd.openxmlformats-officedocument.presentationml.tags+xml"/>
  <Override PartName="/ppt/tags/tag378.xml" ContentType="application/vnd.openxmlformats-officedocument.presentationml.tags+xml"/>
  <Override PartName="/ppt/tags/tag379.xml" ContentType="application/vnd.openxmlformats-officedocument.presentationml.tags+xml"/>
  <Override PartName="/ppt/tags/tag38.xml" ContentType="application/vnd.openxmlformats-officedocument.presentationml.tags+xml"/>
  <Override PartName="/ppt/tags/tag380.xml" ContentType="application/vnd.openxmlformats-officedocument.presentationml.tags+xml"/>
  <Override PartName="/ppt/tags/tag381.xml" ContentType="application/vnd.openxmlformats-officedocument.presentationml.tags+xml"/>
  <Override PartName="/ppt/tags/tag382.xml" ContentType="application/vnd.openxmlformats-officedocument.presentationml.tags+xml"/>
  <Override PartName="/ppt/tags/tag383.xml" ContentType="application/vnd.openxmlformats-officedocument.presentationml.tags+xml"/>
  <Override PartName="/ppt/tags/tag384.xml" ContentType="application/vnd.openxmlformats-officedocument.presentationml.tags+xml"/>
  <Override PartName="/ppt/tags/tag385.xml" ContentType="application/vnd.openxmlformats-officedocument.presentationml.tags+xml"/>
  <Override PartName="/ppt/tags/tag386.xml" ContentType="application/vnd.openxmlformats-officedocument.presentationml.tags+xml"/>
  <Override PartName="/ppt/tags/tag387.xml" ContentType="application/vnd.openxmlformats-officedocument.presentationml.tags+xml"/>
  <Override PartName="/ppt/tags/tag388.xml" ContentType="application/vnd.openxmlformats-officedocument.presentationml.tags+xml"/>
  <Override PartName="/ppt/tags/tag389.xml" ContentType="application/vnd.openxmlformats-officedocument.presentationml.tags+xml"/>
  <Override PartName="/ppt/tags/tag39.xml" ContentType="application/vnd.openxmlformats-officedocument.presentationml.tags+xml"/>
  <Override PartName="/ppt/tags/tag390.xml" ContentType="application/vnd.openxmlformats-officedocument.presentationml.tags+xml"/>
  <Override PartName="/ppt/tags/tag391.xml" ContentType="application/vnd.openxmlformats-officedocument.presentationml.tags+xml"/>
  <Override PartName="/ppt/tags/tag392.xml" ContentType="application/vnd.openxmlformats-officedocument.presentationml.tags+xml"/>
  <Override PartName="/ppt/tags/tag393.xml" ContentType="application/vnd.openxmlformats-officedocument.presentationml.tags+xml"/>
  <Override PartName="/ppt/tags/tag394.xml" ContentType="application/vnd.openxmlformats-officedocument.presentationml.tags+xml"/>
  <Override PartName="/ppt/tags/tag395.xml" ContentType="application/vnd.openxmlformats-officedocument.presentationml.tags+xml"/>
  <Override PartName="/ppt/tags/tag396.xml" ContentType="application/vnd.openxmlformats-officedocument.presentationml.tags+xml"/>
  <Override PartName="/ppt/tags/tag397.xml" ContentType="application/vnd.openxmlformats-officedocument.presentationml.tags+xml"/>
  <Override PartName="/ppt/tags/tag398.xml" ContentType="application/vnd.openxmlformats-officedocument.presentationml.tags+xml"/>
  <Override PartName="/ppt/tags/tag39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00.xml" ContentType="application/vnd.openxmlformats-officedocument.presentationml.tags+xml"/>
  <Override PartName="/ppt/tags/tag401.xml" ContentType="application/vnd.openxmlformats-officedocument.presentationml.tags+xml"/>
  <Override PartName="/ppt/tags/tag402.xml" ContentType="application/vnd.openxmlformats-officedocument.presentationml.tags+xml"/>
  <Override PartName="/ppt/tags/tag403.xml" ContentType="application/vnd.openxmlformats-officedocument.presentationml.tags+xml"/>
  <Override PartName="/ppt/tags/tag404.xml" ContentType="application/vnd.openxmlformats-officedocument.presentationml.tags+xml"/>
  <Override PartName="/ppt/tags/tag405.xml" ContentType="application/vnd.openxmlformats-officedocument.presentationml.tags+xml"/>
  <Override PartName="/ppt/tags/tag406.xml" ContentType="application/vnd.openxmlformats-officedocument.presentationml.tags+xml"/>
  <Override PartName="/ppt/tags/tag407.xml" ContentType="application/vnd.openxmlformats-officedocument.presentationml.tags+xml"/>
  <Override PartName="/ppt/tags/tag408.xml" ContentType="application/vnd.openxmlformats-officedocument.presentationml.tags+xml"/>
  <Override PartName="/ppt/tags/tag409.xml" ContentType="application/vnd.openxmlformats-officedocument.presentationml.tags+xml"/>
  <Override PartName="/ppt/tags/tag41.xml" ContentType="application/vnd.openxmlformats-officedocument.presentationml.tags+xml"/>
  <Override PartName="/ppt/tags/tag410.xml" ContentType="application/vnd.openxmlformats-officedocument.presentationml.tags+xml"/>
  <Override PartName="/ppt/tags/tag411.xml" ContentType="application/vnd.openxmlformats-officedocument.presentationml.tags+xml"/>
  <Override PartName="/ppt/tags/tag412.xml" ContentType="application/vnd.openxmlformats-officedocument.presentationml.tags+xml"/>
  <Override PartName="/ppt/tags/tag413.xml" ContentType="application/vnd.openxmlformats-officedocument.presentationml.tags+xml"/>
  <Override PartName="/ppt/tags/tag414.xml" ContentType="application/vnd.openxmlformats-officedocument.presentationml.tags+xml"/>
  <Override PartName="/ppt/tags/tag415.xml" ContentType="application/vnd.openxmlformats-officedocument.presentationml.tags+xml"/>
  <Override PartName="/ppt/tags/tag416.xml" ContentType="application/vnd.openxmlformats-officedocument.presentationml.tags+xml"/>
  <Override PartName="/ppt/tags/tag417.xml" ContentType="application/vnd.openxmlformats-officedocument.presentationml.tags+xml"/>
  <Override PartName="/ppt/tags/tag418.xml" ContentType="application/vnd.openxmlformats-officedocument.presentationml.tags+xml"/>
  <Override PartName="/ppt/tags/tag419.xml" ContentType="application/vnd.openxmlformats-officedocument.presentationml.tags+xml"/>
  <Override PartName="/ppt/tags/tag42.xml" ContentType="application/vnd.openxmlformats-officedocument.presentationml.tags+xml"/>
  <Override PartName="/ppt/tags/tag420.xml" ContentType="application/vnd.openxmlformats-officedocument.presentationml.tags+xml"/>
  <Override PartName="/ppt/tags/tag421.xml" ContentType="application/vnd.openxmlformats-officedocument.presentationml.tags+xml"/>
  <Override PartName="/ppt/tags/tag422.xml" ContentType="application/vnd.openxmlformats-officedocument.presentationml.tags+xml"/>
  <Override PartName="/ppt/tags/tag423.xml" ContentType="application/vnd.openxmlformats-officedocument.presentationml.tags+xml"/>
  <Override PartName="/ppt/tags/tag424.xml" ContentType="application/vnd.openxmlformats-officedocument.presentationml.tags+xml"/>
  <Override PartName="/ppt/tags/tag425.xml" ContentType="application/vnd.openxmlformats-officedocument.presentationml.tags+xml"/>
  <Override PartName="/ppt/tags/tag426.xml" ContentType="application/vnd.openxmlformats-officedocument.presentationml.tags+xml"/>
  <Override PartName="/ppt/tags/tag427.xml" ContentType="application/vnd.openxmlformats-officedocument.presentationml.tags+xml"/>
  <Override PartName="/ppt/tags/tag428.xml" ContentType="application/vnd.openxmlformats-officedocument.presentationml.tags+xml"/>
  <Override PartName="/ppt/tags/tag429.xml" ContentType="application/vnd.openxmlformats-officedocument.presentationml.tags+xml"/>
  <Override PartName="/ppt/tags/tag43.xml" ContentType="application/vnd.openxmlformats-officedocument.presentationml.tags+xml"/>
  <Override PartName="/ppt/tags/tag430.xml" ContentType="application/vnd.openxmlformats-officedocument.presentationml.tags+xml"/>
  <Override PartName="/ppt/tags/tag431.xml" ContentType="application/vnd.openxmlformats-officedocument.presentationml.tags+xml"/>
  <Override PartName="/ppt/tags/tag432.xml" ContentType="application/vnd.openxmlformats-officedocument.presentationml.tags+xml"/>
  <Override PartName="/ppt/tags/tag433.xml" ContentType="application/vnd.openxmlformats-officedocument.presentationml.tags+xml"/>
  <Override PartName="/ppt/tags/tag434.xml" ContentType="application/vnd.openxmlformats-officedocument.presentationml.tags+xml"/>
  <Override PartName="/ppt/tags/tag435.xml" ContentType="application/vnd.openxmlformats-officedocument.presentationml.tags+xml"/>
  <Override PartName="/ppt/tags/tag436.xml" ContentType="application/vnd.openxmlformats-officedocument.presentationml.tags+xml"/>
  <Override PartName="/ppt/tags/tag437.xml" ContentType="application/vnd.openxmlformats-officedocument.presentationml.tags+xml"/>
  <Override PartName="/ppt/tags/tag438.xml" ContentType="application/vnd.openxmlformats-officedocument.presentationml.tags+xml"/>
  <Override PartName="/ppt/tags/tag439.xml" ContentType="application/vnd.openxmlformats-officedocument.presentationml.tags+xml"/>
  <Override PartName="/ppt/tags/tag44.xml" ContentType="application/vnd.openxmlformats-officedocument.presentationml.tags+xml"/>
  <Override PartName="/ppt/tags/tag440.xml" ContentType="application/vnd.openxmlformats-officedocument.presentationml.tags+xml"/>
  <Override PartName="/ppt/tags/tag441.xml" ContentType="application/vnd.openxmlformats-officedocument.presentationml.tags+xml"/>
  <Override PartName="/ppt/tags/tag442.xml" ContentType="application/vnd.openxmlformats-officedocument.presentationml.tags+xml"/>
  <Override PartName="/ppt/tags/tag443.xml" ContentType="application/vnd.openxmlformats-officedocument.presentationml.tags+xml"/>
  <Override PartName="/ppt/tags/tag444.xml" ContentType="application/vnd.openxmlformats-officedocument.presentationml.tags+xml"/>
  <Override PartName="/ppt/tags/tag445.xml" ContentType="application/vnd.openxmlformats-officedocument.presentationml.tags+xml"/>
  <Override PartName="/ppt/tags/tag446.xml" ContentType="application/vnd.openxmlformats-officedocument.presentationml.tags+xml"/>
  <Override PartName="/ppt/tags/tag447.xml" ContentType="application/vnd.openxmlformats-officedocument.presentationml.tags+xml"/>
  <Override PartName="/ppt/tags/tag448.xml" ContentType="application/vnd.openxmlformats-officedocument.presentationml.tags+xml"/>
  <Override PartName="/ppt/tags/tag449.xml" ContentType="application/vnd.openxmlformats-officedocument.presentationml.tags+xml"/>
  <Override PartName="/ppt/tags/tag45.xml" ContentType="application/vnd.openxmlformats-officedocument.presentationml.tags+xml"/>
  <Override PartName="/ppt/tags/tag450.xml" ContentType="application/vnd.openxmlformats-officedocument.presentationml.tags+xml"/>
  <Override PartName="/ppt/tags/tag451.xml" ContentType="application/vnd.openxmlformats-officedocument.presentationml.tags+xml"/>
  <Override PartName="/ppt/tags/tag452.xml" ContentType="application/vnd.openxmlformats-officedocument.presentationml.tags+xml"/>
  <Override PartName="/ppt/tags/tag453.xml" ContentType="application/vnd.openxmlformats-officedocument.presentationml.tags+xml"/>
  <Override PartName="/ppt/tags/tag454.xml" ContentType="application/vnd.openxmlformats-officedocument.presentationml.tags+xml"/>
  <Override PartName="/ppt/tags/tag455.xml" ContentType="application/vnd.openxmlformats-officedocument.presentationml.tags+xml"/>
  <Override PartName="/ppt/tags/tag456.xml" ContentType="application/vnd.openxmlformats-officedocument.presentationml.tags+xml"/>
  <Override PartName="/ppt/tags/tag457.xml" ContentType="application/vnd.openxmlformats-officedocument.presentationml.tags+xml"/>
  <Override PartName="/ppt/tags/tag458.xml" ContentType="application/vnd.openxmlformats-officedocument.presentationml.tags+xml"/>
  <Override PartName="/ppt/tags/tag459.xml" ContentType="application/vnd.openxmlformats-officedocument.presentationml.tags+xml"/>
  <Override PartName="/ppt/tags/tag46.xml" ContentType="application/vnd.openxmlformats-officedocument.presentationml.tags+xml"/>
  <Override PartName="/ppt/tags/tag460.xml" ContentType="application/vnd.openxmlformats-officedocument.presentationml.tags+xml"/>
  <Override PartName="/ppt/tags/tag461.xml" ContentType="application/vnd.openxmlformats-officedocument.presentationml.tags+xml"/>
  <Override PartName="/ppt/tags/tag462.xml" ContentType="application/vnd.openxmlformats-officedocument.presentationml.tags+xml"/>
  <Override PartName="/ppt/tags/tag463.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7" r:id="rId3"/>
    <p:sldMasterId id="2147483671" r:id="rId4"/>
  </p:sldMasterIdLst>
  <p:notesMasterIdLst>
    <p:notesMasterId r:id="rId6"/>
  </p:notesMasterIdLst>
  <p:handoutMasterIdLst>
    <p:handoutMasterId r:id="rId51"/>
  </p:handoutMasterIdLst>
  <p:sldIdLst>
    <p:sldId id="415" r:id="rId5"/>
    <p:sldId id="2437" r:id="rId7"/>
    <p:sldId id="2439" r:id="rId8"/>
    <p:sldId id="1383" r:id="rId9"/>
    <p:sldId id="2824" r:id="rId10"/>
    <p:sldId id="2825" r:id="rId11"/>
    <p:sldId id="2826" r:id="rId12"/>
    <p:sldId id="2827" r:id="rId13"/>
    <p:sldId id="2828" r:id="rId14"/>
    <p:sldId id="2840" r:id="rId15"/>
    <p:sldId id="2841" r:id="rId16"/>
    <p:sldId id="2842" r:id="rId17"/>
    <p:sldId id="2843" r:id="rId18"/>
    <p:sldId id="2844" r:id="rId19"/>
    <p:sldId id="2845" r:id="rId20"/>
    <p:sldId id="2846" r:id="rId21"/>
    <p:sldId id="2847" r:id="rId22"/>
    <p:sldId id="2848" r:id="rId23"/>
    <p:sldId id="2849" r:id="rId24"/>
    <p:sldId id="2850" r:id="rId25"/>
    <p:sldId id="2851" r:id="rId26"/>
    <p:sldId id="2852" r:id="rId27"/>
    <p:sldId id="2853" r:id="rId28"/>
    <p:sldId id="2854" r:id="rId29"/>
    <p:sldId id="2855" r:id="rId30"/>
    <p:sldId id="2856" r:id="rId31"/>
    <p:sldId id="2857" r:id="rId32"/>
    <p:sldId id="2858" r:id="rId33"/>
    <p:sldId id="2859" r:id="rId34"/>
    <p:sldId id="2860" r:id="rId35"/>
    <p:sldId id="2861" r:id="rId36"/>
    <p:sldId id="2862" r:id="rId37"/>
    <p:sldId id="2863" r:id="rId38"/>
    <p:sldId id="2864" r:id="rId39"/>
    <p:sldId id="2865" r:id="rId40"/>
    <p:sldId id="2866" r:id="rId41"/>
    <p:sldId id="2830" r:id="rId42"/>
    <p:sldId id="2838" r:id="rId43"/>
    <p:sldId id="2839" r:id="rId44"/>
    <p:sldId id="2832" r:id="rId45"/>
    <p:sldId id="2833" r:id="rId46"/>
    <p:sldId id="2835" r:id="rId47"/>
    <p:sldId id="2836" r:id="rId48"/>
    <p:sldId id="2837" r:id="rId49"/>
    <p:sldId id="1698" r:id="rId50"/>
  </p:sldIdLst>
  <p:sldSz cx="12192000" cy="6858000"/>
  <p:notesSz cx="6858000" cy="9144000"/>
  <p:custDataLst>
    <p:tags r:id="rId56"/>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e202e774-de37-4b27-8700-364557680ee2}">
          <p14:sldIdLst>
            <p14:sldId id="415"/>
            <p14:sldId id="2437"/>
            <p14:sldId id="2439"/>
            <p14:sldId id="1383"/>
            <p14:sldId id="2824"/>
            <p14:sldId id="2825"/>
            <p14:sldId id="2826"/>
            <p14:sldId id="2827"/>
            <p14:sldId id="2828"/>
            <p14:sldId id="2840"/>
            <p14:sldId id="2841"/>
            <p14:sldId id="2842"/>
            <p14:sldId id="2843"/>
            <p14:sldId id="2844"/>
            <p14:sldId id="2845"/>
            <p14:sldId id="2846"/>
            <p14:sldId id="2847"/>
            <p14:sldId id="2848"/>
            <p14:sldId id="2849"/>
            <p14:sldId id="2850"/>
            <p14:sldId id="2851"/>
            <p14:sldId id="2852"/>
            <p14:sldId id="2853"/>
            <p14:sldId id="2854"/>
            <p14:sldId id="2855"/>
            <p14:sldId id="2856"/>
            <p14:sldId id="2857"/>
            <p14:sldId id="2858"/>
            <p14:sldId id="2859"/>
            <p14:sldId id="2860"/>
            <p14:sldId id="2861"/>
            <p14:sldId id="2862"/>
            <p14:sldId id="2863"/>
            <p14:sldId id="2864"/>
            <p14:sldId id="2865"/>
            <p14:sldId id="2866"/>
            <p14:sldId id="2830"/>
            <p14:sldId id="2838"/>
            <p14:sldId id="2839"/>
            <p14:sldId id="2832"/>
            <p14:sldId id="2833"/>
            <p14:sldId id="2835"/>
            <p14:sldId id="2836"/>
            <p14:sldId id="2837"/>
            <p14:sldId id="1698"/>
          </p14:sldIdLst>
        </p14:section>
      </p14:sectionLst>
    </p:ext>
    <p:ext uri="{EFAFB233-063F-42B5-8137-9DF3F51BA10A}">
      <p15:sldGuideLst xmlns:p15="http://schemas.microsoft.com/office/powerpoint/2012/main">
        <p15:guide id="1" orient="horz" pos="1728" userDrawn="1">
          <p15:clr>
            <a:srgbClr val="A4A3A4"/>
          </p15:clr>
        </p15:guide>
        <p15:guide id="2" pos="371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Administrator" initials="A" lastIdx="5" clrIdx="0"/>
  <p:cmAuthor id="1" name="幸全" initials="幸全" lastIdx="1" clrIdx="0"/>
  <p:cmAuthor id="2" name="作者" initials="A" lastIdx="0" clrIdx="1"/>
  <p:cmAuthor id="3" name="zijun" initials="z" lastIdx="1" clrIdx="2"/>
  <p:cmAuthor id="5" name="ASUS" initials="A" lastIdx="2" clrIdx="4"/>
  <p:cmAuthor id="6" name="linhuan" initials="l" lastIdx="18" clrIdx="5"/>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4D2"/>
    <a:srgbClr val="3A6CA3"/>
    <a:srgbClr val="2169D3"/>
    <a:srgbClr val="595959"/>
    <a:srgbClr val="F29421"/>
    <a:srgbClr val="FFFFFF"/>
    <a:srgbClr val="E29A9A"/>
    <a:srgbClr val="D9D9D9"/>
    <a:srgbClr val="DCDCDC"/>
    <a:srgbClr val="F0F0F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5244" autoAdjust="0"/>
  </p:normalViewPr>
  <p:slideViewPr>
    <p:cSldViewPr snapToGrid="0" showGuides="1">
      <p:cViewPr varScale="1">
        <p:scale>
          <a:sx n="66" d="100"/>
          <a:sy n="66" d="100"/>
        </p:scale>
        <p:origin x="712" y="48"/>
      </p:cViewPr>
      <p:guideLst>
        <p:guide orient="horz" pos="1728"/>
        <p:guide pos="3710"/>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4.xml"/><Relationship Id="rId8" Type="http://schemas.openxmlformats.org/officeDocument/2006/relationships/slide" Target="slides/slide3.xml"/><Relationship Id="rId7" Type="http://schemas.openxmlformats.org/officeDocument/2006/relationships/slide" Target="slides/slide2.xml"/><Relationship Id="rId6" Type="http://schemas.openxmlformats.org/officeDocument/2006/relationships/notesMaster" Target="notesMasters/notesMaster1.xml"/><Relationship Id="rId56" Type="http://schemas.openxmlformats.org/officeDocument/2006/relationships/tags" Target="tags/tag463.xml"/><Relationship Id="rId55" Type="http://schemas.openxmlformats.org/officeDocument/2006/relationships/commentAuthors" Target="commentAuthors.xml"/><Relationship Id="rId54" Type="http://schemas.openxmlformats.org/officeDocument/2006/relationships/tableStyles" Target="tableStyles.xml"/><Relationship Id="rId53" Type="http://schemas.openxmlformats.org/officeDocument/2006/relationships/viewProps" Target="viewProps.xml"/><Relationship Id="rId52" Type="http://schemas.openxmlformats.org/officeDocument/2006/relationships/presProps" Target="presProps.xml"/><Relationship Id="rId51" Type="http://schemas.openxmlformats.org/officeDocument/2006/relationships/handoutMaster" Target="handoutMasters/handoutMaster1.xml"/><Relationship Id="rId50" Type="http://schemas.openxmlformats.org/officeDocument/2006/relationships/slide" Target="slides/slide45.xml"/><Relationship Id="rId5" Type="http://schemas.openxmlformats.org/officeDocument/2006/relationships/slide" Target="slides/slide1.xml"/><Relationship Id="rId49" Type="http://schemas.openxmlformats.org/officeDocument/2006/relationships/slide" Target="slides/slide44.xml"/><Relationship Id="rId48" Type="http://schemas.openxmlformats.org/officeDocument/2006/relationships/slide" Target="slides/slide43.xml"/><Relationship Id="rId47" Type="http://schemas.openxmlformats.org/officeDocument/2006/relationships/slide" Target="slides/slide42.xml"/><Relationship Id="rId46" Type="http://schemas.openxmlformats.org/officeDocument/2006/relationships/slide" Target="slides/slide41.xml"/><Relationship Id="rId45" Type="http://schemas.openxmlformats.org/officeDocument/2006/relationships/slide" Target="slides/slide40.xml"/><Relationship Id="rId44" Type="http://schemas.openxmlformats.org/officeDocument/2006/relationships/slide" Target="slides/slide39.xml"/><Relationship Id="rId43" Type="http://schemas.openxmlformats.org/officeDocument/2006/relationships/slide" Target="slides/slide38.xml"/><Relationship Id="rId42" Type="http://schemas.openxmlformats.org/officeDocument/2006/relationships/slide" Target="slides/slide37.xml"/><Relationship Id="rId41" Type="http://schemas.openxmlformats.org/officeDocument/2006/relationships/slide" Target="slides/slide36.xml"/><Relationship Id="rId40" Type="http://schemas.openxmlformats.org/officeDocument/2006/relationships/slide" Target="slides/slide35.xml"/><Relationship Id="rId4" Type="http://schemas.openxmlformats.org/officeDocument/2006/relationships/slideMaster" Target="slideMasters/slideMaster3.xml"/><Relationship Id="rId39" Type="http://schemas.openxmlformats.org/officeDocument/2006/relationships/slide" Target="slides/slide34.xml"/><Relationship Id="rId38" Type="http://schemas.openxmlformats.org/officeDocument/2006/relationships/slide" Target="slides/slide33.xml"/><Relationship Id="rId37" Type="http://schemas.openxmlformats.org/officeDocument/2006/relationships/slide" Target="slides/slide32.xml"/><Relationship Id="rId36" Type="http://schemas.openxmlformats.org/officeDocument/2006/relationships/slide" Target="slides/slide31.xml"/><Relationship Id="rId35" Type="http://schemas.openxmlformats.org/officeDocument/2006/relationships/slide" Target="slides/slide30.xml"/><Relationship Id="rId34" Type="http://schemas.openxmlformats.org/officeDocument/2006/relationships/slide" Target="slides/slide29.xml"/><Relationship Id="rId33" Type="http://schemas.openxmlformats.org/officeDocument/2006/relationships/slide" Target="slides/slide28.xml"/><Relationship Id="rId32" Type="http://schemas.openxmlformats.org/officeDocument/2006/relationships/slide" Target="slides/slide27.xml"/><Relationship Id="rId31" Type="http://schemas.openxmlformats.org/officeDocument/2006/relationships/slide" Target="slides/slide26.xml"/><Relationship Id="rId30" Type="http://schemas.openxmlformats.org/officeDocument/2006/relationships/slide" Target="slides/slide25.xml"/><Relationship Id="rId3" Type="http://schemas.openxmlformats.org/officeDocument/2006/relationships/slideMaster" Target="slideMasters/slideMaster2.xml"/><Relationship Id="rId29" Type="http://schemas.openxmlformats.org/officeDocument/2006/relationships/slide" Target="slides/slide24.xml"/><Relationship Id="rId28" Type="http://schemas.openxmlformats.org/officeDocument/2006/relationships/slide" Target="slides/slide23.xml"/><Relationship Id="rId27" Type="http://schemas.openxmlformats.org/officeDocument/2006/relationships/slide" Target="slides/slide22.xml"/><Relationship Id="rId26" Type="http://schemas.openxmlformats.org/officeDocument/2006/relationships/slide" Target="slides/slide21.xml"/><Relationship Id="rId25" Type="http://schemas.openxmlformats.org/officeDocument/2006/relationships/slide" Target="slides/slide20.xml"/><Relationship Id="rId24" Type="http://schemas.openxmlformats.org/officeDocument/2006/relationships/slide" Target="slides/slide19.xml"/><Relationship Id="rId23" Type="http://schemas.openxmlformats.org/officeDocument/2006/relationships/slide" Target="slides/slide18.xml"/><Relationship Id="rId22" Type="http://schemas.openxmlformats.org/officeDocument/2006/relationships/slide" Target="slides/slide17.xml"/><Relationship Id="rId21" Type="http://schemas.openxmlformats.org/officeDocument/2006/relationships/slide" Target="slides/slide16.xml"/><Relationship Id="rId20" Type="http://schemas.openxmlformats.org/officeDocument/2006/relationships/slide" Target="slides/slide15.xml"/><Relationship Id="rId2" Type="http://schemas.openxmlformats.org/officeDocument/2006/relationships/theme" Target="theme/theme1.xml"/><Relationship Id="rId19" Type="http://schemas.openxmlformats.org/officeDocument/2006/relationships/slide" Target="slides/slide14.xml"/><Relationship Id="rId18" Type="http://schemas.openxmlformats.org/officeDocument/2006/relationships/slide" Target="slides/slide13.xml"/><Relationship Id="rId17" Type="http://schemas.openxmlformats.org/officeDocument/2006/relationships/slide" Target="slides/slide12.xml"/><Relationship Id="rId16" Type="http://schemas.openxmlformats.org/officeDocument/2006/relationships/slide" Target="slides/slide11.xml"/><Relationship Id="rId15" Type="http://schemas.openxmlformats.org/officeDocument/2006/relationships/slide" Target="slides/slide10.xml"/><Relationship Id="rId14" Type="http://schemas.openxmlformats.org/officeDocument/2006/relationships/slide" Target="slides/slide9.xml"/><Relationship Id="rId13" Type="http://schemas.openxmlformats.org/officeDocument/2006/relationships/slide" Target="slides/slide8.xml"/><Relationship Id="rId12" Type="http://schemas.openxmlformats.org/officeDocument/2006/relationships/slide" Target="slides/slide7.xml"/><Relationship Id="rId11" Type="http://schemas.openxmlformats.org/officeDocument/2006/relationships/slide" Target="slides/slide6.xml"/><Relationship Id="rId10" Type="http://schemas.openxmlformats.org/officeDocument/2006/relationships/slide" Target="slides/slide5.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1CB8912-F0BA-4AD8-8415-DA1F26BCB09F}"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fld id="{1F06CDB3-D59E-4E14-99D6-5B04FA313943}"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1CB8912-F0BA-4AD8-8415-DA1F26BCB09F}"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1CB8912-F0BA-4AD8-8415-DA1F26BCB09F}"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1CB8912-F0BA-4AD8-8415-DA1F26BCB09F}"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1CB8912-F0BA-4AD8-8415-DA1F26BCB09F}" type="slidenum">
              <a:rPr lang="zh-CN" altLang="en-US" smtClean="0"/>
            </a:fld>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1CB8912-F0BA-4AD8-8415-DA1F26BCB09F}" type="slidenum">
              <a:rPr lang="zh-CN" altLang="en-US" smtClean="0"/>
            </a:fld>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1CB8912-F0BA-4AD8-8415-DA1F26BCB09F}" type="slidenum">
              <a:rPr lang="zh-CN" altLang="en-US" smtClean="0"/>
            </a:fld>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1CB8912-F0BA-4AD8-8415-DA1F26BCB09F}" type="slidenum">
              <a:rPr lang="zh-CN" altLang="en-US" smtClean="0"/>
            </a:fld>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1CB8912-F0BA-4AD8-8415-DA1F26BCB09F}" type="slidenum">
              <a:rPr lang="zh-CN" altLang="en-US" smtClean="0"/>
            </a:fld>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1CB8912-F0BA-4AD8-8415-DA1F26BCB09F}"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6" Type="http://schemas.openxmlformats.org/officeDocument/2006/relationships/tags" Target="../tags/tag18.xml"/><Relationship Id="rId5" Type="http://schemas.openxmlformats.org/officeDocument/2006/relationships/tags" Target="../tags/tag17.xml"/><Relationship Id="rId4" Type="http://schemas.openxmlformats.org/officeDocument/2006/relationships/tags" Target="../tags/tag16.xml"/><Relationship Id="rId3" Type="http://schemas.openxmlformats.org/officeDocument/2006/relationships/tags" Target="../tags/tag15.xml"/><Relationship Id="rId2" Type="http://schemas.openxmlformats.org/officeDocument/2006/relationships/tags" Target="../tags/tag14.xml"/><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6" Type="http://schemas.openxmlformats.org/officeDocument/2006/relationships/tags" Target="../tags/tag23.xml"/><Relationship Id="rId5" Type="http://schemas.openxmlformats.org/officeDocument/2006/relationships/tags" Target="../tags/tag22.xml"/><Relationship Id="rId4" Type="http://schemas.openxmlformats.org/officeDocument/2006/relationships/tags" Target="../tags/tag21.xml"/><Relationship Id="rId3" Type="http://schemas.openxmlformats.org/officeDocument/2006/relationships/tags" Target="../tags/tag20.xml"/><Relationship Id="rId2" Type="http://schemas.openxmlformats.org/officeDocument/2006/relationships/tags" Target="../tags/tag19.xml"/><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6" Type="http://schemas.openxmlformats.org/officeDocument/2006/relationships/tags" Target="../tags/tag28.xml"/><Relationship Id="rId5" Type="http://schemas.openxmlformats.org/officeDocument/2006/relationships/tags" Target="../tags/tag27.xml"/><Relationship Id="rId4" Type="http://schemas.openxmlformats.org/officeDocument/2006/relationships/tags" Target="../tags/tag26.xml"/><Relationship Id="rId3" Type="http://schemas.openxmlformats.org/officeDocument/2006/relationships/tags" Target="../tags/tag25.xml"/><Relationship Id="rId2" Type="http://schemas.openxmlformats.org/officeDocument/2006/relationships/tags" Target="../tags/tag24.xml"/><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7" Type="http://schemas.openxmlformats.org/officeDocument/2006/relationships/tags" Target="../tags/tag34.xml"/><Relationship Id="rId6" Type="http://schemas.openxmlformats.org/officeDocument/2006/relationships/tags" Target="../tags/tag33.xml"/><Relationship Id="rId5" Type="http://schemas.openxmlformats.org/officeDocument/2006/relationships/tags" Target="../tags/tag32.xml"/><Relationship Id="rId4" Type="http://schemas.openxmlformats.org/officeDocument/2006/relationships/tags" Target="../tags/tag31.xml"/><Relationship Id="rId3" Type="http://schemas.openxmlformats.org/officeDocument/2006/relationships/tags" Target="../tags/tag30.xml"/><Relationship Id="rId2" Type="http://schemas.openxmlformats.org/officeDocument/2006/relationships/tags" Target="../tags/tag29.xml"/><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9" Type="http://schemas.openxmlformats.org/officeDocument/2006/relationships/tags" Target="../tags/tag42.xml"/><Relationship Id="rId8" Type="http://schemas.openxmlformats.org/officeDocument/2006/relationships/tags" Target="../tags/tag41.xml"/><Relationship Id="rId7" Type="http://schemas.openxmlformats.org/officeDocument/2006/relationships/tags" Target="../tags/tag40.xml"/><Relationship Id="rId6" Type="http://schemas.openxmlformats.org/officeDocument/2006/relationships/tags" Target="../tags/tag39.xml"/><Relationship Id="rId5" Type="http://schemas.openxmlformats.org/officeDocument/2006/relationships/tags" Target="../tags/tag38.xml"/><Relationship Id="rId4" Type="http://schemas.openxmlformats.org/officeDocument/2006/relationships/tags" Target="../tags/tag37.xml"/><Relationship Id="rId3" Type="http://schemas.openxmlformats.org/officeDocument/2006/relationships/tags" Target="../tags/tag36.xml"/><Relationship Id="rId2" Type="http://schemas.openxmlformats.org/officeDocument/2006/relationships/tags" Target="../tags/tag35.xml"/><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5" Type="http://schemas.openxmlformats.org/officeDocument/2006/relationships/tags" Target="../tags/tag46.xml"/><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4" Type="http://schemas.openxmlformats.org/officeDocument/2006/relationships/tags" Target="../tags/tag49.xml"/><Relationship Id="rId3" Type="http://schemas.openxmlformats.org/officeDocument/2006/relationships/tags" Target="../tags/tag48.xml"/><Relationship Id="rId2" Type="http://schemas.openxmlformats.org/officeDocument/2006/relationships/tags" Target="../tags/tag47.xml"/><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7" Type="http://schemas.openxmlformats.org/officeDocument/2006/relationships/tags" Target="../tags/tag55.xml"/><Relationship Id="rId6" Type="http://schemas.openxmlformats.org/officeDocument/2006/relationships/tags" Target="../tags/tag54.xml"/><Relationship Id="rId5" Type="http://schemas.openxmlformats.org/officeDocument/2006/relationships/tags" Target="../tags/tag53.xml"/><Relationship Id="rId4" Type="http://schemas.openxmlformats.org/officeDocument/2006/relationships/tags" Target="../tags/tag52.xml"/><Relationship Id="rId3" Type="http://schemas.openxmlformats.org/officeDocument/2006/relationships/tags" Target="../tags/tag51.xml"/><Relationship Id="rId2" Type="http://schemas.openxmlformats.org/officeDocument/2006/relationships/tags" Target="../tags/tag50.xml"/><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6" Type="http://schemas.openxmlformats.org/officeDocument/2006/relationships/tags" Target="../tags/tag60.xml"/><Relationship Id="rId5" Type="http://schemas.openxmlformats.org/officeDocument/2006/relationships/tags" Target="../tags/tag59.xml"/><Relationship Id="rId4" Type="http://schemas.openxmlformats.org/officeDocument/2006/relationships/tags" Target="../tags/tag58.xml"/><Relationship Id="rId3" Type="http://schemas.openxmlformats.org/officeDocument/2006/relationships/tags" Target="../tags/tag57.xml"/><Relationship Id="rId2" Type="http://schemas.openxmlformats.org/officeDocument/2006/relationships/tags" Target="../tags/tag56.xml"/><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5" Type="http://schemas.openxmlformats.org/officeDocument/2006/relationships/tags" Target="../tags/tag64.xml"/><Relationship Id="rId4" Type="http://schemas.openxmlformats.org/officeDocument/2006/relationships/tags" Target="../tags/tag63.xml"/><Relationship Id="rId3" Type="http://schemas.openxmlformats.org/officeDocument/2006/relationships/tags" Target="../tags/tag62.xml"/><Relationship Id="rId2" Type="http://schemas.openxmlformats.org/officeDocument/2006/relationships/tags" Target="../tags/tag61.xml"/><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6" Type="http://schemas.openxmlformats.org/officeDocument/2006/relationships/tags" Target="../tags/tag69.xml"/><Relationship Id="rId5" Type="http://schemas.openxmlformats.org/officeDocument/2006/relationships/tags" Target="../tags/tag68.xml"/><Relationship Id="rId4" Type="http://schemas.openxmlformats.org/officeDocument/2006/relationships/tags" Target="../tags/tag67.xml"/><Relationship Id="rId3" Type="http://schemas.openxmlformats.org/officeDocument/2006/relationships/tags" Target="../tags/tag66.xml"/><Relationship Id="rId2" Type="http://schemas.openxmlformats.org/officeDocument/2006/relationships/tags" Target="../tags/tag65.xml"/><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6" Type="http://schemas.openxmlformats.org/officeDocument/2006/relationships/tags" Target="../tags/tag74.xml"/><Relationship Id="rId5" Type="http://schemas.openxmlformats.org/officeDocument/2006/relationships/tags" Target="../tags/tag73.xml"/><Relationship Id="rId4" Type="http://schemas.openxmlformats.org/officeDocument/2006/relationships/tags" Target="../tags/tag72.xml"/><Relationship Id="rId3" Type="http://schemas.openxmlformats.org/officeDocument/2006/relationships/tags" Target="../tags/tag71.xml"/><Relationship Id="rId2" Type="http://schemas.openxmlformats.org/officeDocument/2006/relationships/tags" Target="../tags/tag70.xml"/><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6" Type="http://schemas.openxmlformats.org/officeDocument/2006/relationships/tags" Target="../tags/tag79.xml"/><Relationship Id="rId5" Type="http://schemas.openxmlformats.org/officeDocument/2006/relationships/tags" Target="../tags/tag78.xml"/><Relationship Id="rId4" Type="http://schemas.openxmlformats.org/officeDocument/2006/relationships/tags" Target="../tags/tag77.xml"/><Relationship Id="rId3" Type="http://schemas.openxmlformats.org/officeDocument/2006/relationships/tags" Target="../tags/tag76.xml"/><Relationship Id="rId2" Type="http://schemas.openxmlformats.org/officeDocument/2006/relationships/tags" Target="../tags/tag75.xml"/><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6" Type="http://schemas.openxmlformats.org/officeDocument/2006/relationships/tags" Target="../tags/tag84.xml"/><Relationship Id="rId5" Type="http://schemas.openxmlformats.org/officeDocument/2006/relationships/tags" Target="../tags/tag83.xml"/><Relationship Id="rId4" Type="http://schemas.openxmlformats.org/officeDocument/2006/relationships/tags" Target="../tags/tag82.xml"/><Relationship Id="rId3" Type="http://schemas.openxmlformats.org/officeDocument/2006/relationships/tags" Target="../tags/tag81.xml"/><Relationship Id="rId2" Type="http://schemas.openxmlformats.org/officeDocument/2006/relationships/tags" Target="../tags/tag80.xml"/><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7" Type="http://schemas.openxmlformats.org/officeDocument/2006/relationships/tags" Target="../tags/tag90.xml"/><Relationship Id="rId6" Type="http://schemas.openxmlformats.org/officeDocument/2006/relationships/tags" Target="../tags/tag89.xml"/><Relationship Id="rId5" Type="http://schemas.openxmlformats.org/officeDocument/2006/relationships/tags" Target="../tags/tag88.xml"/><Relationship Id="rId4" Type="http://schemas.openxmlformats.org/officeDocument/2006/relationships/tags" Target="../tags/tag87.xml"/><Relationship Id="rId3" Type="http://schemas.openxmlformats.org/officeDocument/2006/relationships/tags" Target="../tags/tag86.xml"/><Relationship Id="rId2" Type="http://schemas.openxmlformats.org/officeDocument/2006/relationships/tags" Target="../tags/tag85.xml"/><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9" Type="http://schemas.openxmlformats.org/officeDocument/2006/relationships/tags" Target="../tags/tag98.xml"/><Relationship Id="rId8" Type="http://schemas.openxmlformats.org/officeDocument/2006/relationships/tags" Target="../tags/tag97.xml"/><Relationship Id="rId7" Type="http://schemas.openxmlformats.org/officeDocument/2006/relationships/tags" Target="../tags/tag96.xml"/><Relationship Id="rId6" Type="http://schemas.openxmlformats.org/officeDocument/2006/relationships/tags" Target="../tags/tag95.xml"/><Relationship Id="rId5" Type="http://schemas.openxmlformats.org/officeDocument/2006/relationships/tags" Target="../tags/tag94.xml"/><Relationship Id="rId4" Type="http://schemas.openxmlformats.org/officeDocument/2006/relationships/tags" Target="../tags/tag93.xml"/><Relationship Id="rId3" Type="http://schemas.openxmlformats.org/officeDocument/2006/relationships/tags" Target="../tags/tag92.xml"/><Relationship Id="rId2" Type="http://schemas.openxmlformats.org/officeDocument/2006/relationships/tags" Target="../tags/tag91.xml"/><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5" Type="http://schemas.openxmlformats.org/officeDocument/2006/relationships/tags" Target="../tags/tag102.xml"/><Relationship Id="rId4" Type="http://schemas.openxmlformats.org/officeDocument/2006/relationships/tags" Target="../tags/tag101.xml"/><Relationship Id="rId3" Type="http://schemas.openxmlformats.org/officeDocument/2006/relationships/tags" Target="../tags/tag100.xml"/><Relationship Id="rId2" Type="http://schemas.openxmlformats.org/officeDocument/2006/relationships/tags" Target="../tags/tag99.xml"/><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4" Type="http://schemas.openxmlformats.org/officeDocument/2006/relationships/tags" Target="../tags/tag105.xml"/><Relationship Id="rId3" Type="http://schemas.openxmlformats.org/officeDocument/2006/relationships/tags" Target="../tags/tag104.xml"/><Relationship Id="rId2" Type="http://schemas.openxmlformats.org/officeDocument/2006/relationships/tags" Target="../tags/tag103.xml"/><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7" Type="http://schemas.openxmlformats.org/officeDocument/2006/relationships/tags" Target="../tags/tag111.xml"/><Relationship Id="rId6" Type="http://schemas.openxmlformats.org/officeDocument/2006/relationships/tags" Target="../tags/tag110.xml"/><Relationship Id="rId5" Type="http://schemas.openxmlformats.org/officeDocument/2006/relationships/tags" Target="../tags/tag109.xml"/><Relationship Id="rId4" Type="http://schemas.openxmlformats.org/officeDocument/2006/relationships/tags" Target="../tags/tag108.xml"/><Relationship Id="rId3" Type="http://schemas.openxmlformats.org/officeDocument/2006/relationships/tags" Target="../tags/tag107.xml"/><Relationship Id="rId2" Type="http://schemas.openxmlformats.org/officeDocument/2006/relationships/tags" Target="../tags/tag106.xml"/><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6" Type="http://schemas.openxmlformats.org/officeDocument/2006/relationships/tags" Target="../tags/tag116.xml"/><Relationship Id="rId5" Type="http://schemas.openxmlformats.org/officeDocument/2006/relationships/tags" Target="../tags/tag115.xml"/><Relationship Id="rId4" Type="http://schemas.openxmlformats.org/officeDocument/2006/relationships/tags" Target="../tags/tag114.xml"/><Relationship Id="rId3" Type="http://schemas.openxmlformats.org/officeDocument/2006/relationships/tags" Target="../tags/tag113.xml"/><Relationship Id="rId2" Type="http://schemas.openxmlformats.org/officeDocument/2006/relationships/tags" Target="../tags/tag112.xml"/><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5" Type="http://schemas.openxmlformats.org/officeDocument/2006/relationships/tags" Target="../tags/tag120.xml"/><Relationship Id="rId4" Type="http://schemas.openxmlformats.org/officeDocument/2006/relationships/tags" Target="../tags/tag119.xml"/><Relationship Id="rId3" Type="http://schemas.openxmlformats.org/officeDocument/2006/relationships/tags" Target="../tags/tag118.xml"/><Relationship Id="rId2" Type="http://schemas.openxmlformats.org/officeDocument/2006/relationships/tags" Target="../tags/tag117.xml"/><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6" Type="http://schemas.openxmlformats.org/officeDocument/2006/relationships/tags" Target="../tags/tag125.xml"/><Relationship Id="rId5" Type="http://schemas.openxmlformats.org/officeDocument/2006/relationships/tags" Target="../tags/tag124.xml"/><Relationship Id="rId4" Type="http://schemas.openxmlformats.org/officeDocument/2006/relationships/tags" Target="../tags/tag123.xml"/><Relationship Id="rId3" Type="http://schemas.openxmlformats.org/officeDocument/2006/relationships/tags" Target="../tags/tag122.xml"/><Relationship Id="rId2" Type="http://schemas.openxmlformats.org/officeDocument/2006/relationships/tags" Target="../tags/tag121.xml"/><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末尾幻灯片">
    <p:bg>
      <p:bgPr>
        <a:solidFill>
          <a:srgbClr val="FFFFFF"/>
        </a:solidFill>
        <a:effectLst/>
      </p:bgPr>
    </p:bg>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a:xfrm>
            <a:off x="612000" y="6314400"/>
            <a:ext cx="2700000" cy="316800"/>
          </a:xfrm>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a:xfrm>
            <a:off x="4116000" y="6314400"/>
            <a:ext cx="3960000" cy="316800"/>
          </a:xfrm>
        </p:spPr>
        <p:txBody>
          <a:bodyPr/>
          <a:lstStyle/>
          <a:p>
            <a:endParaRPr lang="zh-CN" altLang="en-US"/>
          </a:p>
        </p:txBody>
      </p:sp>
      <p:sp>
        <p:nvSpPr>
          <p:cNvPr id="5" name="灯片编号占位符 4"/>
          <p:cNvSpPr>
            <a:spLocks noGrp="1"/>
          </p:cNvSpPr>
          <p:nvPr>
            <p:ph type="sldNum" sz="quarter" idx="12"/>
            <p:custDataLst>
              <p:tags r:id="rId4"/>
            </p:custDataLst>
          </p:nvPr>
        </p:nvSpPr>
        <p:spPr>
          <a:xfrm>
            <a:off x="8877600" y="6314400"/>
            <a:ext cx="2700000" cy="316800"/>
          </a:xfrm>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5"/>
            </p:custDataLst>
          </p:nvPr>
        </p:nvSpPr>
        <p:spPr>
          <a:xfrm>
            <a:off x="1198800" y="2484000"/>
            <a:ext cx="9799200" cy="1018800"/>
          </a:xfrm>
        </p:spPr>
        <p:txBody>
          <a:bodyPr vert="horz" lIns="90000" tIns="46800" rIns="90000" bIns="46800" rtlCol="0" anchor="t" anchorCtr="0">
            <a:normAutofit/>
          </a:bodyPr>
          <a:lstStyle>
            <a:lvl1pPr marL="0" marR="0" algn="ctr" defTabSz="914400" rtl="0" eaLnBrk="1" fontAlgn="auto" latinLnBrk="0" hangingPunct="1">
              <a:lnSpc>
                <a:spcPct val="100000"/>
              </a:lnSpc>
              <a:buNone/>
              <a:defRPr kumimoji="0" lang="zh-CN" altLang="en-US" sz="6000" b="1" i="0" u="none" strike="noStrike" kern="1200" cap="none" spc="300" normalizeH="0" baseline="0" noProof="1" dirty="0">
                <a:solidFill>
                  <a:schemeClr val="tx1">
                    <a:lumMod val="85000"/>
                    <a:lumOff val="15000"/>
                  </a:schemeClr>
                </a:solidFill>
                <a:effectLst/>
                <a:uFillTx/>
                <a:latin typeface="Arial" panose="020B0604020202020204" pitchFamily="34" charset="0"/>
                <a:ea typeface="微软雅黑" panose="020B0503020204020204" pitchFamily="34" charset="-122"/>
                <a:cs typeface="+mj-cs"/>
                <a:sym typeface="+mn-ea"/>
              </a:defRPr>
            </a:lvl1pPr>
          </a:lstStyle>
          <a:p>
            <a:pPr lvl="0"/>
            <a:r>
              <a:rPr>
                <a:sym typeface="+mn-ea"/>
              </a:rPr>
              <a:t>单击此处编辑标题</a:t>
            </a:r>
            <a:endParaRPr>
              <a:sym typeface="+mn-ea"/>
            </a:endParaRPr>
          </a:p>
        </p:txBody>
      </p:sp>
      <p:sp>
        <p:nvSpPr>
          <p:cNvPr id="7" name="文本占位符 6"/>
          <p:cNvSpPr>
            <a:spLocks noGrp="1"/>
          </p:cNvSpPr>
          <p:nvPr>
            <p:ph type="body" sz="quarter" idx="13"/>
            <p:custDataLst>
              <p:tags r:id="rId6"/>
            </p:custDataLst>
          </p:nvPr>
        </p:nvSpPr>
        <p:spPr>
          <a:xfrm>
            <a:off x="1198800" y="3560400"/>
            <a:ext cx="9799200" cy="471600"/>
          </a:xfrm>
        </p:spPr>
        <p:txBody>
          <a:bodyPr lIns="90000" tIns="46800" rIns="90000" bIns="46800">
            <a:normAutofit/>
          </a:bodyPr>
          <a:lstStyle>
            <a:lvl1pPr marL="0" indent="0" algn="ctr">
              <a:lnSpc>
                <a:spcPct val="110000"/>
              </a:lnSpc>
              <a:buNone/>
              <a:defRPr sz="2400" spc="200" baseline="0">
                <a:solidFill>
                  <a:schemeClr val="tx1">
                    <a:lumMod val="65000"/>
                    <a:lumOff val="35000"/>
                  </a:schemeClr>
                </a:solidFill>
              </a:defRPr>
            </a:lvl1pPr>
          </a:lstStyle>
          <a:p>
            <a:pPr lvl="0"/>
            <a:r>
              <a:rPr lang="zh-CN" altLang="en-US" dirty="0"/>
              <a:t>单击此处编辑母版文本样式</a:t>
            </a:r>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a:xfrm>
            <a:off x="838200" y="6356350"/>
            <a:ext cx="2743200" cy="365125"/>
          </a:xfrm>
        </p:spPr>
        <p:txBody>
          <a:bodyPr/>
          <a:lstStyle/>
          <a:p>
            <a:fld id="{263DB197-84B0-484E-9C0F-88358ECCB797}" type="datetimeFigureOut">
              <a:rPr lang="zh-CN" altLang="en-US" smtClean="0"/>
            </a:fld>
            <a:endParaRPr lang="zh-CN" altLang="en-US"/>
          </a:p>
        </p:txBody>
      </p:sp>
      <p:sp>
        <p:nvSpPr>
          <p:cNvPr id="4" name="页脚占位符 3"/>
          <p:cNvSpPr>
            <a:spLocks noGrp="1"/>
          </p:cNvSpPr>
          <p:nvPr>
            <p:ph type="ftr" sz="quarter" idx="11"/>
          </p:nvPr>
        </p:nvSpPr>
        <p:spPr>
          <a:xfrm>
            <a:off x="4038600" y="6356350"/>
            <a:ext cx="4114800" cy="365125"/>
          </a:xfrm>
        </p:spPr>
        <p:txBody>
          <a:bodyPr/>
          <a:lstStyle/>
          <a:p>
            <a:endParaRPr lang="zh-CN" altLang="en-US"/>
          </a:p>
        </p:txBody>
      </p:sp>
      <p:sp>
        <p:nvSpPr>
          <p:cNvPr id="5" name="灯片编号占位符 4"/>
          <p:cNvSpPr>
            <a:spLocks noGrp="1"/>
          </p:cNvSpPr>
          <p:nvPr>
            <p:ph type="sldNum" sz="quarter" idx="12"/>
          </p:nvPr>
        </p:nvSpPr>
        <p:spPr>
          <a:xfrm>
            <a:off x="8610600" y="6356350"/>
            <a:ext cx="2743200" cy="365125"/>
          </a:xfrm>
        </p:spPr>
        <p:txBody>
          <a:bodyPr/>
          <a:lstStyle/>
          <a:p>
            <a:fld id="{E077DA78-E013-4A8C-AD75-63A150561B10}"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a:xfrm>
            <a:off x="838200" y="6356350"/>
            <a:ext cx="2743200" cy="365125"/>
          </a:xfrm>
        </p:spPr>
        <p:txBody>
          <a:bodyPr/>
          <a:lstStyle/>
          <a:p>
            <a:fld id="{263DB197-84B0-484E-9C0F-88358ECCB797}" type="datetimeFigureOut">
              <a:rPr lang="zh-CN" altLang="en-US" smtClean="0"/>
            </a:fld>
            <a:endParaRPr lang="zh-CN" altLang="en-US"/>
          </a:p>
        </p:txBody>
      </p:sp>
      <p:sp>
        <p:nvSpPr>
          <p:cNvPr id="4" name="页脚占位符 3"/>
          <p:cNvSpPr>
            <a:spLocks noGrp="1"/>
          </p:cNvSpPr>
          <p:nvPr>
            <p:ph type="ftr" sz="quarter" idx="11"/>
          </p:nvPr>
        </p:nvSpPr>
        <p:spPr>
          <a:xfrm>
            <a:off x="4038600" y="6356350"/>
            <a:ext cx="4114800" cy="365125"/>
          </a:xfrm>
        </p:spPr>
        <p:txBody>
          <a:bodyPr/>
          <a:lstStyle/>
          <a:p>
            <a:endParaRPr lang="zh-CN" altLang="en-US"/>
          </a:p>
        </p:txBody>
      </p:sp>
      <p:sp>
        <p:nvSpPr>
          <p:cNvPr id="5" name="灯片编号占位符 4"/>
          <p:cNvSpPr>
            <a:spLocks noGrp="1"/>
          </p:cNvSpPr>
          <p:nvPr>
            <p:ph type="sldNum" sz="quarter" idx="12"/>
          </p:nvPr>
        </p:nvSpPr>
        <p:spPr>
          <a:xfrm>
            <a:off x="8610600" y="6356350"/>
            <a:ext cx="2743200" cy="365125"/>
          </a:xfrm>
        </p:spPr>
        <p:txBody>
          <a:bodyPr/>
          <a:lstStyle/>
          <a:p>
            <a:fld id="{E077DA78-E013-4A8C-AD75-63A150561B10}"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a:xfrm>
            <a:off x="838200" y="6356350"/>
            <a:ext cx="2743200" cy="365125"/>
          </a:xfrm>
        </p:spPr>
        <p:txBody>
          <a:bodyPr/>
          <a:lstStyle/>
          <a:p>
            <a:fld id="{263DB197-84B0-484E-9C0F-88358ECCB797}" type="datetimeFigureOut">
              <a:rPr lang="zh-CN" altLang="en-US" smtClean="0"/>
            </a:fld>
            <a:endParaRPr lang="zh-CN" altLang="en-US"/>
          </a:p>
        </p:txBody>
      </p:sp>
      <p:sp>
        <p:nvSpPr>
          <p:cNvPr id="4" name="页脚占位符 3"/>
          <p:cNvSpPr>
            <a:spLocks noGrp="1"/>
          </p:cNvSpPr>
          <p:nvPr>
            <p:ph type="ftr" sz="quarter" idx="11"/>
          </p:nvPr>
        </p:nvSpPr>
        <p:spPr>
          <a:xfrm>
            <a:off x="4038600" y="6356350"/>
            <a:ext cx="4114800" cy="365125"/>
          </a:xfrm>
        </p:spPr>
        <p:txBody>
          <a:bodyPr/>
          <a:lstStyle/>
          <a:p>
            <a:endParaRPr lang="zh-CN" altLang="en-US"/>
          </a:p>
        </p:txBody>
      </p:sp>
      <p:sp>
        <p:nvSpPr>
          <p:cNvPr id="5" name="灯片编号占位符 4"/>
          <p:cNvSpPr>
            <a:spLocks noGrp="1"/>
          </p:cNvSpPr>
          <p:nvPr>
            <p:ph type="sldNum" sz="quarter" idx="12"/>
          </p:nvPr>
        </p:nvSpPr>
        <p:spPr>
          <a:xfrm>
            <a:off x="8610600" y="6356350"/>
            <a:ext cx="2743200" cy="365125"/>
          </a:xfrm>
        </p:spPr>
        <p:txBody>
          <a:bodyPr/>
          <a:lstStyle/>
          <a:p>
            <a:fld id="{E077DA78-E013-4A8C-AD75-63A150561B10}"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rgbClr val="FFFFFF"/>
        </a:solidFill>
        <a:effectLst/>
      </p:bgPr>
    </p:bg>
    <p:spTree>
      <p:nvGrpSpPr>
        <p:cNvPr id="1" name=""/>
        <p:cNvGrpSpPr/>
        <p:nvPr/>
      </p:nvGrpSpPr>
      <p:grpSpPr>
        <a:xfrm>
          <a:off x="0" y="0"/>
          <a:ext cx="0" cy="0"/>
          <a:chOff x="0" y="0"/>
          <a:chExt cx="0" cy="0"/>
        </a:xfrm>
      </p:grpSpPr>
      <p:sp>
        <p:nvSpPr>
          <p:cNvPr id="2" name="标题 1"/>
          <p:cNvSpPr>
            <a:spLocks noGrp="1"/>
          </p:cNvSpPr>
          <p:nvPr>
            <p:ph type="ctrTitle" hasCustomPrompt="1"/>
            <p:custDataLst>
              <p:tags r:id="rId2"/>
            </p:custDataLst>
          </p:nvPr>
        </p:nvSpPr>
        <p:spPr>
          <a:xfrm>
            <a:off x="1198800" y="914400"/>
            <a:ext cx="9799200" cy="2570400"/>
          </a:xfrm>
        </p:spPr>
        <p:txBody>
          <a:bodyPr lIns="90000" tIns="46800" rIns="90000" bIns="46800" anchor="b" anchorCtr="0">
            <a:normAutofit/>
          </a:bodyPr>
          <a:lstStyle>
            <a:lvl1pPr algn="ctr">
              <a:defRPr sz="6000" b="1" i="0" spc="300" baseline="0">
                <a:solidFill>
                  <a:schemeClr val="tx1">
                    <a:lumMod val="85000"/>
                    <a:lumOff val="15000"/>
                  </a:schemeClr>
                </a:solidFill>
                <a:effectLst/>
              </a:defRPr>
            </a:lvl1pPr>
          </a:lstStyle>
          <a:p>
            <a:r>
              <a:rPr lang="zh-CN" altLang="en-US" dirty="0"/>
              <a:t>单击此处编辑标题</a:t>
            </a:r>
            <a:endParaRPr lang="zh-CN" altLang="en-US" dirty="0"/>
          </a:p>
        </p:txBody>
      </p:sp>
      <p:sp>
        <p:nvSpPr>
          <p:cNvPr id="3" name="副标题 2"/>
          <p:cNvSpPr>
            <a:spLocks noGrp="1"/>
          </p:cNvSpPr>
          <p:nvPr>
            <p:ph type="subTitle" idx="1" hasCustomPrompt="1"/>
            <p:custDataLst>
              <p:tags r:id="rId3"/>
            </p:custDataLst>
          </p:nvPr>
        </p:nvSpPr>
        <p:spPr>
          <a:xfrm>
            <a:off x="1198800" y="3560400"/>
            <a:ext cx="9799200" cy="1472400"/>
          </a:xfrm>
        </p:spPr>
        <p:txBody>
          <a:bodyPr lIns="90000" tIns="46800" rIns="90000" bIns="46800">
            <a:normAutofit/>
          </a:bodyPr>
          <a:lstStyle>
            <a:lvl1pPr marL="0" indent="0" algn="ctr" eaLnBrk="1" fontAlgn="auto" latinLnBrk="0" hangingPunct="1">
              <a:lnSpc>
                <a:spcPct val="110000"/>
              </a:lnSpc>
              <a:buNone/>
              <a:defRPr sz="2400" u="none" strike="noStrike" kern="1200" cap="none" spc="200" normalizeH="0" baseline="0">
                <a:solidFill>
                  <a:schemeClr val="tx1">
                    <a:lumMod val="65000"/>
                    <a:lumOff val="35000"/>
                  </a:schemeClr>
                </a:solidFill>
                <a:uFillTx/>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endParaRPr lang="zh-CN" altLang="en-US" dirty="0"/>
          </a:p>
        </p:txBody>
      </p:sp>
      <p:sp>
        <p:nvSpPr>
          <p:cNvPr id="16" name="日期占位符 15"/>
          <p:cNvSpPr>
            <a:spLocks noGrp="1"/>
          </p:cNvSpPr>
          <p:nvPr>
            <p:ph type="dt" sz="half" idx="10"/>
            <p:custDataLst>
              <p:tags r:id="rId4"/>
            </p:custDataLst>
          </p:nvPr>
        </p:nvSpPr>
        <p:spPr>
          <a:xfrm>
            <a:off x="612000" y="6314400"/>
            <a:ext cx="2700000" cy="316800"/>
          </a:xfrm>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a:xfrm>
            <a:off x="4116000" y="6314400"/>
            <a:ext cx="3960000" cy="316800"/>
          </a:xfrm>
        </p:spPr>
        <p:txBody>
          <a:bodyPr/>
          <a:lstStyle/>
          <a:p>
            <a:endParaRPr lang="zh-CN" altLang="en-US" dirty="0"/>
          </a:p>
        </p:txBody>
      </p:sp>
      <p:sp>
        <p:nvSpPr>
          <p:cNvPr id="18" name="灯片编号占位符 17"/>
          <p:cNvSpPr>
            <a:spLocks noGrp="1"/>
          </p:cNvSpPr>
          <p:nvPr>
            <p:ph type="sldNum" sz="quarter" idx="12"/>
            <p:custDataLst>
              <p:tags r:id="rId6"/>
            </p:custDataLst>
          </p:nvPr>
        </p:nvSpPr>
        <p:spPr>
          <a:xfrm>
            <a:off x="8877600" y="6314400"/>
            <a:ext cx="2700000" cy="316800"/>
          </a:xfrm>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bg>
      <p:bgPr>
        <a:solidFill>
          <a:srgbClr val="FFFFFF"/>
        </a:solidFill>
        <a:effectLst/>
      </p:bgPr>
    </p:bg>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a:xfrm>
            <a:off x="612000" y="6314400"/>
            <a:ext cx="2700000" cy="316800"/>
          </a:xfrm>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a:xfrm>
            <a:off x="4116000" y="6314400"/>
            <a:ext cx="3960000" cy="316800"/>
          </a:xfrm>
        </p:spPr>
        <p:txBody>
          <a:bodyPr/>
          <a:lstStyle/>
          <a:p>
            <a:endParaRPr lang="zh-CN" altLang="en-US"/>
          </a:p>
        </p:txBody>
      </p:sp>
      <p:sp>
        <p:nvSpPr>
          <p:cNvPr id="4" name="灯片编号占位符 3"/>
          <p:cNvSpPr>
            <a:spLocks noGrp="1"/>
          </p:cNvSpPr>
          <p:nvPr>
            <p:ph type="sldNum" sz="quarter" idx="12"/>
            <p:custDataLst>
              <p:tags r:id="rId4"/>
            </p:custDataLst>
          </p:nvPr>
        </p:nvSpPr>
        <p:spPr>
          <a:xfrm>
            <a:off x="8877600" y="6314400"/>
            <a:ext cx="2700000" cy="316800"/>
          </a:xfrm>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idx="1"/>
          </p:nvPr>
        </p:nvSpPr>
        <p:spPr>
          <a:xfrm>
            <a:off x="838200" y="1825625"/>
            <a:ext cx="10515600" cy="4351338"/>
          </a:xfrm>
          <a:prstGeom prst="rect">
            <a:avLst/>
          </a:prstGeo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a:xfrm>
            <a:off x="838200" y="6356350"/>
            <a:ext cx="2743200" cy="365125"/>
          </a:xfrm>
          <a:prstGeom prst="rect">
            <a:avLst/>
          </a:prstGeom>
        </p:spPr>
        <p:txBody>
          <a:bodyPr/>
          <a:lstStyle/>
          <a:p>
            <a:fld id="{F51CC480-FC89-4E2E-BB6A-EFF978791FAC}" type="datetimeFigureOut">
              <a:rPr lang="zh-CN" altLang="en-US" smtClean="0"/>
            </a:fld>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A255A7EE-E527-4C9D-8585-493F7BE371F6}"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rgbClr val="FFFFFF"/>
        </a:solidFill>
        <a:effectLst/>
      </p:bgPr>
    </p:bg>
    <p:spTree>
      <p:nvGrpSpPr>
        <p:cNvPr id="1" name=""/>
        <p:cNvGrpSpPr/>
        <p:nvPr/>
      </p:nvGrpSpPr>
      <p:grpSpPr>
        <a:xfrm>
          <a:off x="0" y="0"/>
          <a:ext cx="0" cy="0"/>
          <a:chOff x="0" y="0"/>
          <a:chExt cx="0" cy="0"/>
        </a:xfrm>
      </p:grpSpPr>
      <p:sp>
        <p:nvSpPr>
          <p:cNvPr id="2" name="标题 1"/>
          <p:cNvSpPr>
            <a:spLocks noGrp="1"/>
          </p:cNvSpPr>
          <p:nvPr>
            <p:ph type="ctrTitle" hasCustomPrompt="1"/>
            <p:custDataLst>
              <p:tags r:id="rId2"/>
            </p:custDataLst>
          </p:nvPr>
        </p:nvSpPr>
        <p:spPr>
          <a:xfrm>
            <a:off x="1198800" y="914400"/>
            <a:ext cx="9799200" cy="2570400"/>
          </a:xfrm>
        </p:spPr>
        <p:txBody>
          <a:bodyPr lIns="90000" tIns="46800" rIns="90000" bIns="46800" anchor="b" anchorCtr="0">
            <a:normAutofit/>
          </a:bodyPr>
          <a:lstStyle>
            <a:lvl1pPr algn="ctr">
              <a:defRPr sz="6000" b="1" i="0" spc="300" baseline="0">
                <a:solidFill>
                  <a:schemeClr val="tx1">
                    <a:lumMod val="85000"/>
                    <a:lumOff val="15000"/>
                  </a:schemeClr>
                </a:solidFill>
                <a:effectLst/>
              </a:defRPr>
            </a:lvl1pPr>
          </a:lstStyle>
          <a:p>
            <a:r>
              <a:rPr lang="zh-CN" altLang="en-US" dirty="0"/>
              <a:t>单击此处编辑标题</a:t>
            </a:r>
            <a:endParaRPr lang="zh-CN" altLang="en-US" dirty="0"/>
          </a:p>
        </p:txBody>
      </p:sp>
      <p:sp>
        <p:nvSpPr>
          <p:cNvPr id="3" name="副标题 2"/>
          <p:cNvSpPr>
            <a:spLocks noGrp="1"/>
          </p:cNvSpPr>
          <p:nvPr>
            <p:ph type="subTitle" idx="1" hasCustomPrompt="1"/>
            <p:custDataLst>
              <p:tags r:id="rId3"/>
            </p:custDataLst>
          </p:nvPr>
        </p:nvSpPr>
        <p:spPr>
          <a:xfrm>
            <a:off x="1198800" y="3560400"/>
            <a:ext cx="9799200" cy="1472400"/>
          </a:xfrm>
        </p:spPr>
        <p:txBody>
          <a:bodyPr lIns="90000" tIns="46800" rIns="90000" bIns="46800">
            <a:normAutofit/>
          </a:bodyPr>
          <a:lstStyle>
            <a:lvl1pPr marL="0" indent="0" algn="ctr" eaLnBrk="1" fontAlgn="auto" latinLnBrk="0" hangingPunct="1">
              <a:lnSpc>
                <a:spcPct val="110000"/>
              </a:lnSpc>
              <a:buNone/>
              <a:defRPr sz="2400" u="none" strike="noStrike" kern="1200" cap="none" spc="200" normalizeH="0" baseline="0">
                <a:solidFill>
                  <a:schemeClr val="tx1">
                    <a:lumMod val="65000"/>
                    <a:lumOff val="35000"/>
                  </a:schemeClr>
                </a:solidFill>
                <a:uFillTx/>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endParaRPr lang="zh-CN" altLang="en-US" dirty="0"/>
          </a:p>
        </p:txBody>
      </p:sp>
      <p:sp>
        <p:nvSpPr>
          <p:cNvPr id="16" name="日期占位符 15"/>
          <p:cNvSpPr>
            <a:spLocks noGrp="1"/>
          </p:cNvSpPr>
          <p:nvPr>
            <p:ph type="dt" sz="half" idx="10"/>
            <p:custDataLst>
              <p:tags r:id="rId4"/>
            </p:custDataLst>
          </p:nvPr>
        </p:nvSpPr>
        <p:spPr>
          <a:xfrm>
            <a:off x="612000" y="6314400"/>
            <a:ext cx="2700000" cy="316800"/>
          </a:xfrm>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a:xfrm>
            <a:off x="4116000" y="6314400"/>
            <a:ext cx="3960000" cy="316800"/>
          </a:xfrm>
        </p:spPr>
        <p:txBody>
          <a:bodyPr/>
          <a:lstStyle/>
          <a:p>
            <a:endParaRPr lang="zh-CN" altLang="en-US" dirty="0"/>
          </a:p>
        </p:txBody>
      </p:sp>
      <p:sp>
        <p:nvSpPr>
          <p:cNvPr id="18" name="灯片编号占位符 17"/>
          <p:cNvSpPr>
            <a:spLocks noGrp="1"/>
          </p:cNvSpPr>
          <p:nvPr>
            <p:ph type="sldNum" sz="quarter" idx="12"/>
            <p:custDataLst>
              <p:tags r:id="rId6"/>
            </p:custDataLst>
          </p:nvPr>
        </p:nvSpPr>
        <p:spPr>
          <a:xfrm>
            <a:off x="8877600" y="6314400"/>
            <a:ext cx="2700000" cy="316800"/>
          </a:xfrm>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rgbClr val="FFFFFF"/>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lvl1pPr marL="0" marR="0" algn="l" defTabSz="914400" rtl="0" eaLnBrk="1" fontAlgn="auto" latinLnBrk="0" hangingPunct="1">
              <a:lnSpc>
                <a:spcPct val="100000"/>
              </a:lnSpc>
              <a:buNone/>
              <a:defRPr kumimoji="0" lang="zh-CN" altLang="en-US" sz="3600" b="1" i="0" u="none" strike="noStrike" kern="1200" cap="none" spc="30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endParaRPr dirty="0">
              <a:sym typeface="+mn-ea"/>
            </a:endParaRPr>
          </a:p>
        </p:txBody>
      </p:sp>
      <p:sp>
        <p:nvSpPr>
          <p:cNvPr id="3" name="内容占位符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8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2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20000"/>
              </a:lnSpc>
              <a:spcBef>
                <a:spcPts val="0"/>
              </a:spcBef>
              <a:spcAft>
                <a:spcPts val="300"/>
              </a:spcAft>
              <a:buFont typeface="Wingdings" panose="05000000000000000000"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20000"/>
              </a:lnSpc>
              <a:spcBef>
                <a:spcPts val="0"/>
              </a:spcBef>
              <a:spcAft>
                <a:spcPts val="300"/>
              </a:spcAft>
              <a:buFont typeface="Arial" panose="020B0604020202020204" pitchFamily="34"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5pPr>
            <a:lvl6pPr marL="2286000" indent="0">
              <a:buNone/>
              <a:defRPr/>
            </a:lvl6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4" name="日期占位符 3"/>
          <p:cNvSpPr>
            <a:spLocks noGrp="1"/>
          </p:cNvSpPr>
          <p:nvPr>
            <p:ph type="dt" sz="half" idx="10"/>
            <p:custDataLst>
              <p:tags r:id="rId4"/>
            </p:custDataLst>
          </p:nvPr>
        </p:nvSpPr>
        <p:spPr>
          <a:xfrm>
            <a:off x="612000" y="6314400"/>
            <a:ext cx="2700000" cy="316800"/>
          </a:xfrm>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a:xfrm>
            <a:off x="4116000" y="6314400"/>
            <a:ext cx="3960000" cy="316800"/>
          </a:xfrm>
        </p:spPr>
        <p:txBody>
          <a:bodyPr/>
          <a:lstStyle/>
          <a:p>
            <a:endParaRPr lang="zh-CN" altLang="en-US"/>
          </a:p>
        </p:txBody>
      </p:sp>
      <p:sp>
        <p:nvSpPr>
          <p:cNvPr id="6" name="灯片编号占位符 5"/>
          <p:cNvSpPr>
            <a:spLocks noGrp="1"/>
          </p:cNvSpPr>
          <p:nvPr>
            <p:ph type="sldNum" sz="quarter" idx="12"/>
            <p:custDataLst>
              <p:tags r:id="rId6"/>
            </p:custDataLst>
          </p:nvPr>
        </p:nvSpPr>
        <p:spPr>
          <a:xfrm>
            <a:off x="8877600" y="6314400"/>
            <a:ext cx="2700000" cy="316800"/>
          </a:xfrm>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rgbClr val="FFFFFF"/>
        </a:solidFill>
        <a:effectLst/>
      </p:bgPr>
    </p:bg>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1990800" y="3848400"/>
            <a:ext cx="7768800" cy="766800"/>
          </a:xfrm>
        </p:spPr>
        <p:txBody>
          <a:bodyPr lIns="90000" tIns="46800" rIns="90000" bIns="46800" anchor="b" anchorCtr="0">
            <a:normAutofit/>
          </a:bodyPr>
          <a:lstStyle>
            <a:lvl1pPr>
              <a:defRPr sz="4400" b="1" i="0" u="none" strike="noStrike" kern="1200" cap="none" spc="300" normalizeH="0" baseline="0">
                <a:solidFill>
                  <a:schemeClr val="tx1">
                    <a:lumMod val="85000"/>
                    <a:lumOff val="15000"/>
                  </a:schemeClr>
                </a:solidFill>
                <a:effectLst/>
                <a:uFillTx/>
              </a:defRPr>
            </a:lvl1pPr>
          </a:lstStyle>
          <a:p>
            <a:r>
              <a:rPr lang="zh-CN" altLang="en-US" dirty="0"/>
              <a:t>单击此处编辑标题</a:t>
            </a:r>
            <a:endParaRPr lang="zh-CN" altLang="en-US" dirty="0"/>
          </a:p>
        </p:txBody>
      </p:sp>
      <p:sp>
        <p:nvSpPr>
          <p:cNvPr id="3" name="文本占位符 2"/>
          <p:cNvSpPr>
            <a:spLocks noGrp="1"/>
          </p:cNvSpPr>
          <p:nvPr>
            <p:ph type="body" idx="1" hasCustomPrompt="1"/>
            <p:custDataLst>
              <p:tags r:id="rId3"/>
            </p:custDataLst>
          </p:nvPr>
        </p:nvSpPr>
        <p:spPr>
          <a:xfrm>
            <a:off x="1990800" y="4615200"/>
            <a:ext cx="7768800" cy="867600"/>
          </a:xfrm>
        </p:spPr>
        <p:txBody>
          <a:bodyPr lIns="90000" tIns="46800" rIns="90000" bIns="46800">
            <a:normAutofit/>
          </a:bodyPr>
          <a:lstStyle>
            <a:lvl1pPr marL="0" indent="0" eaLnBrk="1" fontAlgn="auto" latinLnBrk="0" hangingPunct="1">
              <a:lnSpc>
                <a:spcPct val="130000"/>
              </a:lnSpc>
              <a:buNone/>
              <a:defRPr kumimoji="0" lang="zh-CN" altLang="en-US" sz="1800" b="0" i="0" u="none" strike="noStrike" kern="1200" cap="none" spc="150" normalizeH="0" baseline="0" noProof="1">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endParaRPr lang="zh-CN" altLang="en-US" dirty="0"/>
          </a:p>
        </p:txBody>
      </p:sp>
      <p:sp>
        <p:nvSpPr>
          <p:cNvPr id="4" name="日期占位符 3"/>
          <p:cNvSpPr>
            <a:spLocks noGrp="1"/>
          </p:cNvSpPr>
          <p:nvPr>
            <p:ph type="dt" sz="half" idx="10"/>
            <p:custDataLst>
              <p:tags r:id="rId4"/>
            </p:custDataLst>
          </p:nvPr>
        </p:nvSpPr>
        <p:spPr>
          <a:xfrm>
            <a:off x="612000" y="6314400"/>
            <a:ext cx="2700000" cy="316800"/>
          </a:xfrm>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a:xfrm>
            <a:off x="4116000" y="6314400"/>
            <a:ext cx="3960000" cy="316800"/>
          </a:xfrm>
        </p:spPr>
        <p:txBody>
          <a:bodyPr/>
          <a:lstStyle/>
          <a:p>
            <a:endParaRPr lang="zh-CN" altLang="en-US"/>
          </a:p>
        </p:txBody>
      </p:sp>
      <p:sp>
        <p:nvSpPr>
          <p:cNvPr id="6" name="灯片编号占位符 5"/>
          <p:cNvSpPr>
            <a:spLocks noGrp="1"/>
          </p:cNvSpPr>
          <p:nvPr>
            <p:ph type="sldNum" sz="quarter" idx="12"/>
            <p:custDataLst>
              <p:tags r:id="rId6"/>
            </p:custDataLst>
          </p:nvPr>
        </p:nvSpPr>
        <p:spPr>
          <a:xfrm>
            <a:off x="8877600" y="6314400"/>
            <a:ext cx="2700000" cy="316800"/>
          </a:xfrm>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woObj" preserve="1">
  <p:cSld name="两栏内容">
    <p:bg>
      <p:bgPr>
        <a:solidFill>
          <a:srgbClr val="FFFFFF"/>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lvl1pPr marL="0" marR="0" lvl="0" algn="l" defTabSz="914400" rtl="0" eaLnBrk="1" fontAlgn="auto" latinLnBrk="0" hangingPunct="1">
              <a:lnSpc>
                <a:spcPct val="100000"/>
              </a:lnSpc>
              <a:buNone/>
              <a:defRPr kumimoji="0" lang="zh-CN" altLang="en-US" sz="3600" b="1" i="0" u="none" strike="noStrike" kern="1200" cap="none" spc="30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endParaRPr dirty="0">
              <a:sym typeface="+mn-ea"/>
            </a:endParaRPr>
          </a:p>
        </p:txBody>
      </p:sp>
      <p:sp>
        <p:nvSpPr>
          <p:cNvPr id="3" name="内容占位符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2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20000"/>
              </a:lnSpc>
              <a:spcBef>
                <a:spcPts val="0"/>
              </a:spcBef>
              <a:spcAft>
                <a:spcPts val="300"/>
              </a:spcAft>
              <a:buFont typeface="Wingdings" panose="05000000000000000000"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20000"/>
              </a:lnSpc>
              <a:spcBef>
                <a:spcPts val="0"/>
              </a:spcBef>
              <a:spcAft>
                <a:spcPts val="300"/>
              </a:spcAft>
              <a:buFont typeface="Arial" panose="020B0604020202020204" pitchFamily="34"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4" name="内容占位符 3"/>
          <p:cNvSpPr>
            <a:spLocks noGrp="1"/>
          </p:cNvSpPr>
          <p:nvPr>
            <p:ph sz="half" idx="2"/>
            <p:custDataLst>
              <p:tags r:id="rId4"/>
            </p:custDataLst>
          </p:nvPr>
        </p:nvSpPr>
        <p:spPr>
          <a:xfrm>
            <a:off x="6411600" y="1501200"/>
            <a:ext cx="5176800" cy="4748400"/>
          </a:xfrm>
        </p:spPr>
        <p:txBody>
          <a:bodyPr lIns="90000" tIns="46800" rIns="90000" bIns="46800">
            <a:normAutofit/>
          </a:bodyPr>
          <a:lstStyle>
            <a:lvl1pPr marL="228600" indent="-228600" eaLnBrk="1" fontAlgn="auto" latinLnBrk="0" hangingPunct="1">
              <a:lnSpc>
                <a:spcPct val="130000"/>
              </a:lnSpc>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latin typeface="Arial" panose="020B0604020202020204" pitchFamily="34" charset="0"/>
                <a:ea typeface="微软雅黑" panose="020B0503020204020204" pitchFamily="34" charset="-122"/>
              </a:defRPr>
            </a:lvl1pPr>
            <a:lvl2pPr marL="685800" indent="-228600" defTabSz="914400" eaLnBrk="1" fontAlgn="auto" latinLnBrk="0" hangingPunct="1">
              <a:lnSpc>
                <a:spcPct val="120000"/>
              </a:lnSpc>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latin typeface="Arial" panose="020B0604020202020204" pitchFamily="34" charset="0"/>
                <a:ea typeface="微软雅黑" panose="020B0503020204020204" pitchFamily="34" charset="-122"/>
              </a:defRPr>
            </a:lvl2pPr>
            <a:lvl3pPr marL="1143000" indent="-228600" eaLnBrk="1" fontAlgn="auto" latinLnBrk="0" hangingPunct="1">
              <a:lnSpc>
                <a:spcPct val="120000"/>
              </a:lnSpc>
              <a:buFont typeface="Arial" panose="020B0604020202020204" pitchFamily="34" charset="0"/>
              <a:buChar char="●"/>
              <a:defRPr sz="1600" u="none" strike="noStrike" kern="1200" cap="none" spc="150" normalizeH="0" baseline="0">
                <a:solidFill>
                  <a:schemeClr val="tx1">
                    <a:lumMod val="65000"/>
                    <a:lumOff val="35000"/>
                  </a:schemeClr>
                </a:solidFill>
                <a:latin typeface="Arial" panose="020B0604020202020204" pitchFamily="34" charset="0"/>
                <a:ea typeface="微软雅黑" panose="020B0503020204020204" pitchFamily="34" charset="-122"/>
              </a:defRPr>
            </a:lvl3pPr>
            <a:lvl4pPr marL="1600200" indent="-228600" eaLnBrk="1" fontAlgn="auto" latinLnBrk="0" hangingPunct="1">
              <a:lnSpc>
                <a:spcPct val="120000"/>
              </a:lnSpc>
              <a:buFont typeface="Wingdings" panose="05000000000000000000" charset="0"/>
              <a:buChar char=""/>
              <a:defRPr sz="1400" u="none" strike="noStrike" kern="1200" cap="none" spc="150" normalizeH="0" baseline="0">
                <a:solidFill>
                  <a:schemeClr val="tx1">
                    <a:lumMod val="65000"/>
                    <a:lumOff val="35000"/>
                  </a:schemeClr>
                </a:solidFill>
                <a:latin typeface="Arial" panose="020B0604020202020204" pitchFamily="34" charset="0"/>
                <a:ea typeface="微软雅黑" panose="020B0503020204020204" pitchFamily="34" charset="-122"/>
              </a:defRPr>
            </a:lvl4pPr>
            <a:lvl5pPr eaLnBrk="1" fontAlgn="auto" latinLnBrk="0" hangingPunct="1">
              <a:lnSpc>
                <a:spcPct val="120000"/>
              </a:lnSpc>
              <a:defRPr sz="1400" u="none" strike="noStrike" kern="1200" cap="none" spc="150" normalizeH="0">
                <a:solidFill>
                  <a:schemeClr val="tx1">
                    <a:lumMod val="65000"/>
                    <a:lumOff val="35000"/>
                  </a:schemeClr>
                </a:solidFill>
                <a:latin typeface="Arial" panose="020B0604020202020204" pitchFamily="34" charset="0"/>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a:xfrm>
            <a:off x="612000" y="6314400"/>
            <a:ext cx="2700000" cy="316800"/>
          </a:xfrm>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a:xfrm>
            <a:off x="4116000" y="6314400"/>
            <a:ext cx="3960000" cy="316800"/>
          </a:xfrm>
        </p:spPr>
        <p:txBody>
          <a:bodyPr/>
          <a:lstStyle/>
          <a:p>
            <a:endParaRPr lang="zh-CN" altLang="en-US"/>
          </a:p>
        </p:txBody>
      </p:sp>
      <p:sp>
        <p:nvSpPr>
          <p:cNvPr id="7" name="灯片编号占位符 6"/>
          <p:cNvSpPr>
            <a:spLocks noGrp="1"/>
          </p:cNvSpPr>
          <p:nvPr>
            <p:ph type="sldNum" sz="quarter" idx="12"/>
            <p:custDataLst>
              <p:tags r:id="rId7"/>
            </p:custDataLst>
          </p:nvPr>
        </p:nvSpPr>
        <p:spPr>
          <a:xfrm>
            <a:off x="8877600" y="6314400"/>
            <a:ext cx="2700000" cy="316800"/>
          </a:xfrm>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woTxTwoObj" preserve="1">
  <p:cSld name="比较">
    <p:bg>
      <p:bgPr>
        <a:solidFill>
          <a:srgbClr val="FFFFFF"/>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lvl1pPr marL="0" marR="0" lvl="0" algn="l" defTabSz="914400" rtl="0" eaLnBrk="1" fontAlgn="auto" latinLnBrk="0" hangingPunct="1">
              <a:lnSpc>
                <a:spcPct val="100000"/>
              </a:lnSpc>
              <a:buNone/>
              <a:defRPr kumimoji="0" lang="zh-CN" altLang="en-US" sz="3600" b="1" i="0" u="none" strike="noStrike" kern="1200" cap="none" spc="30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endParaRPr dirty="0">
              <a:sym typeface="+mn-ea"/>
            </a:endParaRPr>
          </a:p>
        </p:txBody>
      </p:sp>
      <p:sp>
        <p:nvSpPr>
          <p:cNvPr id="3" name="文本占位符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eaLnBrk="1" fontAlgn="auto" latinLnBrk="0" hangingPunct="1">
              <a:lnSpc>
                <a:spcPct val="100000"/>
              </a:lnSpc>
              <a:spcAft>
                <a:spcPts val="0"/>
              </a:spcAft>
              <a:buNone/>
              <a:defRPr sz="2000" b="1" u="none" strike="noStrike" kern="1200" cap="none" spc="200" normalizeH="0" baseline="0">
                <a:solidFill>
                  <a:schemeClr val="tx1">
                    <a:lumMod val="75000"/>
                    <a:lumOff val="25000"/>
                  </a:schemeClr>
                </a:solidFill>
                <a:uFillTx/>
                <a:latin typeface="Arial" panose="020B0604020202020204" pitchFamily="34" charset="0"/>
                <a:ea typeface="微软雅黑" panose="020B0503020204020204" pitchFamily="34"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lvl1pPr marL="228600" marR="0" lvl="0" indent="-228600" algn="l" defTabSz="914400" rtl="0" eaLnBrk="1" fontAlgn="auto" latinLnBrk="0" hangingPunct="1">
              <a:lnSpc>
                <a:spcPct val="13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2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20000"/>
              </a:lnSpc>
              <a:spcBef>
                <a:spcPts val="0"/>
              </a:spcBef>
              <a:spcAft>
                <a:spcPts val="300"/>
              </a:spcAft>
              <a:buFont typeface="Wingdings" panose="05000000000000000000"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20000"/>
              </a:lnSpc>
              <a:spcBef>
                <a:spcPts val="0"/>
              </a:spcBef>
              <a:spcAft>
                <a:spcPts val="300"/>
              </a:spcAft>
              <a:buFont typeface="Arial" panose="020B0604020202020204" pitchFamily="34"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5" name="文本占位符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marR="0" lvl="0" indent="0" algn="l" defTabSz="914400" rtl="0" eaLnBrk="1" fontAlgn="auto" latinLnBrk="0" hangingPunct="1">
              <a:lnSpc>
                <a:spcPct val="100000"/>
              </a:lnSpc>
              <a:spcBef>
                <a:spcPts val="0"/>
              </a:spcBef>
              <a:spcAft>
                <a:spcPts val="0"/>
              </a:spcAft>
              <a:buFont typeface="Arial" panose="020B0604020202020204" pitchFamily="34" charset="0"/>
              <a:buNone/>
              <a:defRPr kumimoji="0" lang="zh-CN" altLang="en-US" sz="2000" b="1" i="0" u="none" strike="noStrike" kern="1200" cap="none" spc="20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sym typeface="+mn-ea"/>
              </a:rPr>
              <a:t>单击此处编辑文本</a:t>
            </a:r>
            <a:endParaRPr>
              <a:sym typeface="+mn-ea"/>
            </a:endParaRPr>
          </a:p>
        </p:txBody>
      </p:sp>
      <p:sp>
        <p:nvSpPr>
          <p:cNvPr id="6" name="内容占位符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lvl1pPr marL="228600" marR="0" lvl="0" indent="-228600" algn="l" defTabSz="914400" rtl="0" eaLnBrk="1" fontAlgn="auto" latinLnBrk="0" hangingPunct="1">
              <a:lnSpc>
                <a:spcPct val="13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2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20000"/>
              </a:lnSpc>
              <a:spcBef>
                <a:spcPts val="0"/>
              </a:spcBef>
              <a:spcAft>
                <a:spcPts val="300"/>
              </a:spcAft>
              <a:buFont typeface="Wingdings" panose="05000000000000000000"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20000"/>
              </a:lnSpc>
              <a:spcBef>
                <a:spcPts val="0"/>
              </a:spcBef>
              <a:spcAft>
                <a:spcPts val="300"/>
              </a:spcAft>
              <a:buFont typeface="Arial" panose="020B0604020202020204" pitchFamily="34"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7" name="日期占位符 6"/>
          <p:cNvSpPr>
            <a:spLocks noGrp="1"/>
          </p:cNvSpPr>
          <p:nvPr>
            <p:ph type="dt" sz="half" idx="10"/>
            <p:custDataLst>
              <p:tags r:id="rId7"/>
            </p:custDataLst>
          </p:nvPr>
        </p:nvSpPr>
        <p:spPr>
          <a:xfrm>
            <a:off x="612000" y="6314400"/>
            <a:ext cx="2700000" cy="316800"/>
          </a:xfrm>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a:xfrm>
            <a:off x="4116000" y="6314400"/>
            <a:ext cx="3960000" cy="316800"/>
          </a:xfrm>
        </p:spPr>
        <p:txBody>
          <a:bodyPr/>
          <a:lstStyle/>
          <a:p>
            <a:endParaRPr lang="zh-CN" altLang="en-US"/>
          </a:p>
        </p:txBody>
      </p:sp>
      <p:sp>
        <p:nvSpPr>
          <p:cNvPr id="9" name="灯片编号占位符 8"/>
          <p:cNvSpPr>
            <a:spLocks noGrp="1"/>
          </p:cNvSpPr>
          <p:nvPr>
            <p:ph type="sldNum" sz="quarter" idx="12"/>
            <p:custDataLst>
              <p:tags r:id="rId9"/>
            </p:custDataLst>
          </p:nvPr>
        </p:nvSpPr>
        <p:spPr>
          <a:xfrm>
            <a:off x="8877600" y="6314400"/>
            <a:ext cx="2700000" cy="316800"/>
          </a:xfrm>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rgbClr val="FFFFFF"/>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lvl1pPr marL="0" marR="0" lvl="0" algn="l" defTabSz="914400" rtl="0" eaLnBrk="1" fontAlgn="auto" latinLnBrk="0" hangingPunct="1">
              <a:lnSpc>
                <a:spcPct val="100000"/>
              </a:lnSpc>
              <a:buNone/>
              <a:defRPr kumimoji="0" lang="zh-CN" altLang="en-US" sz="3600" b="1" i="0" u="none" strike="noStrike" kern="1200" cap="none" spc="30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j-cs"/>
                <a:sym typeface="+mn-ea"/>
              </a:defRPr>
            </a:lvl1pPr>
          </a:lstStyle>
          <a:p>
            <a:pPr lvl="0"/>
            <a:r>
              <a:rPr>
                <a:sym typeface="+mn-ea"/>
              </a:rPr>
              <a:t>单击此处编辑母版标题样式</a:t>
            </a:r>
            <a:endParaRPr>
              <a:sym typeface="+mn-ea"/>
            </a:endParaRPr>
          </a:p>
        </p:txBody>
      </p:sp>
      <p:sp>
        <p:nvSpPr>
          <p:cNvPr id="3" name="日期占位符 2"/>
          <p:cNvSpPr>
            <a:spLocks noGrp="1"/>
          </p:cNvSpPr>
          <p:nvPr>
            <p:ph type="dt" sz="half" idx="10"/>
            <p:custDataLst>
              <p:tags r:id="rId3"/>
            </p:custDataLst>
          </p:nvPr>
        </p:nvSpPr>
        <p:spPr>
          <a:xfrm>
            <a:off x="612000" y="6314400"/>
            <a:ext cx="2700000" cy="316800"/>
          </a:xfrm>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a:xfrm>
            <a:off x="4116000" y="6314400"/>
            <a:ext cx="3960000" cy="316800"/>
          </a:xfrm>
        </p:spPr>
        <p:txBody>
          <a:bodyPr/>
          <a:lstStyle/>
          <a:p>
            <a:endParaRPr lang="zh-CN" altLang="en-US"/>
          </a:p>
        </p:txBody>
      </p:sp>
      <p:sp>
        <p:nvSpPr>
          <p:cNvPr id="5" name="灯片编号占位符 4"/>
          <p:cNvSpPr>
            <a:spLocks noGrp="1"/>
          </p:cNvSpPr>
          <p:nvPr>
            <p:ph type="sldNum" sz="quarter" idx="12"/>
            <p:custDataLst>
              <p:tags r:id="rId5"/>
            </p:custDataLst>
          </p:nvPr>
        </p:nvSpPr>
        <p:spPr>
          <a:xfrm>
            <a:off x="8877600" y="6314400"/>
            <a:ext cx="2700000" cy="316800"/>
          </a:xfrm>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空白">
    <p:bg>
      <p:bgPr>
        <a:solidFill>
          <a:srgbClr val="FFFFFF"/>
        </a:solidFill>
        <a:effectLst/>
      </p:bgPr>
    </p:bg>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a:xfrm>
            <a:off x="612000" y="6314400"/>
            <a:ext cx="2700000" cy="316800"/>
          </a:xfrm>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a:xfrm>
            <a:off x="4116000" y="6314400"/>
            <a:ext cx="3960000" cy="316800"/>
          </a:xfrm>
        </p:spPr>
        <p:txBody>
          <a:bodyPr/>
          <a:lstStyle/>
          <a:p>
            <a:endParaRPr lang="zh-CN" altLang="en-US"/>
          </a:p>
        </p:txBody>
      </p:sp>
      <p:sp>
        <p:nvSpPr>
          <p:cNvPr id="4" name="灯片编号占位符 3"/>
          <p:cNvSpPr>
            <a:spLocks noGrp="1"/>
          </p:cNvSpPr>
          <p:nvPr>
            <p:ph type="sldNum" sz="quarter" idx="12"/>
            <p:custDataLst>
              <p:tags r:id="rId4"/>
            </p:custDataLst>
          </p:nvPr>
        </p:nvSpPr>
        <p:spPr>
          <a:xfrm>
            <a:off x="8877600" y="6314400"/>
            <a:ext cx="2700000" cy="316800"/>
          </a:xfrm>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图片与标题">
    <p:bg>
      <p:bgPr>
        <a:solidFill>
          <a:srgbClr val="FFFFFF"/>
        </a:solidFill>
        <a:effectLst/>
      </p:bgPr>
    </p:bg>
    <p:spTree>
      <p:nvGrpSpPr>
        <p:cNvPr id="1" name=""/>
        <p:cNvGrpSpPr/>
        <p:nvPr/>
      </p:nvGrpSpPr>
      <p:grpSpPr>
        <a:xfrm>
          <a:off x="0" y="0"/>
          <a:ext cx="0" cy="0"/>
          <a:chOff x="0" y="0"/>
          <a:chExt cx="0" cy="0"/>
        </a:xfrm>
      </p:grpSpPr>
      <p:sp>
        <p:nvSpPr>
          <p:cNvPr id="3" name="图片占位符 2"/>
          <p:cNvSpPr>
            <a:spLocks noGrp="1"/>
          </p:cNvSpPr>
          <p:nvPr>
            <p:ph type="pic" idx="1"/>
            <p:custDataLst>
              <p:tags r:id="rId2"/>
            </p:custDataLst>
          </p:nvPr>
        </p:nvSpPr>
        <p:spPr>
          <a:xfrm>
            <a:off x="608400" y="1555200"/>
            <a:ext cx="5233077" cy="4608000"/>
          </a:xfrm>
        </p:spPr>
        <p:txBody>
          <a:bodyPr vert="horz" lIns="90000" tIns="46800" rIns="90000" bIns="46800" rtlCol="0">
            <a:normAutofit/>
          </a:bodyPr>
          <a:lstStyle>
            <a:lvl1pPr marL="0" marR="0" lvl="0" indent="0" algn="l" defTabSz="914400" rtl="0" eaLnBrk="1" fontAlgn="auto" latinLnBrk="0" hangingPunct="1">
              <a:lnSpc>
                <a:spcPct val="130000"/>
              </a:lnSpc>
              <a:spcBef>
                <a:spcPts val="0"/>
              </a:spcBef>
              <a:spcAft>
                <a:spcPts val="1000"/>
              </a:spcAft>
              <a:buFont typeface="Arial" panose="020B0604020202020204" pitchFamily="34" charset="0"/>
              <a:buNone/>
              <a:defRPr kumimoji="0" lang="zh-CN" altLang="en-US" sz="1600" b="0" i="0" u="none" strike="noStrike" kern="1200" cap="none" spc="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5pPr>
          </a:lstStyle>
          <a:p>
            <a:pPr lvl="0"/>
            <a:endParaRPr dirty="0">
              <a:sym typeface="+mn-ea"/>
            </a:endParaRPr>
          </a:p>
        </p:txBody>
      </p:sp>
      <p:sp>
        <p:nvSpPr>
          <p:cNvPr id="4" name="文本占位符 3"/>
          <p:cNvSpPr>
            <a:spLocks noGrp="1"/>
          </p:cNvSpPr>
          <p:nvPr>
            <p:ph type="body" sz="half" idx="2"/>
            <p:custDataLst>
              <p:tags r:id="rId3"/>
            </p:custDataLst>
          </p:nvPr>
        </p:nvSpPr>
        <p:spPr>
          <a:xfrm>
            <a:off x="6350400" y="1555200"/>
            <a:ext cx="5227200" cy="4608000"/>
          </a:xfrm>
        </p:spPr>
        <p:txBody>
          <a:bodyPr vert="horz" lIns="90000" tIns="46800" rIns="90000" bIns="46800" rtlCol="0">
            <a:normAutofit/>
          </a:bodyPr>
          <a:lstStyle>
            <a:lvl1pPr marL="0" marR="0" lvl="0" indent="0" algn="l" defTabSz="914400" rtl="0" eaLnBrk="1" fontAlgn="auto" latinLnBrk="0" hangingPunct="1">
              <a:lnSpc>
                <a:spcPct val="130000"/>
              </a:lnSpc>
              <a:spcBef>
                <a:spcPts val="0"/>
              </a:spcBef>
              <a:spcAft>
                <a:spcPts val="600"/>
              </a:spcAft>
              <a:buFont typeface="Arial" panose="020B0604020202020204" pitchFamily="34" charset="0"/>
              <a:buNone/>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457200" indent="0" defTabSz="914400" eaLnBrk="1" fontAlgn="auto" latinLnBrk="0" hangingPunct="1">
              <a:buFont typeface="Arial" panose="020B0604020202020204" pitchFamily="34" charset="0"/>
              <a:buNone/>
              <a:tabLst>
                <a:tab pos="1609725" algn="l"/>
                <a:tab pos="1609725" algn="l"/>
                <a:tab pos="1609725" algn="l"/>
                <a:tab pos="1609725" algn="l"/>
              </a:tabLst>
              <a:defRPr u="none" strike="noStrike" kern="1200" cap="none" spc="150" normalizeH="0">
                <a:solidFill>
                  <a:schemeClr val="tx1">
                    <a:lumMod val="65000"/>
                    <a:lumOff val="35000"/>
                  </a:schemeClr>
                </a:solidFill>
                <a:uFillTx/>
                <a:latin typeface="Arial" panose="020B0604020202020204" pitchFamily="34" charset="0"/>
                <a:ea typeface="微软雅黑" panose="020B0503020204020204" pitchFamily="34" charset="-122"/>
              </a:defRPr>
            </a:lvl2pPr>
            <a:lvl3pPr eaLnBrk="1" fontAlgn="auto" latinLnBrk="0" hangingPunct="1">
              <a:buFont typeface="Arial" panose="020B0604020202020204" pitchFamily="34" charset="0"/>
              <a:buChar char="●"/>
              <a:defRPr u="none" strike="noStrike" kern="1200" cap="none" spc="150" normalizeH="0">
                <a:solidFill>
                  <a:schemeClr val="tx1">
                    <a:lumMod val="65000"/>
                    <a:lumOff val="35000"/>
                  </a:schemeClr>
                </a:solidFill>
                <a:uFillTx/>
                <a:latin typeface="Arial" panose="020B0604020202020204" pitchFamily="34" charset="0"/>
                <a:ea typeface="微软雅黑" panose="020B0503020204020204" pitchFamily="34" charset="-122"/>
              </a:defRPr>
            </a:lvl3pPr>
            <a:lvl4pPr eaLnBrk="1" fontAlgn="auto" latinLnBrk="0" hangingPunct="1">
              <a:defRPr u="none" strike="noStrike" kern="1200" cap="none" spc="150" normalizeH="0">
                <a:solidFill>
                  <a:schemeClr val="tx1">
                    <a:lumMod val="65000"/>
                    <a:lumOff val="35000"/>
                  </a:schemeClr>
                </a:solidFill>
                <a:uFillTx/>
                <a:latin typeface="Arial" panose="020B0604020202020204" pitchFamily="34" charset="0"/>
                <a:ea typeface="微软雅黑" panose="020B0503020204020204" pitchFamily="34" charset="-122"/>
              </a:defRPr>
            </a:lvl4pPr>
            <a:lvl5pPr eaLnBrk="1" fontAlgn="auto" latinLnBrk="0" hangingPunct="1">
              <a:defRPr u="none" strike="noStrike" kern="1200" cap="none" spc="150" normalizeH="0">
                <a:solidFill>
                  <a:schemeClr val="tx1">
                    <a:lumMod val="65000"/>
                    <a:lumOff val="35000"/>
                  </a:schemeClr>
                </a:solidFill>
                <a:uFillTx/>
                <a:latin typeface="Arial" panose="020B0604020202020204" pitchFamily="34" charset="0"/>
                <a:ea typeface="微软雅黑" panose="020B0503020204020204" pitchFamily="34" charset="-122"/>
              </a:defRPr>
            </a:lvl5pPr>
          </a:lstStyle>
          <a:p>
            <a:pPr lvl="0"/>
            <a:r>
              <a:rPr dirty="0">
                <a:sym typeface="+mn-ea"/>
              </a:rPr>
              <a:t>单击此处编辑母版文本样式</a:t>
            </a:r>
            <a:endParaRPr dirty="0">
              <a:sym typeface="+mn-ea"/>
            </a:endParaRPr>
          </a:p>
        </p:txBody>
      </p:sp>
      <p:sp>
        <p:nvSpPr>
          <p:cNvPr id="5" name="日期占位符 4"/>
          <p:cNvSpPr>
            <a:spLocks noGrp="1"/>
          </p:cNvSpPr>
          <p:nvPr>
            <p:ph type="dt" sz="half" idx="10"/>
            <p:custDataLst>
              <p:tags r:id="rId4"/>
            </p:custDataLst>
          </p:nvPr>
        </p:nvSpPr>
        <p:spPr>
          <a:xfrm>
            <a:off x="612000" y="6314400"/>
            <a:ext cx="2700000" cy="316800"/>
          </a:xfrm>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5"/>
            </p:custDataLst>
          </p:nvPr>
        </p:nvSpPr>
        <p:spPr>
          <a:xfrm>
            <a:off x="4116000" y="6314400"/>
            <a:ext cx="3960000" cy="316800"/>
          </a:xfrm>
        </p:spPr>
        <p:txBody>
          <a:bodyPr/>
          <a:lstStyle/>
          <a:p>
            <a:endParaRPr lang="zh-CN" altLang="en-US" dirty="0"/>
          </a:p>
        </p:txBody>
      </p:sp>
      <p:sp>
        <p:nvSpPr>
          <p:cNvPr id="7" name="灯片编号占位符 6"/>
          <p:cNvSpPr>
            <a:spLocks noGrp="1"/>
          </p:cNvSpPr>
          <p:nvPr>
            <p:ph type="sldNum" sz="quarter" idx="12"/>
            <p:custDataLst>
              <p:tags r:id="rId6"/>
            </p:custDataLst>
          </p:nvPr>
        </p:nvSpPr>
        <p:spPr>
          <a:xfrm>
            <a:off x="8877600" y="6314400"/>
            <a:ext cx="2700000" cy="316800"/>
          </a:xfrm>
        </p:spPr>
        <p:txBody>
          <a:bodyPr/>
          <a:lstStyle/>
          <a:p>
            <a:fld id="{FABC47A4-756D-490B-A52F-7D9E2C9FC05F}" type="slidenum">
              <a:rPr lang="zh-CN" altLang="en-US" smtClean="0"/>
            </a:fld>
            <a:endParaRPr lang="zh-CN" altLang="en-US"/>
          </a:p>
        </p:txBody>
      </p:sp>
      <p:sp>
        <p:nvSpPr>
          <p:cNvPr id="9" name="标题 8"/>
          <p:cNvSpPr>
            <a:spLocks noGrp="1"/>
          </p:cNvSpPr>
          <p:nvPr>
            <p:ph type="title"/>
            <p:custDataLst>
              <p:tags r:id="rId7"/>
            </p:custDataLst>
          </p:nvPr>
        </p:nvSpPr>
        <p:spPr>
          <a:xfrm>
            <a:off x="10353745" y="7820730"/>
            <a:ext cx="10969200" cy="705600"/>
          </a:xfrm>
        </p:spPr>
        <p:txBody>
          <a:bodyPr/>
          <a:lstStyle>
            <a:lvl1pPr>
              <a:defRPr baseline="0"/>
            </a:lvl1pPr>
          </a:lstStyle>
          <a:p>
            <a:r>
              <a:rPr lang="zh-CN" altLang="en-US"/>
              <a:t>单击此处编辑母版标题样式</a:t>
            </a:r>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竖排标题与文本">
    <p:bg>
      <p:bgPr>
        <a:solidFill>
          <a:srgbClr val="FFFFFF"/>
        </a:solidFill>
        <a:effectLst/>
      </p:bgPr>
    </p:bg>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2"/>
            </p:custDataLst>
          </p:nvPr>
        </p:nvSpPr>
        <p:spPr>
          <a:xfrm>
            <a:off x="10234800" y="914400"/>
            <a:ext cx="1044000" cy="5029200"/>
          </a:xfrm>
        </p:spPr>
        <p:txBody>
          <a:bodyPr vert="eaVert" lIns="90000" tIns="46800" rIns="90000" bIns="46800" rtlCol="0" anchor="ctr" anchorCtr="0">
            <a:normAutofit/>
          </a:bodyPr>
          <a:lstStyle>
            <a:lvl1pPr marL="0" marR="0" lvl="0" algn="l" defTabSz="914400" rtl="0" eaLnBrk="1" fontAlgn="auto" latinLnBrk="0" hangingPunct="1">
              <a:lnSpc>
                <a:spcPct val="100000"/>
              </a:lnSpc>
              <a:spcAft>
                <a:spcPts val="0"/>
              </a:spcAft>
              <a:buNone/>
              <a:defRPr kumimoji="0" lang="zh-CN" altLang="en-US" sz="2800" b="1" i="0" u="none" strike="noStrike" kern="1200" cap="none" spc="30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单击此处编辑标题</a:t>
            </a:r>
            <a:endParaRPr dirty="0">
              <a:sym typeface="+mn-ea"/>
            </a:endParaRPr>
          </a:p>
        </p:txBody>
      </p:sp>
      <p:sp>
        <p:nvSpPr>
          <p:cNvPr id="3" name="竖排文字占位符 2"/>
          <p:cNvSpPr>
            <a:spLocks noGrp="1"/>
          </p:cNvSpPr>
          <p:nvPr>
            <p:ph type="body" orient="vert" idx="1"/>
            <p:custDataLst>
              <p:tags r:id="rId3"/>
            </p:custDataLst>
          </p:nvPr>
        </p:nvSpPr>
        <p:spPr>
          <a:xfrm>
            <a:off x="914400" y="914400"/>
            <a:ext cx="9169200" cy="5029200"/>
          </a:xfrm>
        </p:spPr>
        <p:txBody>
          <a:bodyPr vert="eaVert" lIns="46800" tIns="46800" rIns="46800" bIns="46800"/>
          <a:lstStyle>
            <a:lvl1pPr marL="228600" indent="-228600" eaLnBrk="1" fontAlgn="auto" latinLnBrk="0" hangingPunct="1">
              <a:lnSpc>
                <a:spcPct val="130000"/>
              </a:lnSpc>
              <a:spcAft>
                <a:spcPts val="1000"/>
              </a:spcAft>
              <a:buFont typeface="Arial" panose="020B0604020202020204" pitchFamily="34" charset="0"/>
              <a:buChar char="●"/>
              <a:defRPr u="none" strike="noStrike" kern="1200" cap="none" spc="150" normalizeH="0" baseline="0">
                <a:solidFill>
                  <a:schemeClr val="tx1">
                    <a:lumMod val="65000"/>
                    <a:lumOff val="35000"/>
                  </a:schemeClr>
                </a:solidFill>
                <a:uFillTx/>
              </a:defRPr>
            </a:lvl1pPr>
            <a:lvl2pPr marL="685800" indent="-228600" defTabSz="914400" eaLnBrk="1" fontAlgn="auto" latinLnBrk="0" hangingPunct="1">
              <a:lnSpc>
                <a:spcPct val="120000"/>
              </a:lnSpc>
              <a:spcAft>
                <a:spcPts val="600"/>
              </a:spcAft>
              <a:buFont typeface="Arial" panose="020B0604020202020204" pitchFamily="34" charset="0"/>
              <a:buChar char="●"/>
              <a:tabLst>
                <a:tab pos="1609725" algn="l"/>
                <a:tab pos="1609725" algn="l"/>
                <a:tab pos="1609725" algn="l"/>
                <a:tab pos="1609725" algn="l"/>
              </a:tabLst>
              <a:defRPr u="none" strike="noStrike" kern="1200" cap="none" spc="150" normalizeH="0" baseline="0">
                <a:solidFill>
                  <a:schemeClr val="tx1">
                    <a:lumMod val="65000"/>
                    <a:lumOff val="35000"/>
                  </a:schemeClr>
                </a:solidFill>
                <a:uFillTx/>
              </a:defRPr>
            </a:lvl2pPr>
            <a:lvl3pPr marL="1143000" indent="-228600" eaLnBrk="1" fontAlgn="auto" latinLnBrk="0" hangingPunct="1">
              <a:lnSpc>
                <a:spcPct val="120000"/>
              </a:lnSpc>
              <a:spcAft>
                <a:spcPts val="600"/>
              </a:spcAft>
              <a:buFont typeface="Arial" panose="020B0604020202020204" pitchFamily="34" charset="0"/>
              <a:buChar char="●"/>
              <a:defRPr u="none" strike="noStrike" kern="1200" cap="none" spc="150" normalizeH="0" baseline="0">
                <a:solidFill>
                  <a:schemeClr val="tx1">
                    <a:lumMod val="65000"/>
                    <a:lumOff val="35000"/>
                  </a:schemeClr>
                </a:solidFill>
                <a:uFillTx/>
              </a:defRPr>
            </a:lvl3pPr>
            <a:lvl4pPr marL="1600200" indent="-228600" eaLnBrk="1" fontAlgn="auto" latinLnBrk="0" hangingPunct="1">
              <a:lnSpc>
                <a:spcPct val="120000"/>
              </a:lnSpc>
              <a:spcAft>
                <a:spcPts val="300"/>
              </a:spcAft>
              <a:buFont typeface="Wingdings" panose="05000000000000000000" charset="0"/>
              <a:buChar char=""/>
              <a:defRPr u="none" strike="noStrike" kern="1200" cap="none" spc="150" normalizeH="0" baseline="0">
                <a:solidFill>
                  <a:schemeClr val="tx1">
                    <a:lumMod val="65000"/>
                    <a:lumOff val="35000"/>
                  </a:schemeClr>
                </a:solidFill>
                <a:uFillTx/>
              </a:defRPr>
            </a:lvl4pPr>
            <a:lvl5pPr marL="2057400" indent="-228600" eaLnBrk="1" fontAlgn="auto" latinLnBrk="0" hangingPunct="1">
              <a:lnSpc>
                <a:spcPct val="120000"/>
              </a:lnSpc>
              <a:spcAft>
                <a:spcPts val="300"/>
              </a:spcAft>
              <a:buFont typeface="Arial" panose="020B0604020202020204" pitchFamily="34" charset="0"/>
              <a:buChar char="•"/>
              <a:defRPr u="none" strike="noStrike" kern="1200" cap="none" spc="150" normalizeH="0" baseline="0">
                <a:solidFill>
                  <a:schemeClr val="tx1">
                    <a:lumMod val="65000"/>
                    <a:lumOff val="35000"/>
                  </a:schemeClr>
                </a:solidFill>
                <a:uFillTx/>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a:xfrm>
            <a:off x="612000" y="6314400"/>
            <a:ext cx="2700000" cy="316800"/>
          </a:xfrm>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a:xfrm>
            <a:off x="4116000" y="6314400"/>
            <a:ext cx="3960000" cy="316800"/>
          </a:xfrm>
        </p:spPr>
        <p:txBody>
          <a:bodyPr/>
          <a:lstStyle/>
          <a:p>
            <a:endParaRPr lang="zh-CN" altLang="en-US"/>
          </a:p>
        </p:txBody>
      </p:sp>
      <p:sp>
        <p:nvSpPr>
          <p:cNvPr id="6" name="灯片编号占位符 5"/>
          <p:cNvSpPr>
            <a:spLocks noGrp="1"/>
          </p:cNvSpPr>
          <p:nvPr>
            <p:ph type="sldNum" sz="quarter" idx="12"/>
            <p:custDataLst>
              <p:tags r:id="rId6"/>
            </p:custDataLst>
          </p:nvPr>
        </p:nvSpPr>
        <p:spPr>
          <a:xfrm>
            <a:off x="8877600" y="6314400"/>
            <a:ext cx="2700000" cy="316800"/>
          </a:xfrm>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内容">
    <p:bg>
      <p:bgPr>
        <a:solidFill>
          <a:srgbClr val="FFFFFF"/>
        </a:solidFill>
        <a:effectLst/>
      </p:bgPr>
    </p:bg>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a:xfrm>
            <a:off x="612000" y="6314400"/>
            <a:ext cx="2700000" cy="316800"/>
          </a:xfrm>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a:xfrm>
            <a:off x="4116000" y="6314400"/>
            <a:ext cx="3960000" cy="316800"/>
          </a:xfrm>
        </p:spPr>
        <p:txBody>
          <a:bodyPr/>
          <a:lstStyle/>
          <a:p>
            <a:endParaRPr lang="zh-CN" altLang="en-US"/>
          </a:p>
        </p:txBody>
      </p:sp>
      <p:sp>
        <p:nvSpPr>
          <p:cNvPr id="5" name="灯片编号占位符 4"/>
          <p:cNvSpPr>
            <a:spLocks noGrp="1"/>
          </p:cNvSpPr>
          <p:nvPr>
            <p:ph type="sldNum" sz="quarter" idx="12"/>
            <p:custDataLst>
              <p:tags r:id="rId4"/>
            </p:custDataLst>
          </p:nvPr>
        </p:nvSpPr>
        <p:spPr>
          <a:xfrm>
            <a:off x="8877600" y="6314400"/>
            <a:ext cx="2700000" cy="316800"/>
          </a:xfrm>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608400" y="774000"/>
            <a:ext cx="10972800" cy="5482800"/>
          </a:xfrm>
        </p:spPr>
        <p:txBody>
          <a:bodyPr/>
          <a:lstStyle>
            <a:lvl1pPr marL="228600" indent="-228600" eaLnBrk="1" fontAlgn="auto" latinLnBrk="0" hangingPunct="1">
              <a:lnSpc>
                <a:spcPct val="130000"/>
              </a:lnSpc>
              <a:buFont typeface="Arial" panose="020B0604020202020204" pitchFamily="34" charset="0"/>
              <a:buChar char="●"/>
              <a:defRPr u="none" strike="noStrike" kern="1200" cap="none" spc="150" normalizeH="0" baseline="0">
                <a:solidFill>
                  <a:schemeClr val="tx1">
                    <a:lumMod val="65000"/>
                    <a:lumOff val="35000"/>
                  </a:schemeClr>
                </a:solidFill>
                <a:uFillTx/>
              </a:defRPr>
            </a:lvl1pPr>
            <a:lvl2pPr marL="685800" indent="-228600" defTabSz="914400" eaLnBrk="1" fontAlgn="auto" latinLnBrk="0" hangingPunct="1">
              <a:lnSpc>
                <a:spcPct val="120000"/>
              </a:lnSpc>
              <a:buFont typeface="Arial" panose="020B0604020202020204" pitchFamily="34" charset="0"/>
              <a:buChar char="●"/>
              <a:tabLst>
                <a:tab pos="1609725" algn="l"/>
                <a:tab pos="1609725" algn="l"/>
                <a:tab pos="1609725" algn="l"/>
                <a:tab pos="1609725" algn="l"/>
              </a:tabLst>
              <a:defRPr u="none" strike="noStrike" kern="1200" cap="none" spc="150" normalizeH="0" baseline="0">
                <a:solidFill>
                  <a:schemeClr val="tx1">
                    <a:lumMod val="65000"/>
                    <a:lumOff val="35000"/>
                  </a:schemeClr>
                </a:solidFill>
                <a:uFillTx/>
              </a:defRPr>
            </a:lvl2pPr>
            <a:lvl3pPr marL="1143000" indent="-228600" eaLnBrk="1" fontAlgn="auto" latinLnBrk="0" hangingPunct="1">
              <a:lnSpc>
                <a:spcPct val="120000"/>
              </a:lnSpc>
              <a:buFont typeface="Arial" panose="020B0604020202020204" pitchFamily="34" charset="0"/>
              <a:buChar char="●"/>
              <a:defRPr u="none" strike="noStrike" kern="1200" cap="none" spc="150" normalizeH="0" baseline="0">
                <a:solidFill>
                  <a:schemeClr val="tx1">
                    <a:lumMod val="65000"/>
                    <a:lumOff val="35000"/>
                  </a:schemeClr>
                </a:solidFill>
                <a:uFillTx/>
              </a:defRPr>
            </a:lvl3pPr>
            <a:lvl4pPr marL="1600200" indent="-228600" eaLnBrk="1" fontAlgn="auto" latinLnBrk="0" hangingPunct="1">
              <a:lnSpc>
                <a:spcPct val="120000"/>
              </a:lnSpc>
              <a:buFont typeface="Wingdings" panose="05000000000000000000" charset="0"/>
              <a:buChar char=""/>
              <a:defRPr u="none" strike="noStrike" kern="1200" cap="none" spc="150" normalizeH="0" baseline="0">
                <a:solidFill>
                  <a:schemeClr val="tx1">
                    <a:lumMod val="65000"/>
                    <a:lumOff val="35000"/>
                  </a:schemeClr>
                </a:solidFill>
                <a:uFillTx/>
              </a:defRPr>
            </a:lvl4pPr>
            <a:lvl5pPr marL="2057400" indent="-228600" eaLnBrk="1" fontAlgn="auto" latinLnBrk="0" hangingPunct="1">
              <a:lnSpc>
                <a:spcPct val="120000"/>
              </a:lnSpc>
              <a:buFont typeface="Arial" panose="020B0604020202020204" pitchFamily="34" charset="0"/>
              <a:buChar char="•"/>
              <a:defRPr u="none" strike="noStrike" kern="1200" cap="none" spc="150" normalizeH="0" baseline="0">
                <a:solidFill>
                  <a:schemeClr val="tx1">
                    <a:lumMod val="65000"/>
                    <a:lumOff val="35000"/>
                  </a:schemeClr>
                </a:solidFill>
                <a:uFillTx/>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末尾幻灯片">
    <p:bg>
      <p:bgPr>
        <a:solidFill>
          <a:srgbClr val="FFFFFF"/>
        </a:solidFill>
        <a:effectLst/>
      </p:bgPr>
    </p:bg>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a:xfrm>
            <a:off x="612000" y="6314400"/>
            <a:ext cx="2700000" cy="316800"/>
          </a:xfrm>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a:xfrm>
            <a:off x="4116000" y="6314400"/>
            <a:ext cx="3960000" cy="316800"/>
          </a:xfrm>
        </p:spPr>
        <p:txBody>
          <a:bodyPr/>
          <a:lstStyle/>
          <a:p>
            <a:endParaRPr lang="zh-CN" altLang="en-US"/>
          </a:p>
        </p:txBody>
      </p:sp>
      <p:sp>
        <p:nvSpPr>
          <p:cNvPr id="5" name="灯片编号占位符 4"/>
          <p:cNvSpPr>
            <a:spLocks noGrp="1"/>
          </p:cNvSpPr>
          <p:nvPr>
            <p:ph type="sldNum" sz="quarter" idx="12"/>
            <p:custDataLst>
              <p:tags r:id="rId4"/>
            </p:custDataLst>
          </p:nvPr>
        </p:nvSpPr>
        <p:spPr>
          <a:xfrm>
            <a:off x="8877600" y="6314400"/>
            <a:ext cx="2700000" cy="316800"/>
          </a:xfrm>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5"/>
            </p:custDataLst>
          </p:nvPr>
        </p:nvSpPr>
        <p:spPr>
          <a:xfrm>
            <a:off x="1198800" y="2484000"/>
            <a:ext cx="9799200" cy="1018800"/>
          </a:xfrm>
        </p:spPr>
        <p:txBody>
          <a:bodyPr vert="horz" lIns="90000" tIns="46800" rIns="90000" bIns="46800" rtlCol="0" anchor="t" anchorCtr="0">
            <a:normAutofit/>
          </a:bodyPr>
          <a:lstStyle>
            <a:lvl1pPr marL="0" marR="0" algn="ctr" defTabSz="914400" rtl="0" eaLnBrk="1" fontAlgn="auto" latinLnBrk="0" hangingPunct="1">
              <a:lnSpc>
                <a:spcPct val="100000"/>
              </a:lnSpc>
              <a:buNone/>
              <a:defRPr kumimoji="0" lang="zh-CN" altLang="en-US" sz="6000" b="1" i="0" u="none" strike="noStrike" kern="1200" cap="none" spc="300" normalizeH="0" baseline="0" noProof="1" dirty="0">
                <a:solidFill>
                  <a:schemeClr val="tx1">
                    <a:lumMod val="85000"/>
                    <a:lumOff val="15000"/>
                  </a:schemeClr>
                </a:solidFill>
                <a:effectLst/>
                <a:uFillTx/>
                <a:latin typeface="Arial" panose="020B0604020202020204" pitchFamily="34" charset="0"/>
                <a:ea typeface="微软雅黑" panose="020B0503020204020204" pitchFamily="34" charset="-122"/>
                <a:cs typeface="+mj-cs"/>
                <a:sym typeface="+mn-ea"/>
              </a:defRPr>
            </a:lvl1pPr>
          </a:lstStyle>
          <a:p>
            <a:pPr lvl="0"/>
            <a:r>
              <a:rPr>
                <a:sym typeface="+mn-ea"/>
              </a:rPr>
              <a:t>单击此处编辑标题</a:t>
            </a:r>
            <a:endParaRPr>
              <a:sym typeface="+mn-ea"/>
            </a:endParaRPr>
          </a:p>
        </p:txBody>
      </p:sp>
      <p:sp>
        <p:nvSpPr>
          <p:cNvPr id="7" name="文本占位符 6"/>
          <p:cNvSpPr>
            <a:spLocks noGrp="1"/>
          </p:cNvSpPr>
          <p:nvPr>
            <p:ph type="body" sz="quarter" idx="13"/>
            <p:custDataLst>
              <p:tags r:id="rId6"/>
            </p:custDataLst>
          </p:nvPr>
        </p:nvSpPr>
        <p:spPr>
          <a:xfrm>
            <a:off x="1198800" y="3560400"/>
            <a:ext cx="9799200" cy="471600"/>
          </a:xfrm>
        </p:spPr>
        <p:txBody>
          <a:bodyPr lIns="90000" tIns="46800" rIns="90000" bIns="46800">
            <a:normAutofit/>
          </a:bodyPr>
          <a:lstStyle>
            <a:lvl1pPr marL="0" indent="0" algn="ctr">
              <a:lnSpc>
                <a:spcPct val="110000"/>
              </a:lnSpc>
              <a:buNone/>
              <a:defRPr sz="2400" spc="200" baseline="0">
                <a:solidFill>
                  <a:schemeClr val="tx1">
                    <a:lumMod val="65000"/>
                    <a:lumOff val="35000"/>
                  </a:schemeClr>
                </a:solidFill>
              </a:defRPr>
            </a:lvl1pPr>
          </a:lstStyle>
          <a:p>
            <a:pPr lvl="0"/>
            <a:r>
              <a:rPr lang="zh-CN" altLang="en-US" dirty="0"/>
              <a:t>单击此处编辑母版文本样式</a:t>
            </a:r>
            <a:endParaRPr lang="zh-CN" altLang="en-US" dirty="0"/>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1638300" y="365125"/>
            <a:ext cx="9715500" cy="1055370"/>
          </a:xfrm>
        </p:spPr>
        <p:txBody>
          <a:bodyPr anchor="ctr"/>
          <a:lstStyle>
            <a:lvl1pPr>
              <a:defRPr sz="3200">
                <a:solidFill>
                  <a:srgbClr val="0064D2"/>
                </a:solidFill>
              </a:defRPr>
            </a:lvl1pPr>
          </a:lstStyle>
          <a:p>
            <a:r>
              <a:rPr lang="zh-CN" altLang="en-US" dirty="0"/>
              <a:t>单击此处编辑母版标题样式</a:t>
            </a:r>
            <a:endParaRPr lang="zh-CN" altLang="en-US" dirty="0"/>
          </a:p>
        </p:txBody>
      </p:sp>
      <p:sp>
        <p:nvSpPr>
          <p:cNvPr id="3" name="日期占位符 2"/>
          <p:cNvSpPr>
            <a:spLocks noGrp="1"/>
          </p:cNvSpPr>
          <p:nvPr>
            <p:ph type="dt" sz="half" idx="10"/>
          </p:nvPr>
        </p:nvSpPr>
        <p:spPr>
          <a:xfrm>
            <a:off x="838200" y="6356350"/>
            <a:ext cx="2743200" cy="365125"/>
          </a:xfrm>
        </p:spPr>
        <p:txBody>
          <a:bodyPr/>
          <a:lstStyle/>
          <a:p>
            <a:fld id="{263DB197-84B0-484E-9C0F-88358ECCB797}" type="datetimeFigureOut">
              <a:rPr lang="zh-CN" altLang="en-US" smtClean="0"/>
            </a:fld>
            <a:endParaRPr lang="zh-CN" altLang="en-US" dirty="0"/>
          </a:p>
        </p:txBody>
      </p:sp>
      <p:sp>
        <p:nvSpPr>
          <p:cNvPr id="4" name="页脚占位符 3"/>
          <p:cNvSpPr>
            <a:spLocks noGrp="1"/>
          </p:cNvSpPr>
          <p:nvPr>
            <p:ph type="ftr" sz="quarter" idx="11"/>
          </p:nvPr>
        </p:nvSpPr>
        <p:spPr>
          <a:xfrm>
            <a:off x="4038600" y="6356350"/>
            <a:ext cx="4114800" cy="365125"/>
          </a:xfrm>
        </p:spPr>
        <p:txBody>
          <a:bodyPr/>
          <a:lstStyle/>
          <a:p>
            <a:endParaRPr lang="zh-CN" altLang="en-US"/>
          </a:p>
        </p:txBody>
      </p:sp>
      <p:sp>
        <p:nvSpPr>
          <p:cNvPr id="5" name="灯片编号占位符 4"/>
          <p:cNvSpPr>
            <a:spLocks noGrp="1"/>
          </p:cNvSpPr>
          <p:nvPr>
            <p:ph type="sldNum" sz="quarter" idx="12"/>
          </p:nvPr>
        </p:nvSpPr>
        <p:spPr>
          <a:xfrm>
            <a:off x="8610600" y="6356350"/>
            <a:ext cx="2743200" cy="365125"/>
          </a:xfrm>
        </p:spPr>
        <p:txBody>
          <a:bodyPr/>
          <a:lstStyle/>
          <a:p>
            <a:fld id="{E077DA78-E013-4A8C-AD75-63A150561B10}" type="slidenum">
              <a:rPr lang="zh-CN" altLang="en-US" smtClean="0"/>
            </a:fld>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优先选择1">
    <p:spTree>
      <p:nvGrpSpPr>
        <p:cNvPr id="1" name=""/>
        <p:cNvGrpSpPr/>
        <p:nvPr/>
      </p:nvGrpSpPr>
      <p:grpSpPr>
        <a:xfrm>
          <a:off x="0" y="0"/>
          <a:ext cx="0" cy="0"/>
          <a:chOff x="0" y="0"/>
          <a:chExt cx="0" cy="0"/>
        </a:xfrm>
      </p:grpSpPr>
      <p:sp>
        <p:nvSpPr>
          <p:cNvPr id="3" name="日期占位符 2"/>
          <p:cNvSpPr>
            <a:spLocks noGrp="1"/>
          </p:cNvSpPr>
          <p:nvPr>
            <p:ph type="dt" sz="half" idx="10"/>
          </p:nvPr>
        </p:nvSpPr>
        <p:spPr>
          <a:xfrm>
            <a:off x="838200" y="6356350"/>
            <a:ext cx="2743200" cy="365125"/>
          </a:xfrm>
        </p:spPr>
        <p:txBody>
          <a:bodyPr/>
          <a:lstStyle/>
          <a:p>
            <a:fld id="{263DB197-84B0-484E-9C0F-88358ECCB797}" type="datetimeFigureOut">
              <a:rPr lang="zh-CN" altLang="en-US" smtClean="0"/>
            </a:fld>
            <a:endParaRPr lang="zh-CN" altLang="en-US"/>
          </a:p>
        </p:txBody>
      </p:sp>
      <p:sp>
        <p:nvSpPr>
          <p:cNvPr id="4" name="页脚占位符 3"/>
          <p:cNvSpPr>
            <a:spLocks noGrp="1"/>
          </p:cNvSpPr>
          <p:nvPr>
            <p:ph type="ftr" sz="quarter" idx="11"/>
          </p:nvPr>
        </p:nvSpPr>
        <p:spPr>
          <a:xfrm>
            <a:off x="4038600" y="6356350"/>
            <a:ext cx="4114800" cy="365125"/>
          </a:xfrm>
        </p:spPr>
        <p:txBody>
          <a:bodyPr/>
          <a:lstStyle/>
          <a:p>
            <a:endParaRPr lang="zh-CN" altLang="en-US"/>
          </a:p>
        </p:txBody>
      </p:sp>
      <p:sp>
        <p:nvSpPr>
          <p:cNvPr id="5" name="灯片编号占位符 4"/>
          <p:cNvSpPr>
            <a:spLocks noGrp="1"/>
          </p:cNvSpPr>
          <p:nvPr>
            <p:ph type="sldNum" sz="quarter" idx="12"/>
          </p:nvPr>
        </p:nvSpPr>
        <p:spPr>
          <a:xfrm>
            <a:off x="8610600" y="6356350"/>
            <a:ext cx="2743200" cy="365125"/>
          </a:xfrm>
        </p:spPr>
        <p:txBody>
          <a:bodyPr/>
          <a:lstStyle/>
          <a:p>
            <a:fld id="{E077DA78-E013-4A8C-AD75-63A150561B10}" type="slidenum">
              <a:rPr lang="zh-CN" altLang="en-US" smtClean="0"/>
            </a:fld>
            <a:endParaRPr lang="zh-CN"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rgbClr val="FFFFFF"/>
        </a:solidFill>
        <a:effectLst/>
      </p:bgPr>
    </p:bg>
    <p:spTree>
      <p:nvGrpSpPr>
        <p:cNvPr id="1" name=""/>
        <p:cNvGrpSpPr/>
        <p:nvPr/>
      </p:nvGrpSpPr>
      <p:grpSpPr>
        <a:xfrm>
          <a:off x="0" y="0"/>
          <a:ext cx="0" cy="0"/>
          <a:chOff x="0" y="0"/>
          <a:chExt cx="0" cy="0"/>
        </a:xfrm>
      </p:grpSpPr>
      <p:sp>
        <p:nvSpPr>
          <p:cNvPr id="2" name="标题 1"/>
          <p:cNvSpPr>
            <a:spLocks noGrp="1"/>
          </p:cNvSpPr>
          <p:nvPr>
            <p:ph type="ctrTitle" hasCustomPrompt="1"/>
            <p:custDataLst>
              <p:tags r:id="rId2"/>
            </p:custDataLst>
          </p:nvPr>
        </p:nvSpPr>
        <p:spPr>
          <a:xfrm>
            <a:off x="1198800" y="914400"/>
            <a:ext cx="9799200" cy="2570400"/>
          </a:xfrm>
        </p:spPr>
        <p:txBody>
          <a:bodyPr lIns="90000" tIns="46800" rIns="90000" bIns="46800" anchor="b" anchorCtr="0">
            <a:normAutofit/>
          </a:bodyPr>
          <a:lstStyle>
            <a:lvl1pPr algn="ctr">
              <a:defRPr sz="6000" b="1" i="0" spc="300" baseline="0">
                <a:solidFill>
                  <a:schemeClr val="tx1">
                    <a:lumMod val="85000"/>
                    <a:lumOff val="15000"/>
                  </a:schemeClr>
                </a:solidFill>
                <a:effectLst/>
              </a:defRPr>
            </a:lvl1pPr>
          </a:lstStyle>
          <a:p>
            <a:r>
              <a:rPr lang="zh-CN" altLang="en-US" dirty="0"/>
              <a:t>单击此处编辑标题</a:t>
            </a:r>
            <a:endParaRPr lang="zh-CN" altLang="en-US" dirty="0"/>
          </a:p>
        </p:txBody>
      </p:sp>
      <p:sp>
        <p:nvSpPr>
          <p:cNvPr id="3" name="副标题 2"/>
          <p:cNvSpPr>
            <a:spLocks noGrp="1"/>
          </p:cNvSpPr>
          <p:nvPr>
            <p:ph type="subTitle" idx="1" hasCustomPrompt="1"/>
            <p:custDataLst>
              <p:tags r:id="rId3"/>
            </p:custDataLst>
          </p:nvPr>
        </p:nvSpPr>
        <p:spPr>
          <a:xfrm>
            <a:off x="1198800" y="3560400"/>
            <a:ext cx="9799200" cy="1472400"/>
          </a:xfrm>
        </p:spPr>
        <p:txBody>
          <a:bodyPr lIns="90000" tIns="46800" rIns="90000" bIns="46800">
            <a:normAutofit/>
          </a:bodyPr>
          <a:lstStyle>
            <a:lvl1pPr marL="0" indent="0" algn="ctr" eaLnBrk="1" fontAlgn="auto" latinLnBrk="0" hangingPunct="1">
              <a:lnSpc>
                <a:spcPct val="110000"/>
              </a:lnSpc>
              <a:buNone/>
              <a:defRPr sz="2400" u="none" strike="noStrike" kern="1200" cap="none" spc="200" normalizeH="0" baseline="0">
                <a:solidFill>
                  <a:schemeClr val="tx1">
                    <a:lumMod val="65000"/>
                    <a:lumOff val="35000"/>
                  </a:schemeClr>
                </a:solidFill>
                <a:uFillTx/>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rgbClr val="FFFFFF"/>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lvl1pPr marL="0" marR="0" algn="l" defTabSz="914400" rtl="0" eaLnBrk="1" fontAlgn="auto" latinLnBrk="0" hangingPunct="1">
              <a:lnSpc>
                <a:spcPct val="100000"/>
              </a:lnSpc>
              <a:buNone/>
              <a:defRPr kumimoji="0" lang="zh-CN" altLang="en-US" sz="3600" b="1" i="0" u="none" strike="noStrike" kern="1200" cap="none" spc="30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endParaRPr dirty="0">
              <a:sym typeface="+mn-ea"/>
            </a:endParaRPr>
          </a:p>
        </p:txBody>
      </p:sp>
      <p:sp>
        <p:nvSpPr>
          <p:cNvPr id="3" name="内容占位符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8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2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20000"/>
              </a:lnSpc>
              <a:spcBef>
                <a:spcPts val="0"/>
              </a:spcBef>
              <a:spcAft>
                <a:spcPts val="300"/>
              </a:spcAft>
              <a:buFont typeface="Wingdings" panose="05000000000000000000"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20000"/>
              </a:lnSpc>
              <a:spcBef>
                <a:spcPts val="0"/>
              </a:spcBef>
              <a:spcAft>
                <a:spcPts val="300"/>
              </a:spcAft>
              <a:buFont typeface="Arial" panose="020B0604020202020204" pitchFamily="34"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5pPr>
            <a:lvl6pPr marL="2286000" indent="0">
              <a:buNone/>
              <a:defRPr/>
            </a:lvl6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rgbClr val="FFFFFF"/>
        </a:solidFill>
        <a:effectLst/>
      </p:bgPr>
    </p:bg>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1990800" y="3848400"/>
            <a:ext cx="7768800" cy="766800"/>
          </a:xfrm>
        </p:spPr>
        <p:txBody>
          <a:bodyPr lIns="90000" tIns="46800" rIns="90000" bIns="46800" anchor="b" anchorCtr="0">
            <a:normAutofit/>
          </a:bodyPr>
          <a:lstStyle>
            <a:lvl1pPr>
              <a:defRPr sz="4400" b="1" i="0" u="none" strike="noStrike" kern="1200" cap="none" spc="300" normalizeH="0" baseline="0">
                <a:solidFill>
                  <a:schemeClr val="tx1">
                    <a:lumMod val="85000"/>
                    <a:lumOff val="15000"/>
                  </a:schemeClr>
                </a:solidFill>
                <a:effectLst/>
                <a:uFillTx/>
              </a:defRPr>
            </a:lvl1pPr>
          </a:lstStyle>
          <a:p>
            <a:r>
              <a:rPr lang="zh-CN" altLang="en-US" dirty="0"/>
              <a:t>单击此处编辑标题</a:t>
            </a:r>
            <a:endParaRPr lang="zh-CN" altLang="en-US" dirty="0"/>
          </a:p>
        </p:txBody>
      </p:sp>
      <p:sp>
        <p:nvSpPr>
          <p:cNvPr id="3" name="文本占位符 2"/>
          <p:cNvSpPr>
            <a:spLocks noGrp="1"/>
          </p:cNvSpPr>
          <p:nvPr>
            <p:ph type="body" idx="1" hasCustomPrompt="1"/>
            <p:custDataLst>
              <p:tags r:id="rId3"/>
            </p:custDataLst>
          </p:nvPr>
        </p:nvSpPr>
        <p:spPr>
          <a:xfrm>
            <a:off x="1990800" y="4615200"/>
            <a:ext cx="7768800" cy="867600"/>
          </a:xfrm>
        </p:spPr>
        <p:txBody>
          <a:bodyPr lIns="90000" tIns="46800" rIns="90000" bIns="46800">
            <a:normAutofit/>
          </a:bodyPr>
          <a:lstStyle>
            <a:lvl1pPr marL="0" indent="0" eaLnBrk="1" fontAlgn="auto" latinLnBrk="0" hangingPunct="1">
              <a:lnSpc>
                <a:spcPct val="130000"/>
              </a:lnSpc>
              <a:buNone/>
              <a:defRPr kumimoji="0" lang="zh-CN" altLang="en-US" sz="1800" b="0" i="0" u="none" strike="noStrike" kern="1200" cap="none" spc="150" normalizeH="0" baseline="0" noProof="1">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woObj" preserve="1">
  <p:cSld name="两栏内容">
    <p:bg>
      <p:bgPr>
        <a:solidFill>
          <a:srgbClr val="FFFFFF"/>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lvl1pPr marL="0" marR="0" lvl="0" algn="l" defTabSz="914400" rtl="0" eaLnBrk="1" fontAlgn="auto" latinLnBrk="0" hangingPunct="1">
              <a:lnSpc>
                <a:spcPct val="100000"/>
              </a:lnSpc>
              <a:buNone/>
              <a:defRPr kumimoji="0" lang="zh-CN" altLang="en-US" sz="3600" b="1" i="0" u="none" strike="noStrike" kern="1200" cap="none" spc="30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endParaRPr dirty="0">
              <a:sym typeface="+mn-ea"/>
            </a:endParaRPr>
          </a:p>
        </p:txBody>
      </p:sp>
      <p:sp>
        <p:nvSpPr>
          <p:cNvPr id="3" name="内容占位符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2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20000"/>
              </a:lnSpc>
              <a:spcBef>
                <a:spcPts val="0"/>
              </a:spcBef>
              <a:spcAft>
                <a:spcPts val="300"/>
              </a:spcAft>
              <a:buFont typeface="Wingdings" panose="05000000000000000000"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20000"/>
              </a:lnSpc>
              <a:spcBef>
                <a:spcPts val="0"/>
              </a:spcBef>
              <a:spcAft>
                <a:spcPts val="300"/>
              </a:spcAft>
              <a:buFont typeface="Arial" panose="020B0604020202020204" pitchFamily="34"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4" name="内容占位符 3"/>
          <p:cNvSpPr>
            <a:spLocks noGrp="1"/>
          </p:cNvSpPr>
          <p:nvPr>
            <p:ph sz="half" idx="2"/>
            <p:custDataLst>
              <p:tags r:id="rId4"/>
            </p:custDataLst>
          </p:nvPr>
        </p:nvSpPr>
        <p:spPr>
          <a:xfrm>
            <a:off x="6411600" y="1501200"/>
            <a:ext cx="5176800" cy="4748400"/>
          </a:xfrm>
        </p:spPr>
        <p:txBody>
          <a:bodyPr lIns="90000" tIns="46800" rIns="90000" bIns="46800">
            <a:normAutofit/>
          </a:bodyPr>
          <a:lstStyle>
            <a:lvl1pPr marL="228600" indent="-228600" eaLnBrk="1" fontAlgn="auto" latinLnBrk="0" hangingPunct="1">
              <a:lnSpc>
                <a:spcPct val="130000"/>
              </a:lnSpc>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latin typeface="Arial" panose="020B0604020202020204" pitchFamily="34" charset="0"/>
                <a:ea typeface="微软雅黑" panose="020B0503020204020204" pitchFamily="34" charset="-122"/>
              </a:defRPr>
            </a:lvl1pPr>
            <a:lvl2pPr marL="685800" indent="-228600" defTabSz="914400" eaLnBrk="1" fontAlgn="auto" latinLnBrk="0" hangingPunct="1">
              <a:lnSpc>
                <a:spcPct val="120000"/>
              </a:lnSpc>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latin typeface="Arial" panose="020B0604020202020204" pitchFamily="34" charset="0"/>
                <a:ea typeface="微软雅黑" panose="020B0503020204020204" pitchFamily="34" charset="-122"/>
              </a:defRPr>
            </a:lvl2pPr>
            <a:lvl3pPr marL="1143000" indent="-228600" eaLnBrk="1" fontAlgn="auto" latinLnBrk="0" hangingPunct="1">
              <a:lnSpc>
                <a:spcPct val="120000"/>
              </a:lnSpc>
              <a:buFont typeface="Arial" panose="020B0604020202020204" pitchFamily="34" charset="0"/>
              <a:buChar char="●"/>
              <a:defRPr sz="1600" u="none" strike="noStrike" kern="1200" cap="none" spc="150" normalizeH="0" baseline="0">
                <a:solidFill>
                  <a:schemeClr val="tx1">
                    <a:lumMod val="65000"/>
                    <a:lumOff val="35000"/>
                  </a:schemeClr>
                </a:solidFill>
                <a:latin typeface="Arial" panose="020B0604020202020204" pitchFamily="34" charset="0"/>
                <a:ea typeface="微软雅黑" panose="020B0503020204020204" pitchFamily="34" charset="-122"/>
              </a:defRPr>
            </a:lvl3pPr>
            <a:lvl4pPr marL="1600200" indent="-228600" eaLnBrk="1" fontAlgn="auto" latinLnBrk="0" hangingPunct="1">
              <a:lnSpc>
                <a:spcPct val="120000"/>
              </a:lnSpc>
              <a:buFont typeface="Wingdings" panose="05000000000000000000" charset="0"/>
              <a:buChar char=""/>
              <a:defRPr sz="1400" u="none" strike="noStrike" kern="1200" cap="none" spc="150" normalizeH="0" baseline="0">
                <a:solidFill>
                  <a:schemeClr val="tx1">
                    <a:lumMod val="65000"/>
                    <a:lumOff val="35000"/>
                  </a:schemeClr>
                </a:solidFill>
                <a:latin typeface="Arial" panose="020B0604020202020204" pitchFamily="34" charset="0"/>
                <a:ea typeface="微软雅黑" panose="020B0503020204020204" pitchFamily="34" charset="-122"/>
              </a:defRPr>
            </a:lvl4pPr>
            <a:lvl5pPr eaLnBrk="1" fontAlgn="auto" latinLnBrk="0" hangingPunct="1">
              <a:lnSpc>
                <a:spcPct val="120000"/>
              </a:lnSpc>
              <a:defRPr sz="1400" u="none" strike="noStrike" kern="1200" cap="none" spc="150" normalizeH="0">
                <a:solidFill>
                  <a:schemeClr val="tx1">
                    <a:lumMod val="65000"/>
                    <a:lumOff val="35000"/>
                  </a:schemeClr>
                </a:solidFill>
                <a:latin typeface="Arial" panose="020B0604020202020204" pitchFamily="34" charset="0"/>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TxTwoObj" preserve="1">
  <p:cSld name="比较">
    <p:bg>
      <p:bgPr>
        <a:solidFill>
          <a:srgbClr val="FFFFFF"/>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lvl1pPr marL="0" marR="0" lvl="0" algn="l" defTabSz="914400" rtl="0" eaLnBrk="1" fontAlgn="auto" latinLnBrk="0" hangingPunct="1">
              <a:lnSpc>
                <a:spcPct val="100000"/>
              </a:lnSpc>
              <a:buNone/>
              <a:defRPr kumimoji="0" lang="zh-CN" altLang="en-US" sz="3600" b="1" i="0" u="none" strike="noStrike" kern="1200" cap="none" spc="30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endParaRPr dirty="0">
              <a:sym typeface="+mn-ea"/>
            </a:endParaRPr>
          </a:p>
        </p:txBody>
      </p:sp>
      <p:sp>
        <p:nvSpPr>
          <p:cNvPr id="3" name="文本占位符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eaLnBrk="1" fontAlgn="auto" latinLnBrk="0" hangingPunct="1">
              <a:lnSpc>
                <a:spcPct val="100000"/>
              </a:lnSpc>
              <a:spcAft>
                <a:spcPts val="0"/>
              </a:spcAft>
              <a:buNone/>
              <a:defRPr sz="2000" b="1" u="none" strike="noStrike" kern="1200" cap="none" spc="200" normalizeH="0" baseline="0">
                <a:solidFill>
                  <a:schemeClr val="tx1">
                    <a:lumMod val="75000"/>
                    <a:lumOff val="25000"/>
                  </a:schemeClr>
                </a:solidFill>
                <a:uFillTx/>
                <a:latin typeface="Arial" panose="020B0604020202020204" pitchFamily="34" charset="0"/>
                <a:ea typeface="微软雅黑" panose="020B0503020204020204" pitchFamily="34"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lvl1pPr marL="228600" marR="0" lvl="0" indent="-228600" algn="l" defTabSz="914400" rtl="0" eaLnBrk="1" fontAlgn="auto" latinLnBrk="0" hangingPunct="1">
              <a:lnSpc>
                <a:spcPct val="13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2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20000"/>
              </a:lnSpc>
              <a:spcBef>
                <a:spcPts val="0"/>
              </a:spcBef>
              <a:spcAft>
                <a:spcPts val="300"/>
              </a:spcAft>
              <a:buFont typeface="Wingdings" panose="05000000000000000000"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20000"/>
              </a:lnSpc>
              <a:spcBef>
                <a:spcPts val="0"/>
              </a:spcBef>
              <a:spcAft>
                <a:spcPts val="300"/>
              </a:spcAft>
              <a:buFont typeface="Arial" panose="020B0604020202020204" pitchFamily="34"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5" name="文本占位符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marR="0" lvl="0" indent="0" algn="l" defTabSz="914400" rtl="0" eaLnBrk="1" fontAlgn="auto" latinLnBrk="0" hangingPunct="1">
              <a:lnSpc>
                <a:spcPct val="100000"/>
              </a:lnSpc>
              <a:spcBef>
                <a:spcPts val="0"/>
              </a:spcBef>
              <a:spcAft>
                <a:spcPts val="0"/>
              </a:spcAft>
              <a:buFont typeface="Arial" panose="020B0604020202020204" pitchFamily="34" charset="0"/>
              <a:buNone/>
              <a:defRPr kumimoji="0" lang="zh-CN" altLang="en-US" sz="2000" b="1" i="0" u="none" strike="noStrike" kern="1200" cap="none" spc="20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sym typeface="+mn-ea"/>
              </a:rPr>
              <a:t>单击此处编辑文本</a:t>
            </a:r>
            <a:endParaRPr>
              <a:sym typeface="+mn-ea"/>
            </a:endParaRPr>
          </a:p>
        </p:txBody>
      </p:sp>
      <p:sp>
        <p:nvSpPr>
          <p:cNvPr id="6" name="内容占位符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lvl1pPr marL="228600" marR="0" lvl="0" indent="-228600" algn="l" defTabSz="914400" rtl="0" eaLnBrk="1" fontAlgn="auto" latinLnBrk="0" hangingPunct="1">
              <a:lnSpc>
                <a:spcPct val="13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2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20000"/>
              </a:lnSpc>
              <a:spcBef>
                <a:spcPts val="0"/>
              </a:spcBef>
              <a:spcAft>
                <a:spcPts val="300"/>
              </a:spcAft>
              <a:buFont typeface="Wingdings" panose="05000000000000000000"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20000"/>
              </a:lnSpc>
              <a:spcBef>
                <a:spcPts val="0"/>
              </a:spcBef>
              <a:spcAft>
                <a:spcPts val="300"/>
              </a:spcAft>
              <a:buFont typeface="Arial" panose="020B0604020202020204" pitchFamily="34"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rgbClr val="FFFFFF"/>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lvl1pPr marL="0" marR="0" lvl="0" algn="l" defTabSz="914400" rtl="0" eaLnBrk="1" fontAlgn="auto" latinLnBrk="0" hangingPunct="1">
              <a:lnSpc>
                <a:spcPct val="100000"/>
              </a:lnSpc>
              <a:buNone/>
              <a:defRPr kumimoji="0" lang="zh-CN" altLang="en-US" sz="3600" b="1" i="0" u="none" strike="noStrike" kern="1200" cap="none" spc="30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j-cs"/>
                <a:sym typeface="+mn-ea"/>
              </a:defRPr>
            </a:lvl1pPr>
          </a:lstStyle>
          <a:p>
            <a:pPr lvl="0"/>
            <a:r>
              <a:rPr>
                <a:sym typeface="+mn-ea"/>
              </a:rPr>
              <a:t>单击此处编辑母版标题样式</a:t>
            </a:r>
            <a:endParaRPr>
              <a:sym typeface="+mn-ea"/>
            </a:endParaRPr>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blank" preserve="1">
  <p:cSld name="空白">
    <p:bg>
      <p:bgPr>
        <a:solidFill>
          <a:srgbClr val="FFFFFF"/>
        </a:solidFill>
        <a:effectLst/>
      </p:bgPr>
    </p:bg>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图片与标题">
    <p:bg>
      <p:bgPr>
        <a:solidFill>
          <a:srgbClr val="FFFFFF"/>
        </a:solidFill>
        <a:effectLst/>
      </p:bgPr>
    </p:bg>
    <p:spTree>
      <p:nvGrpSpPr>
        <p:cNvPr id="1" name=""/>
        <p:cNvGrpSpPr/>
        <p:nvPr/>
      </p:nvGrpSpPr>
      <p:grpSpPr>
        <a:xfrm>
          <a:off x="0" y="0"/>
          <a:ext cx="0" cy="0"/>
          <a:chOff x="0" y="0"/>
          <a:chExt cx="0" cy="0"/>
        </a:xfrm>
      </p:grpSpPr>
      <p:sp>
        <p:nvSpPr>
          <p:cNvPr id="3" name="图片占位符 2"/>
          <p:cNvSpPr>
            <a:spLocks noGrp="1"/>
          </p:cNvSpPr>
          <p:nvPr>
            <p:ph type="pic" idx="1"/>
            <p:custDataLst>
              <p:tags r:id="rId2"/>
            </p:custDataLst>
          </p:nvPr>
        </p:nvSpPr>
        <p:spPr>
          <a:xfrm>
            <a:off x="608400" y="1555200"/>
            <a:ext cx="5233077" cy="4608000"/>
          </a:xfrm>
        </p:spPr>
        <p:txBody>
          <a:bodyPr vert="horz" lIns="90000" tIns="46800" rIns="90000" bIns="46800" rtlCol="0">
            <a:normAutofit/>
          </a:bodyPr>
          <a:lstStyle>
            <a:lvl1pPr marL="0" marR="0" lvl="0" indent="0" algn="l" defTabSz="914400" rtl="0" eaLnBrk="1" fontAlgn="auto" latinLnBrk="0" hangingPunct="1">
              <a:lnSpc>
                <a:spcPct val="130000"/>
              </a:lnSpc>
              <a:spcBef>
                <a:spcPts val="0"/>
              </a:spcBef>
              <a:spcAft>
                <a:spcPts val="1000"/>
              </a:spcAft>
              <a:buFont typeface="Arial" panose="020B0604020202020204" pitchFamily="34" charset="0"/>
              <a:buNone/>
              <a:defRPr kumimoji="0" lang="zh-CN" altLang="en-US" sz="1600" b="0" i="0" u="none" strike="noStrike" kern="1200" cap="none" spc="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5pPr>
          </a:lstStyle>
          <a:p>
            <a:pPr lvl="0"/>
            <a:endParaRPr dirty="0">
              <a:sym typeface="+mn-ea"/>
            </a:endParaRPr>
          </a:p>
        </p:txBody>
      </p:sp>
      <p:sp>
        <p:nvSpPr>
          <p:cNvPr id="4" name="文本占位符 3"/>
          <p:cNvSpPr>
            <a:spLocks noGrp="1"/>
          </p:cNvSpPr>
          <p:nvPr>
            <p:ph type="body" sz="half" idx="2"/>
            <p:custDataLst>
              <p:tags r:id="rId3"/>
            </p:custDataLst>
          </p:nvPr>
        </p:nvSpPr>
        <p:spPr>
          <a:xfrm>
            <a:off x="6350400" y="1555200"/>
            <a:ext cx="5227200" cy="4608000"/>
          </a:xfrm>
        </p:spPr>
        <p:txBody>
          <a:bodyPr vert="horz" lIns="90000" tIns="46800" rIns="90000" bIns="46800" rtlCol="0">
            <a:normAutofit/>
          </a:bodyPr>
          <a:lstStyle>
            <a:lvl1pPr marL="0" marR="0" lvl="0" indent="0" algn="l" defTabSz="914400" rtl="0" eaLnBrk="1" fontAlgn="auto" latinLnBrk="0" hangingPunct="1">
              <a:lnSpc>
                <a:spcPct val="130000"/>
              </a:lnSpc>
              <a:spcBef>
                <a:spcPts val="0"/>
              </a:spcBef>
              <a:spcAft>
                <a:spcPts val="600"/>
              </a:spcAft>
              <a:buFont typeface="Arial" panose="020B0604020202020204" pitchFamily="34" charset="0"/>
              <a:buNone/>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457200" indent="0" defTabSz="914400" eaLnBrk="1" fontAlgn="auto" latinLnBrk="0" hangingPunct="1">
              <a:buFont typeface="Arial" panose="020B0604020202020204" pitchFamily="34" charset="0"/>
              <a:buNone/>
              <a:tabLst>
                <a:tab pos="1609725" algn="l"/>
                <a:tab pos="1609725" algn="l"/>
                <a:tab pos="1609725" algn="l"/>
                <a:tab pos="1609725" algn="l"/>
              </a:tabLst>
              <a:defRPr u="none" strike="noStrike" kern="1200" cap="none" spc="150" normalizeH="0">
                <a:solidFill>
                  <a:schemeClr val="tx1">
                    <a:lumMod val="65000"/>
                    <a:lumOff val="35000"/>
                  </a:schemeClr>
                </a:solidFill>
                <a:uFillTx/>
                <a:latin typeface="Arial" panose="020B0604020202020204" pitchFamily="34" charset="0"/>
                <a:ea typeface="微软雅黑" panose="020B0503020204020204" pitchFamily="34" charset="-122"/>
              </a:defRPr>
            </a:lvl2pPr>
            <a:lvl3pPr eaLnBrk="1" fontAlgn="auto" latinLnBrk="0" hangingPunct="1">
              <a:buFont typeface="Arial" panose="020B0604020202020204" pitchFamily="34" charset="0"/>
              <a:buChar char="●"/>
              <a:defRPr u="none" strike="noStrike" kern="1200" cap="none" spc="150" normalizeH="0">
                <a:solidFill>
                  <a:schemeClr val="tx1">
                    <a:lumMod val="65000"/>
                    <a:lumOff val="35000"/>
                  </a:schemeClr>
                </a:solidFill>
                <a:uFillTx/>
                <a:latin typeface="Arial" panose="020B0604020202020204" pitchFamily="34" charset="0"/>
                <a:ea typeface="微软雅黑" panose="020B0503020204020204" pitchFamily="34" charset="-122"/>
              </a:defRPr>
            </a:lvl3pPr>
            <a:lvl4pPr eaLnBrk="1" fontAlgn="auto" latinLnBrk="0" hangingPunct="1">
              <a:defRPr u="none" strike="noStrike" kern="1200" cap="none" spc="150" normalizeH="0">
                <a:solidFill>
                  <a:schemeClr val="tx1">
                    <a:lumMod val="65000"/>
                    <a:lumOff val="35000"/>
                  </a:schemeClr>
                </a:solidFill>
                <a:uFillTx/>
                <a:latin typeface="Arial" panose="020B0604020202020204" pitchFamily="34" charset="0"/>
                <a:ea typeface="微软雅黑" panose="020B0503020204020204" pitchFamily="34" charset="-122"/>
              </a:defRPr>
            </a:lvl4pPr>
            <a:lvl5pPr eaLnBrk="1" fontAlgn="auto" latinLnBrk="0" hangingPunct="1">
              <a:defRPr u="none" strike="noStrike" kern="1200" cap="none" spc="150" normalizeH="0">
                <a:solidFill>
                  <a:schemeClr val="tx1">
                    <a:lumMod val="65000"/>
                    <a:lumOff val="35000"/>
                  </a:schemeClr>
                </a:solidFill>
                <a:uFillTx/>
                <a:latin typeface="Arial" panose="020B0604020202020204" pitchFamily="34" charset="0"/>
                <a:ea typeface="微软雅黑" panose="020B0503020204020204" pitchFamily="34" charset="-122"/>
              </a:defRPr>
            </a:lvl5pPr>
          </a:lstStyle>
          <a:p>
            <a:pPr lvl="0"/>
            <a:r>
              <a:rPr dirty="0">
                <a:sym typeface="+mn-ea"/>
              </a:rPr>
              <a:t>单击此处编辑母版文本样式</a:t>
            </a:r>
            <a:endParaRPr dirty="0">
              <a:sym typeface="+mn-ea"/>
            </a:endParaRPr>
          </a:p>
        </p:txBody>
      </p:sp>
      <p:sp>
        <p:nvSpPr>
          <p:cNvPr id="5" name="日期占位符 4"/>
          <p:cNvSpPr>
            <a:spLocks noGrp="1"/>
          </p:cNvSpPr>
          <p:nvPr>
            <p:ph type="dt" sz="half" idx="10"/>
            <p:custDataLst>
              <p:tags r:id="rId4"/>
            </p:custDataLst>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5"/>
            </p:custDataLst>
          </p:nvPr>
        </p:nvSpPr>
        <p:spPr/>
        <p:txBody>
          <a:bodyPr/>
          <a:lstStyle/>
          <a:p>
            <a:endParaRPr lang="zh-CN" altLang="en-US" dirty="0"/>
          </a:p>
        </p:txBody>
      </p:sp>
      <p:sp>
        <p:nvSpPr>
          <p:cNvPr id="7" name="灯片编号占位符 6"/>
          <p:cNvSpPr>
            <a:spLocks noGrp="1"/>
          </p:cNvSpPr>
          <p:nvPr>
            <p:ph type="sldNum" sz="quarter" idx="12"/>
            <p:custDataLst>
              <p:tags r:id="rId6"/>
            </p:custDataLst>
          </p:nvPr>
        </p:nvSpPr>
        <p:spPr/>
        <p:txBody>
          <a:bodyPr/>
          <a:lstStyle/>
          <a:p>
            <a:fld id="{FABC47A4-756D-490B-A52F-7D9E2C9FC05F}" type="slidenum">
              <a:rPr lang="zh-CN" altLang="en-US" smtClean="0"/>
            </a:fld>
            <a:endParaRPr lang="zh-CN" altLang="en-US"/>
          </a:p>
        </p:txBody>
      </p:sp>
      <p:sp>
        <p:nvSpPr>
          <p:cNvPr id="9" name="标题 8"/>
          <p:cNvSpPr>
            <a:spLocks noGrp="1"/>
          </p:cNvSpPr>
          <p:nvPr>
            <p:ph type="title"/>
            <p:custDataLst>
              <p:tags r:id="rId7"/>
            </p:custDataLst>
          </p:nvPr>
        </p:nvSpPr>
        <p:spPr/>
        <p:txBody>
          <a:bodyPr/>
          <a:lstStyle>
            <a:lvl1pPr>
              <a:defRPr baseline="0"/>
            </a:lvl1pPr>
          </a:lstStyle>
          <a:p>
            <a:r>
              <a:rPr lang="zh-CN" altLang="en-US"/>
              <a:t>单击此处编辑母版标题样式</a:t>
            </a:r>
            <a:endParaRPr lang="zh-CN" altLang="en-US"/>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vertTitleAndTx" preserve="1">
  <p:cSld name="竖排标题与文本">
    <p:bg>
      <p:bgPr>
        <a:solidFill>
          <a:srgbClr val="FFFFFF"/>
        </a:solidFill>
        <a:effectLst/>
      </p:bgPr>
    </p:bg>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2"/>
            </p:custDataLst>
          </p:nvPr>
        </p:nvSpPr>
        <p:spPr>
          <a:xfrm>
            <a:off x="10234800" y="914400"/>
            <a:ext cx="1044000" cy="5029200"/>
          </a:xfrm>
        </p:spPr>
        <p:txBody>
          <a:bodyPr vert="eaVert" lIns="90000" tIns="46800" rIns="90000" bIns="46800" rtlCol="0" anchor="ctr" anchorCtr="0">
            <a:normAutofit/>
          </a:bodyPr>
          <a:lstStyle>
            <a:lvl1pPr marL="0" marR="0" lvl="0" algn="l" defTabSz="914400" rtl="0" eaLnBrk="1" fontAlgn="auto" latinLnBrk="0" hangingPunct="1">
              <a:lnSpc>
                <a:spcPct val="100000"/>
              </a:lnSpc>
              <a:spcAft>
                <a:spcPts val="0"/>
              </a:spcAft>
              <a:buNone/>
              <a:defRPr kumimoji="0" lang="zh-CN" altLang="en-US" sz="2800" b="1" i="0" u="none" strike="noStrike" kern="1200" cap="none" spc="30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单击此处编辑标题</a:t>
            </a:r>
            <a:endParaRPr dirty="0">
              <a:sym typeface="+mn-ea"/>
            </a:endParaRPr>
          </a:p>
        </p:txBody>
      </p:sp>
      <p:sp>
        <p:nvSpPr>
          <p:cNvPr id="3" name="竖排文字占位符 2"/>
          <p:cNvSpPr>
            <a:spLocks noGrp="1"/>
          </p:cNvSpPr>
          <p:nvPr>
            <p:ph type="body" orient="vert" idx="1"/>
            <p:custDataLst>
              <p:tags r:id="rId3"/>
            </p:custDataLst>
          </p:nvPr>
        </p:nvSpPr>
        <p:spPr>
          <a:xfrm>
            <a:off x="914400" y="914400"/>
            <a:ext cx="9169200" cy="5029200"/>
          </a:xfrm>
        </p:spPr>
        <p:txBody>
          <a:bodyPr vert="eaVert" lIns="46800" tIns="46800" rIns="46800" bIns="46800"/>
          <a:lstStyle>
            <a:lvl1pPr marL="228600" indent="-228600" eaLnBrk="1" fontAlgn="auto" latinLnBrk="0" hangingPunct="1">
              <a:lnSpc>
                <a:spcPct val="130000"/>
              </a:lnSpc>
              <a:spcAft>
                <a:spcPts val="1000"/>
              </a:spcAft>
              <a:buFont typeface="Arial" panose="020B0604020202020204" pitchFamily="34" charset="0"/>
              <a:buChar char="●"/>
              <a:defRPr u="none" strike="noStrike" kern="1200" cap="none" spc="150" normalizeH="0" baseline="0">
                <a:solidFill>
                  <a:schemeClr val="tx1">
                    <a:lumMod val="65000"/>
                    <a:lumOff val="35000"/>
                  </a:schemeClr>
                </a:solidFill>
                <a:uFillTx/>
              </a:defRPr>
            </a:lvl1pPr>
            <a:lvl2pPr marL="685800" indent="-228600" defTabSz="914400" eaLnBrk="1" fontAlgn="auto" latinLnBrk="0" hangingPunct="1">
              <a:lnSpc>
                <a:spcPct val="120000"/>
              </a:lnSpc>
              <a:spcAft>
                <a:spcPts val="600"/>
              </a:spcAft>
              <a:buFont typeface="Arial" panose="020B0604020202020204" pitchFamily="34" charset="0"/>
              <a:buChar char="●"/>
              <a:tabLst>
                <a:tab pos="1609725" algn="l"/>
                <a:tab pos="1609725" algn="l"/>
                <a:tab pos="1609725" algn="l"/>
                <a:tab pos="1609725" algn="l"/>
              </a:tabLst>
              <a:defRPr u="none" strike="noStrike" kern="1200" cap="none" spc="150" normalizeH="0" baseline="0">
                <a:solidFill>
                  <a:schemeClr val="tx1">
                    <a:lumMod val="65000"/>
                    <a:lumOff val="35000"/>
                  </a:schemeClr>
                </a:solidFill>
                <a:uFillTx/>
              </a:defRPr>
            </a:lvl2pPr>
            <a:lvl3pPr marL="1143000" indent="-228600" eaLnBrk="1" fontAlgn="auto" latinLnBrk="0" hangingPunct="1">
              <a:lnSpc>
                <a:spcPct val="120000"/>
              </a:lnSpc>
              <a:spcAft>
                <a:spcPts val="600"/>
              </a:spcAft>
              <a:buFont typeface="Arial" panose="020B0604020202020204" pitchFamily="34" charset="0"/>
              <a:buChar char="●"/>
              <a:defRPr u="none" strike="noStrike" kern="1200" cap="none" spc="150" normalizeH="0" baseline="0">
                <a:solidFill>
                  <a:schemeClr val="tx1">
                    <a:lumMod val="65000"/>
                    <a:lumOff val="35000"/>
                  </a:schemeClr>
                </a:solidFill>
                <a:uFillTx/>
              </a:defRPr>
            </a:lvl3pPr>
            <a:lvl4pPr marL="1600200" indent="-228600" eaLnBrk="1" fontAlgn="auto" latinLnBrk="0" hangingPunct="1">
              <a:lnSpc>
                <a:spcPct val="120000"/>
              </a:lnSpc>
              <a:spcAft>
                <a:spcPts val="300"/>
              </a:spcAft>
              <a:buFont typeface="Wingdings" panose="05000000000000000000" charset="0"/>
              <a:buChar char=""/>
              <a:defRPr u="none" strike="noStrike" kern="1200" cap="none" spc="150" normalizeH="0" baseline="0">
                <a:solidFill>
                  <a:schemeClr val="tx1">
                    <a:lumMod val="65000"/>
                    <a:lumOff val="35000"/>
                  </a:schemeClr>
                </a:solidFill>
                <a:uFillTx/>
              </a:defRPr>
            </a:lvl4pPr>
            <a:lvl5pPr marL="2057400" indent="-228600" eaLnBrk="1" fontAlgn="auto" latinLnBrk="0" hangingPunct="1">
              <a:lnSpc>
                <a:spcPct val="120000"/>
              </a:lnSpc>
              <a:spcAft>
                <a:spcPts val="300"/>
              </a:spcAft>
              <a:buFont typeface="Arial" panose="020B0604020202020204" pitchFamily="34" charset="0"/>
              <a:buChar char="•"/>
              <a:defRPr u="none" strike="noStrike" kern="1200" cap="none" spc="150" normalizeH="0" baseline="0">
                <a:solidFill>
                  <a:schemeClr val="tx1">
                    <a:lumMod val="65000"/>
                    <a:lumOff val="35000"/>
                  </a:schemeClr>
                </a:solidFill>
                <a:uFillTx/>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内容">
    <p:bg>
      <p:bgPr>
        <a:solidFill>
          <a:srgbClr val="FFFFFF"/>
        </a:solidFill>
        <a:effectLst/>
      </p:bgPr>
    </p:bg>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608400" y="774000"/>
            <a:ext cx="10972800" cy="5482800"/>
          </a:xfrm>
        </p:spPr>
        <p:txBody>
          <a:bodyPr/>
          <a:lstStyle>
            <a:lvl1pPr marL="228600" indent="-228600" eaLnBrk="1" fontAlgn="auto" latinLnBrk="0" hangingPunct="1">
              <a:lnSpc>
                <a:spcPct val="130000"/>
              </a:lnSpc>
              <a:buFont typeface="Arial" panose="020B0604020202020204" pitchFamily="34" charset="0"/>
              <a:buChar char="●"/>
              <a:defRPr u="none" strike="noStrike" kern="1200" cap="none" spc="150" normalizeH="0" baseline="0">
                <a:solidFill>
                  <a:schemeClr val="tx1">
                    <a:lumMod val="65000"/>
                    <a:lumOff val="35000"/>
                  </a:schemeClr>
                </a:solidFill>
                <a:uFillTx/>
              </a:defRPr>
            </a:lvl1pPr>
            <a:lvl2pPr marL="685800" indent="-228600" defTabSz="914400" eaLnBrk="1" fontAlgn="auto" latinLnBrk="0" hangingPunct="1">
              <a:lnSpc>
                <a:spcPct val="120000"/>
              </a:lnSpc>
              <a:buFont typeface="Arial" panose="020B0604020202020204" pitchFamily="34" charset="0"/>
              <a:buChar char="●"/>
              <a:tabLst>
                <a:tab pos="1609725" algn="l"/>
                <a:tab pos="1609725" algn="l"/>
                <a:tab pos="1609725" algn="l"/>
                <a:tab pos="1609725" algn="l"/>
              </a:tabLst>
              <a:defRPr u="none" strike="noStrike" kern="1200" cap="none" spc="150" normalizeH="0" baseline="0">
                <a:solidFill>
                  <a:schemeClr val="tx1">
                    <a:lumMod val="65000"/>
                    <a:lumOff val="35000"/>
                  </a:schemeClr>
                </a:solidFill>
                <a:uFillTx/>
              </a:defRPr>
            </a:lvl2pPr>
            <a:lvl3pPr marL="1143000" indent="-228600" eaLnBrk="1" fontAlgn="auto" latinLnBrk="0" hangingPunct="1">
              <a:lnSpc>
                <a:spcPct val="120000"/>
              </a:lnSpc>
              <a:buFont typeface="Arial" panose="020B0604020202020204" pitchFamily="34" charset="0"/>
              <a:buChar char="●"/>
              <a:defRPr u="none" strike="noStrike" kern="1200" cap="none" spc="150" normalizeH="0" baseline="0">
                <a:solidFill>
                  <a:schemeClr val="tx1">
                    <a:lumMod val="65000"/>
                    <a:lumOff val="35000"/>
                  </a:schemeClr>
                </a:solidFill>
                <a:uFillTx/>
              </a:defRPr>
            </a:lvl3pPr>
            <a:lvl4pPr marL="1600200" indent="-228600" eaLnBrk="1" fontAlgn="auto" latinLnBrk="0" hangingPunct="1">
              <a:lnSpc>
                <a:spcPct val="120000"/>
              </a:lnSpc>
              <a:buFont typeface="Wingdings" panose="05000000000000000000" charset="0"/>
              <a:buChar char=""/>
              <a:defRPr u="none" strike="noStrike" kern="1200" cap="none" spc="150" normalizeH="0" baseline="0">
                <a:solidFill>
                  <a:schemeClr val="tx1">
                    <a:lumMod val="65000"/>
                    <a:lumOff val="35000"/>
                  </a:schemeClr>
                </a:solidFill>
                <a:uFillTx/>
              </a:defRPr>
            </a:lvl4pPr>
            <a:lvl5pPr marL="2057400" indent="-228600" eaLnBrk="1" fontAlgn="auto" latinLnBrk="0" hangingPunct="1">
              <a:lnSpc>
                <a:spcPct val="120000"/>
              </a:lnSpc>
              <a:buFont typeface="Arial" panose="020B0604020202020204" pitchFamily="34" charset="0"/>
              <a:buChar char="•"/>
              <a:defRPr u="none" strike="noStrike" kern="1200" cap="none" spc="150" normalizeH="0" baseline="0">
                <a:solidFill>
                  <a:schemeClr val="tx1">
                    <a:lumMod val="65000"/>
                    <a:lumOff val="35000"/>
                  </a:schemeClr>
                </a:solidFill>
                <a:uFillTx/>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末尾幻灯片">
    <p:bg>
      <p:bgPr>
        <a:solidFill>
          <a:srgbClr val="FFFFFF"/>
        </a:solidFill>
        <a:effectLst/>
      </p:bgPr>
    </p:bg>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5"/>
            </p:custDataLst>
          </p:nvPr>
        </p:nvSpPr>
        <p:spPr>
          <a:xfrm>
            <a:off x="1198800" y="2484000"/>
            <a:ext cx="9799200" cy="1018800"/>
          </a:xfrm>
        </p:spPr>
        <p:txBody>
          <a:bodyPr vert="horz" lIns="90000" tIns="46800" rIns="90000" bIns="46800" rtlCol="0" anchor="t" anchorCtr="0">
            <a:normAutofit/>
          </a:bodyPr>
          <a:lstStyle>
            <a:lvl1pPr marL="0" marR="0" algn="ctr" defTabSz="914400" rtl="0" eaLnBrk="1" fontAlgn="auto" latinLnBrk="0" hangingPunct="1">
              <a:lnSpc>
                <a:spcPct val="100000"/>
              </a:lnSpc>
              <a:buNone/>
              <a:defRPr kumimoji="0" lang="zh-CN" altLang="en-US" sz="6000" b="1" i="0" u="none" strike="noStrike" kern="1200" cap="none" spc="300" normalizeH="0" baseline="0" noProof="1" dirty="0">
                <a:solidFill>
                  <a:schemeClr val="tx1">
                    <a:lumMod val="85000"/>
                    <a:lumOff val="15000"/>
                  </a:schemeClr>
                </a:solidFill>
                <a:effectLst/>
                <a:uFillTx/>
                <a:latin typeface="Arial" panose="020B0604020202020204" pitchFamily="34" charset="0"/>
                <a:ea typeface="微软雅黑" panose="020B0503020204020204" pitchFamily="34" charset="-122"/>
                <a:cs typeface="+mj-cs"/>
                <a:sym typeface="+mn-ea"/>
              </a:defRPr>
            </a:lvl1pPr>
          </a:lstStyle>
          <a:p>
            <a:pPr lvl="0"/>
            <a:r>
              <a:rPr>
                <a:sym typeface="+mn-ea"/>
              </a:rPr>
              <a:t>单击此处编辑标题</a:t>
            </a:r>
            <a:endParaRPr>
              <a:sym typeface="+mn-ea"/>
            </a:endParaRPr>
          </a:p>
        </p:txBody>
      </p:sp>
      <p:sp>
        <p:nvSpPr>
          <p:cNvPr id="7" name="文本占位符 6"/>
          <p:cNvSpPr>
            <a:spLocks noGrp="1"/>
          </p:cNvSpPr>
          <p:nvPr>
            <p:ph type="body" sz="quarter" idx="13"/>
            <p:custDataLst>
              <p:tags r:id="rId6"/>
            </p:custDataLst>
          </p:nvPr>
        </p:nvSpPr>
        <p:spPr>
          <a:xfrm>
            <a:off x="1198800" y="3560400"/>
            <a:ext cx="9799200" cy="471600"/>
          </a:xfrm>
        </p:spPr>
        <p:txBody>
          <a:bodyPr lIns="90000" tIns="46800" rIns="90000" bIns="46800">
            <a:normAutofit/>
          </a:bodyPr>
          <a:lstStyle>
            <a:lvl1pPr marL="0" indent="0" algn="ctr">
              <a:lnSpc>
                <a:spcPct val="110000"/>
              </a:lnSpc>
              <a:buNone/>
              <a:defRPr sz="2400" spc="200" baseline="0">
                <a:solidFill>
                  <a:schemeClr val="tx1">
                    <a:lumMod val="65000"/>
                    <a:lumOff val="35000"/>
                  </a:schemeClr>
                </a:solidFill>
              </a:defRPr>
            </a:lvl1pPr>
          </a:lstStyle>
          <a:p>
            <a:pPr lvl="0"/>
            <a:r>
              <a:rPr lang="zh-CN" altLang="en-US" dirty="0"/>
              <a:t>单击此处编辑母版文本样式</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image" Target="../media/image1.png"/><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1" Type="http://schemas.openxmlformats.org/officeDocument/2006/relationships/theme" Target="../theme/theme1.xml"/><Relationship Id="rId10" Type="http://schemas.openxmlformats.org/officeDocument/2006/relationships/image" Target="../media/image2.png"/><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17.xml"/><Relationship Id="rId8" Type="http://schemas.openxmlformats.org/officeDocument/2006/relationships/slideLayout" Target="../slideLayouts/slideLayout16.xml"/><Relationship Id="rId7" Type="http://schemas.openxmlformats.org/officeDocument/2006/relationships/slideLayout" Target="../slideLayouts/slideLayout15.xml"/><Relationship Id="rId6" Type="http://schemas.openxmlformats.org/officeDocument/2006/relationships/slideLayout" Target="../slideLayouts/slideLayout14.xml"/><Relationship Id="rId5" Type="http://schemas.openxmlformats.org/officeDocument/2006/relationships/slideLayout" Target="../slideLayouts/slideLayout13.xml"/><Relationship Id="rId4" Type="http://schemas.openxmlformats.org/officeDocument/2006/relationships/slideLayout" Target="../slideLayouts/slideLayout12.xml"/><Relationship Id="rId3" Type="http://schemas.openxmlformats.org/officeDocument/2006/relationships/slideLayout" Target="../slideLayouts/slideLayout11.xml"/><Relationship Id="rId2" Type="http://schemas.openxmlformats.org/officeDocument/2006/relationships/slideLayout" Target="../slideLayouts/slideLayout10.xml"/><Relationship Id="rId16" Type="http://schemas.openxmlformats.org/officeDocument/2006/relationships/theme" Target="../theme/theme2.xml"/><Relationship Id="rId15" Type="http://schemas.openxmlformats.org/officeDocument/2006/relationships/image" Target="../media/image2.png"/><Relationship Id="rId14" Type="http://schemas.openxmlformats.org/officeDocument/2006/relationships/image" Target="../media/image3.png"/><Relationship Id="rId13" Type="http://schemas.openxmlformats.org/officeDocument/2006/relationships/slideLayout" Target="../slideLayouts/slideLayout21.xml"/><Relationship Id="rId12" Type="http://schemas.openxmlformats.org/officeDocument/2006/relationships/slideLayout" Target="../slideLayouts/slideLayout20.xml"/><Relationship Id="rId11" Type="http://schemas.openxmlformats.org/officeDocument/2006/relationships/slideLayout" Target="../slideLayouts/slideLayout19.xml"/><Relationship Id="rId10" Type="http://schemas.openxmlformats.org/officeDocument/2006/relationships/slideLayout" Target="../slideLayouts/slideLayout18.xml"/><Relationship Id="rId1" Type="http://schemas.openxmlformats.org/officeDocument/2006/relationships/slideLayout" Target="../slideLayouts/slideLayout9.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30.xml"/><Relationship Id="rId8" Type="http://schemas.openxmlformats.org/officeDocument/2006/relationships/slideLayout" Target="../slideLayouts/slideLayout29.xml"/><Relationship Id="rId7" Type="http://schemas.openxmlformats.org/officeDocument/2006/relationships/slideLayout" Target="../slideLayouts/slideLayout28.xml"/><Relationship Id="rId6" Type="http://schemas.openxmlformats.org/officeDocument/2006/relationships/slideLayout" Target="../slideLayouts/slideLayout27.xml"/><Relationship Id="rId5" Type="http://schemas.openxmlformats.org/officeDocument/2006/relationships/slideLayout" Target="../slideLayouts/slideLayout26.xml"/><Relationship Id="rId4" Type="http://schemas.openxmlformats.org/officeDocument/2006/relationships/slideLayout" Target="../slideLayouts/slideLayout25.xml"/><Relationship Id="rId3" Type="http://schemas.openxmlformats.org/officeDocument/2006/relationships/slideLayout" Target="../slideLayouts/slideLayout24.xml"/><Relationship Id="rId2" Type="http://schemas.openxmlformats.org/officeDocument/2006/relationships/slideLayout" Target="../slideLayouts/slideLayout23.xml"/><Relationship Id="rId19" Type="http://schemas.openxmlformats.org/officeDocument/2006/relationships/theme" Target="../theme/theme3.xml"/><Relationship Id="rId18" Type="http://schemas.openxmlformats.org/officeDocument/2006/relationships/image" Target="../media/image2.png"/><Relationship Id="rId17" Type="http://schemas.openxmlformats.org/officeDocument/2006/relationships/tags" Target="../tags/tag131.xml"/><Relationship Id="rId16" Type="http://schemas.openxmlformats.org/officeDocument/2006/relationships/tags" Target="../tags/tag130.xml"/><Relationship Id="rId15" Type="http://schemas.openxmlformats.org/officeDocument/2006/relationships/tags" Target="../tags/tag129.xml"/><Relationship Id="rId14" Type="http://schemas.openxmlformats.org/officeDocument/2006/relationships/tags" Target="../tags/tag128.xml"/><Relationship Id="rId13" Type="http://schemas.openxmlformats.org/officeDocument/2006/relationships/tags" Target="../tags/tag127.xml"/><Relationship Id="rId12" Type="http://schemas.openxmlformats.org/officeDocument/2006/relationships/tags" Target="../tags/tag126.xml"/><Relationship Id="rId11" Type="http://schemas.openxmlformats.org/officeDocument/2006/relationships/slideLayout" Target="../slideLayouts/slideLayout32.xml"/><Relationship Id="rId10" Type="http://schemas.openxmlformats.org/officeDocument/2006/relationships/slideLayout" Target="../slideLayouts/slideLayout31.xml"/><Relationship Id="rId1"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pic>
        <p:nvPicPr>
          <p:cNvPr id="7" name="图片 6" descr="图片3"/>
          <p:cNvPicPr>
            <a:picLocks noChangeAspect="1"/>
          </p:cNvPicPr>
          <p:nvPr userDrawn="1"/>
        </p:nvPicPr>
        <p:blipFill>
          <a:blip r:embed="rId9"/>
          <a:stretch>
            <a:fillRect/>
          </a:stretch>
        </p:blipFill>
        <p:spPr>
          <a:xfrm>
            <a:off x="0" y="0"/>
            <a:ext cx="12181205" cy="6858000"/>
          </a:xfrm>
          <a:prstGeom prst="rect">
            <a:avLst/>
          </a:prstGeom>
        </p:spPr>
      </p:pic>
      <p:pic>
        <p:nvPicPr>
          <p:cNvPr id="2" name="图片 1"/>
          <p:cNvPicPr>
            <a:picLocks noChangeAspect="1"/>
          </p:cNvPicPr>
          <p:nvPr userDrawn="1"/>
        </p:nvPicPr>
        <p:blipFill>
          <a:blip r:embed="rId10">
            <a:extLst>
              <a:ext uri="{28A0092B-C50C-407E-A947-70E740481C1C}">
                <a14:useLocalDpi xmlns:a14="http://schemas.microsoft.com/office/drawing/2010/main" val="0"/>
              </a:ext>
            </a:extLst>
          </a:blip>
          <a:stretch>
            <a:fillRect/>
          </a:stretch>
        </p:blipFill>
        <p:spPr>
          <a:xfrm>
            <a:off x="9949130" y="0"/>
            <a:ext cx="2232075" cy="640111"/>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Arial" panose="020B0604020202020204" pitchFamily="34" charset="0"/>
          <a:ea typeface="微软雅黑" panose="020B0503020204020204" pitchFamily="34" charset="-122"/>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pic>
        <p:nvPicPr>
          <p:cNvPr id="7" name="图片 6" descr="图片2"/>
          <p:cNvPicPr>
            <a:picLocks noChangeAspect="1"/>
          </p:cNvPicPr>
          <p:nvPr userDrawn="1"/>
        </p:nvPicPr>
        <p:blipFill>
          <a:blip r:embed="rId14"/>
          <a:stretch>
            <a:fillRect/>
          </a:stretch>
        </p:blipFill>
        <p:spPr>
          <a:xfrm>
            <a:off x="0" y="-5715"/>
            <a:ext cx="12192000" cy="6863715"/>
          </a:xfrm>
          <a:prstGeom prst="rect">
            <a:avLst/>
          </a:prstGeom>
        </p:spPr>
      </p:pic>
      <p:pic>
        <p:nvPicPr>
          <p:cNvPr id="2" name="图片 1"/>
          <p:cNvPicPr>
            <a:picLocks noChangeAspect="1"/>
          </p:cNvPicPr>
          <p:nvPr userDrawn="1"/>
        </p:nvPicPr>
        <p:blipFill>
          <a:blip r:embed="rId15">
            <a:extLst>
              <a:ext uri="{28A0092B-C50C-407E-A947-70E740481C1C}">
                <a14:useLocalDpi xmlns:a14="http://schemas.microsoft.com/office/drawing/2010/main" val="0"/>
              </a:ext>
            </a:extLst>
          </a:blip>
          <a:stretch>
            <a:fillRect/>
          </a:stretch>
        </p:blipFill>
        <p:spPr>
          <a:xfrm>
            <a:off x="9959925" y="-5715"/>
            <a:ext cx="2232075" cy="640111"/>
          </a:xfrm>
          <a:prstGeom prst="rect">
            <a:avLst/>
          </a:prstGeom>
        </p:spPr>
      </p:pic>
    </p:spTree>
  </p:cSld>
  <p:clrMap bg1="lt1" tx1="dk1" bg2="lt2" tx2="dk2" accent1="accent1" accent2="accent2" accent3="accent3" accent4="accent4" accent5="accent5" accent6="accent6" hlink="hlink" folHlink="folHlink"/>
  <p:sldLayoutIdLst>
    <p:sldLayoutId id="2147483658" r:id="rId1"/>
    <p:sldLayoutId id="2147483659" r:id="rId2"/>
    <p:sldLayoutId id="2147483660" r:id="rId3"/>
    <p:sldLayoutId id="2147483661" r:id="rId4"/>
    <p:sldLayoutId id="2147483662" r:id="rId5"/>
    <p:sldLayoutId id="2147483663" r:id="rId6"/>
    <p:sldLayoutId id="2147483664" r:id="rId7"/>
    <p:sldLayoutId id="2147483665" r:id="rId8"/>
    <p:sldLayoutId id="2147483666" r:id="rId9"/>
    <p:sldLayoutId id="2147483667" r:id="rId10"/>
    <p:sldLayoutId id="2147483668" r:id="rId11"/>
    <p:sldLayoutId id="2147483669" r:id="rId12"/>
    <p:sldLayoutId id="2147483670" r:id="rId13"/>
  </p:sldLayoutIdLst>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Arial" panose="020B0604020202020204" pitchFamily="34" charset="0"/>
          <a:ea typeface="微软雅黑" panose="020B0503020204020204" pitchFamily="34" charset="-122"/>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12"/>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3"/>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14"/>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latin typeface="Arial" panose="020B0604020202020204" pitchFamily="34" charset="0"/>
                <a:ea typeface="微软雅黑" panose="020B0503020204020204" pitchFamily="34" charset="-122"/>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15"/>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latin typeface="Arial" panose="020B0604020202020204" pitchFamily="34" charset="0"/>
                <a:ea typeface="微软雅黑" panose="020B0503020204020204" pitchFamily="34" charset="-122"/>
              </a:defRPr>
            </a:lvl1pPr>
          </a:lstStyle>
          <a:p>
            <a:endParaRPr lang="zh-CN" altLang="en-US" dirty="0"/>
          </a:p>
        </p:txBody>
      </p:sp>
      <p:sp>
        <p:nvSpPr>
          <p:cNvPr id="6" name="灯片编号占位符 5"/>
          <p:cNvSpPr>
            <a:spLocks noGrp="1"/>
          </p:cNvSpPr>
          <p:nvPr>
            <p:ph type="sldNum" sz="quarter" idx="4"/>
            <p:custDataLst>
              <p:tags r:id="rId16"/>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latin typeface="Arial" panose="020B0604020202020204" pitchFamily="34" charset="0"/>
                <a:ea typeface="微软雅黑" panose="020B0503020204020204" pitchFamily="34" charset="-122"/>
              </a:defRPr>
            </a:lvl1pPr>
          </a:lstStyle>
          <a:p>
            <a:fld id="{49AE70B2-8BF9-45C0-BB95-33D1B9D3A854}" type="slidenum">
              <a:rPr lang="zh-CN" altLang="en-US" smtClean="0"/>
            </a:fld>
            <a:endParaRPr lang="zh-CN" altLang="en-US" dirty="0"/>
          </a:p>
        </p:txBody>
      </p:sp>
      <p:sp>
        <p:nvSpPr>
          <p:cNvPr id="7" name="KSO_TEMPLATE" hidden="1"/>
          <p:cNvSpPr/>
          <p:nvPr userDrawn="1">
            <p:custDataLst>
              <p:tags r:id="rId17"/>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8" name="图片 7"/>
          <p:cNvPicPr>
            <a:picLocks noChangeAspect="1"/>
          </p:cNvPicPr>
          <p:nvPr userDrawn="1"/>
        </p:nvPicPr>
        <p:blipFill>
          <a:blip r:embed="rId18">
            <a:extLst>
              <a:ext uri="{28A0092B-C50C-407E-A947-70E740481C1C}">
                <a14:useLocalDpi xmlns:a14="http://schemas.microsoft.com/office/drawing/2010/main" val="0"/>
              </a:ext>
            </a:extLst>
          </a:blip>
          <a:stretch>
            <a:fillRect/>
          </a:stretch>
        </p:blipFill>
        <p:spPr>
          <a:xfrm>
            <a:off x="9959925" y="0"/>
            <a:ext cx="2232075" cy="640111"/>
          </a:xfrm>
          <a:prstGeom prst="rect">
            <a:avLst/>
          </a:prstGeom>
        </p:spPr>
      </p:pic>
    </p:spTree>
  </p:cSld>
  <p:clrMap bg1="lt1" tx1="dk1" bg2="lt2" tx2="dk2" accent1="accent1" accent2="accent2" accent3="accent3" accent4="accent4" accent5="accent5" accent6="accent6" hlink="hlink" folHlink="folHlink"/>
  <p:sldLayoutIdLst>
    <p:sldLayoutId id="2147483672" r:id="rId1"/>
    <p:sldLayoutId id="2147483673" r:id="rId2"/>
    <p:sldLayoutId id="2147483674" r:id="rId3"/>
    <p:sldLayoutId id="2147483675" r:id="rId4"/>
    <p:sldLayoutId id="2147483676" r:id="rId5"/>
    <p:sldLayoutId id="2147483677" r:id="rId6"/>
    <p:sldLayoutId id="2147483678" r:id="rId7"/>
    <p:sldLayoutId id="2147483679" r:id="rId8"/>
    <p:sldLayoutId id="2147483680" r:id="rId9"/>
    <p:sldLayoutId id="2147483681" r:id="rId10"/>
    <p:sldLayoutId id="2147483682" r:id="rId11"/>
  </p:sldLayoutIdLst>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Arial" panose="020B0604020202020204" pitchFamily="34" charset="0"/>
          <a:ea typeface="微软雅黑" panose="020B0503020204020204" pitchFamily="34" charset="-122"/>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7" Type="http://schemas.openxmlformats.org/officeDocument/2006/relationships/notesSlide" Target="../notesSlides/notesSlide1.xml"/><Relationship Id="rId6" Type="http://schemas.openxmlformats.org/officeDocument/2006/relationships/slideLayout" Target="../slideLayouts/slideLayout27.xml"/><Relationship Id="rId5" Type="http://schemas.openxmlformats.org/officeDocument/2006/relationships/tags" Target="../tags/tag135.xml"/><Relationship Id="rId4" Type="http://schemas.openxmlformats.org/officeDocument/2006/relationships/tags" Target="../tags/tag134.xml"/><Relationship Id="rId3" Type="http://schemas.openxmlformats.org/officeDocument/2006/relationships/tags" Target="../tags/tag133.xml"/><Relationship Id="rId2" Type="http://schemas.openxmlformats.org/officeDocument/2006/relationships/tags" Target="../tags/tag132.xml"/><Relationship Id="rId1" Type="http://schemas.openxmlformats.org/officeDocument/2006/relationships/image" Target="../media/image4.png"/></Relationships>
</file>

<file path=ppt/slides/_rels/slide2.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24.xml"/><Relationship Id="rId2" Type="http://schemas.openxmlformats.org/officeDocument/2006/relationships/tags" Target="../tags/tag136.xml"/><Relationship Id="rId1" Type="http://schemas.openxmlformats.org/officeDocument/2006/relationships/image" Target="../media/image5.emf"/></Relationships>
</file>

<file path=ppt/slides/_rels/slide3.xml.rels><?xml version="1.0" encoding="UTF-8" standalone="yes"?>
<Relationships xmlns="http://schemas.openxmlformats.org/package/2006/relationships"><Relationship Id="rId5" Type="http://schemas.openxmlformats.org/officeDocument/2006/relationships/slideLayout" Target="../slideLayouts/slideLayout24.xml"/><Relationship Id="rId4" Type="http://schemas.openxmlformats.org/officeDocument/2006/relationships/tags" Target="../tags/tag137.xml"/><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image" Target="../media/image6.png"/></Relationships>
</file>

<file path=ppt/slides/_rels/slide4.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16.xml"/><Relationship Id="rId2" Type="http://schemas.openxmlformats.org/officeDocument/2006/relationships/tags" Target="../tags/tag138.xml"/><Relationship Id="rId1" Type="http://schemas.openxmlformats.org/officeDocument/2006/relationships/image" Target="../media/image9.png"/></Relationships>
</file>

<file path=ppt/slides/_rels/slide5.xml.rels><?xml version="1.0" encoding="UTF-8" standalone="yes"?>
<Relationships xmlns="http://schemas.openxmlformats.org/package/2006/relationships"><Relationship Id="rId9" Type="http://schemas.openxmlformats.org/officeDocument/2006/relationships/tags" Target="../tags/tag147.xml"/><Relationship Id="rId8" Type="http://schemas.openxmlformats.org/officeDocument/2006/relationships/tags" Target="../tags/tag146.xml"/><Relationship Id="rId7" Type="http://schemas.openxmlformats.org/officeDocument/2006/relationships/tags" Target="../tags/tag145.xml"/><Relationship Id="rId6" Type="http://schemas.openxmlformats.org/officeDocument/2006/relationships/tags" Target="../tags/tag144.xml"/><Relationship Id="rId5" Type="http://schemas.openxmlformats.org/officeDocument/2006/relationships/tags" Target="../tags/tag143.xml"/><Relationship Id="rId4" Type="http://schemas.openxmlformats.org/officeDocument/2006/relationships/tags" Target="../tags/tag142.xml"/><Relationship Id="rId3" Type="http://schemas.openxmlformats.org/officeDocument/2006/relationships/tags" Target="../tags/tag141.xml"/><Relationship Id="rId26" Type="http://schemas.openxmlformats.org/officeDocument/2006/relationships/notesSlide" Target="../notesSlides/notesSlide4.xml"/><Relationship Id="rId25" Type="http://schemas.openxmlformats.org/officeDocument/2006/relationships/slideLayout" Target="../slideLayouts/slideLayout15.xml"/><Relationship Id="rId24" Type="http://schemas.openxmlformats.org/officeDocument/2006/relationships/tags" Target="../tags/tag162.xml"/><Relationship Id="rId23" Type="http://schemas.openxmlformats.org/officeDocument/2006/relationships/tags" Target="../tags/tag161.xml"/><Relationship Id="rId22" Type="http://schemas.openxmlformats.org/officeDocument/2006/relationships/tags" Target="../tags/tag160.xml"/><Relationship Id="rId21" Type="http://schemas.openxmlformats.org/officeDocument/2006/relationships/tags" Target="../tags/tag159.xml"/><Relationship Id="rId20" Type="http://schemas.openxmlformats.org/officeDocument/2006/relationships/tags" Target="../tags/tag158.xml"/><Relationship Id="rId2" Type="http://schemas.openxmlformats.org/officeDocument/2006/relationships/tags" Target="../tags/tag140.xml"/><Relationship Id="rId19" Type="http://schemas.openxmlformats.org/officeDocument/2006/relationships/tags" Target="../tags/tag157.xml"/><Relationship Id="rId18" Type="http://schemas.openxmlformats.org/officeDocument/2006/relationships/tags" Target="../tags/tag156.xml"/><Relationship Id="rId17" Type="http://schemas.openxmlformats.org/officeDocument/2006/relationships/tags" Target="../tags/tag155.xml"/><Relationship Id="rId16" Type="http://schemas.openxmlformats.org/officeDocument/2006/relationships/tags" Target="../tags/tag154.xml"/><Relationship Id="rId15" Type="http://schemas.openxmlformats.org/officeDocument/2006/relationships/tags" Target="../tags/tag153.xml"/><Relationship Id="rId14" Type="http://schemas.openxmlformats.org/officeDocument/2006/relationships/tags" Target="../tags/tag152.xml"/><Relationship Id="rId13" Type="http://schemas.openxmlformats.org/officeDocument/2006/relationships/tags" Target="../tags/tag151.xml"/><Relationship Id="rId12" Type="http://schemas.openxmlformats.org/officeDocument/2006/relationships/tags" Target="../tags/tag150.xml"/><Relationship Id="rId11" Type="http://schemas.openxmlformats.org/officeDocument/2006/relationships/tags" Target="../tags/tag149.xml"/><Relationship Id="rId10" Type="http://schemas.openxmlformats.org/officeDocument/2006/relationships/tags" Target="../tags/tag148.xml"/><Relationship Id="rId1" Type="http://schemas.openxmlformats.org/officeDocument/2006/relationships/tags" Target="../tags/tag139.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15.xml"/><Relationship Id="rId1" Type="http://schemas.openxmlformats.org/officeDocument/2006/relationships/image" Target="../media/image10.png"/></Relationships>
</file>

<file path=ppt/slides/_rels/slide7.xml.rels><?xml version="1.0" encoding="UTF-8" standalone="yes"?>
<Relationships xmlns="http://schemas.openxmlformats.org/package/2006/relationships"><Relationship Id="rId9" Type="http://schemas.openxmlformats.org/officeDocument/2006/relationships/tags" Target="../tags/tag171.xml"/><Relationship Id="rId8" Type="http://schemas.openxmlformats.org/officeDocument/2006/relationships/tags" Target="../tags/tag170.xml"/><Relationship Id="rId7" Type="http://schemas.openxmlformats.org/officeDocument/2006/relationships/tags" Target="../tags/tag169.xml"/><Relationship Id="rId6" Type="http://schemas.openxmlformats.org/officeDocument/2006/relationships/tags" Target="../tags/tag168.xml"/><Relationship Id="rId5" Type="http://schemas.openxmlformats.org/officeDocument/2006/relationships/tags" Target="../tags/tag167.xml"/><Relationship Id="rId4" Type="http://schemas.openxmlformats.org/officeDocument/2006/relationships/tags" Target="../tags/tag166.xml"/><Relationship Id="rId3" Type="http://schemas.openxmlformats.org/officeDocument/2006/relationships/tags" Target="../tags/tag165.xml"/><Relationship Id="rId26" Type="http://schemas.openxmlformats.org/officeDocument/2006/relationships/notesSlide" Target="../notesSlides/notesSlide5.xml"/><Relationship Id="rId25" Type="http://schemas.openxmlformats.org/officeDocument/2006/relationships/slideLayout" Target="../slideLayouts/slideLayout15.xml"/><Relationship Id="rId24" Type="http://schemas.openxmlformats.org/officeDocument/2006/relationships/tags" Target="../tags/tag186.xml"/><Relationship Id="rId23" Type="http://schemas.openxmlformats.org/officeDocument/2006/relationships/tags" Target="../tags/tag185.xml"/><Relationship Id="rId22" Type="http://schemas.openxmlformats.org/officeDocument/2006/relationships/tags" Target="../tags/tag184.xml"/><Relationship Id="rId21" Type="http://schemas.openxmlformats.org/officeDocument/2006/relationships/tags" Target="../tags/tag183.xml"/><Relationship Id="rId20" Type="http://schemas.openxmlformats.org/officeDocument/2006/relationships/tags" Target="../tags/tag182.xml"/><Relationship Id="rId2" Type="http://schemas.openxmlformats.org/officeDocument/2006/relationships/tags" Target="../tags/tag164.xml"/><Relationship Id="rId19" Type="http://schemas.openxmlformats.org/officeDocument/2006/relationships/tags" Target="../tags/tag181.xml"/><Relationship Id="rId18" Type="http://schemas.openxmlformats.org/officeDocument/2006/relationships/tags" Target="../tags/tag180.xml"/><Relationship Id="rId17" Type="http://schemas.openxmlformats.org/officeDocument/2006/relationships/tags" Target="../tags/tag179.xml"/><Relationship Id="rId16" Type="http://schemas.openxmlformats.org/officeDocument/2006/relationships/tags" Target="../tags/tag178.xml"/><Relationship Id="rId15" Type="http://schemas.openxmlformats.org/officeDocument/2006/relationships/tags" Target="../tags/tag177.xml"/><Relationship Id="rId14" Type="http://schemas.openxmlformats.org/officeDocument/2006/relationships/tags" Target="../tags/tag176.xml"/><Relationship Id="rId13" Type="http://schemas.openxmlformats.org/officeDocument/2006/relationships/tags" Target="../tags/tag175.xml"/><Relationship Id="rId12" Type="http://schemas.openxmlformats.org/officeDocument/2006/relationships/tags" Target="../tags/tag174.xml"/><Relationship Id="rId11" Type="http://schemas.openxmlformats.org/officeDocument/2006/relationships/tags" Target="../tags/tag173.xml"/><Relationship Id="rId10" Type="http://schemas.openxmlformats.org/officeDocument/2006/relationships/tags" Target="../tags/tag172.xml"/><Relationship Id="rId1" Type="http://schemas.openxmlformats.org/officeDocument/2006/relationships/tags" Target="../tags/tag163.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9.xml"/><Relationship Id="rId1" Type="http://schemas.openxmlformats.org/officeDocument/2006/relationships/image" Target="../media/image11.png"/></Relationships>
</file>

<file path=ppt/slides/_rels/slide9.xml.rels><?xml version="1.0" encoding="UTF-8" standalone="yes"?>
<Relationships xmlns="http://schemas.openxmlformats.org/package/2006/relationships"><Relationship Id="rId9" Type="http://schemas.openxmlformats.org/officeDocument/2006/relationships/tags" Target="../tags/tag195.xml"/><Relationship Id="rId8" Type="http://schemas.openxmlformats.org/officeDocument/2006/relationships/tags" Target="../tags/tag194.xml"/><Relationship Id="rId7" Type="http://schemas.openxmlformats.org/officeDocument/2006/relationships/tags" Target="../tags/tag193.xml"/><Relationship Id="rId6" Type="http://schemas.openxmlformats.org/officeDocument/2006/relationships/tags" Target="../tags/tag192.xml"/><Relationship Id="rId5" Type="http://schemas.openxmlformats.org/officeDocument/2006/relationships/tags" Target="../tags/tag191.xml"/><Relationship Id="rId4" Type="http://schemas.openxmlformats.org/officeDocument/2006/relationships/tags" Target="../tags/tag190.xml"/><Relationship Id="rId3" Type="http://schemas.openxmlformats.org/officeDocument/2006/relationships/tags" Target="../tags/tag189.xml"/><Relationship Id="rId26" Type="http://schemas.openxmlformats.org/officeDocument/2006/relationships/notesSlide" Target="../notesSlides/notesSlide7.xml"/><Relationship Id="rId25" Type="http://schemas.openxmlformats.org/officeDocument/2006/relationships/slideLayout" Target="../slideLayouts/slideLayout15.xml"/><Relationship Id="rId24" Type="http://schemas.openxmlformats.org/officeDocument/2006/relationships/tags" Target="../tags/tag210.xml"/><Relationship Id="rId23" Type="http://schemas.openxmlformats.org/officeDocument/2006/relationships/tags" Target="../tags/tag209.xml"/><Relationship Id="rId22" Type="http://schemas.openxmlformats.org/officeDocument/2006/relationships/tags" Target="../tags/tag208.xml"/><Relationship Id="rId21" Type="http://schemas.openxmlformats.org/officeDocument/2006/relationships/tags" Target="../tags/tag207.xml"/><Relationship Id="rId20" Type="http://schemas.openxmlformats.org/officeDocument/2006/relationships/tags" Target="../tags/tag206.xml"/><Relationship Id="rId2" Type="http://schemas.openxmlformats.org/officeDocument/2006/relationships/tags" Target="../tags/tag188.xml"/><Relationship Id="rId19" Type="http://schemas.openxmlformats.org/officeDocument/2006/relationships/tags" Target="../tags/tag205.xml"/><Relationship Id="rId18" Type="http://schemas.openxmlformats.org/officeDocument/2006/relationships/tags" Target="../tags/tag204.xml"/><Relationship Id="rId17" Type="http://schemas.openxmlformats.org/officeDocument/2006/relationships/tags" Target="../tags/tag203.xml"/><Relationship Id="rId16" Type="http://schemas.openxmlformats.org/officeDocument/2006/relationships/tags" Target="../tags/tag202.xml"/><Relationship Id="rId15" Type="http://schemas.openxmlformats.org/officeDocument/2006/relationships/tags" Target="../tags/tag201.xml"/><Relationship Id="rId14" Type="http://schemas.openxmlformats.org/officeDocument/2006/relationships/tags" Target="../tags/tag200.xml"/><Relationship Id="rId13" Type="http://schemas.openxmlformats.org/officeDocument/2006/relationships/tags" Target="../tags/tag199.xml"/><Relationship Id="rId12" Type="http://schemas.openxmlformats.org/officeDocument/2006/relationships/tags" Target="../tags/tag198.xml"/><Relationship Id="rId11" Type="http://schemas.openxmlformats.org/officeDocument/2006/relationships/tags" Target="../tags/tag197.xml"/><Relationship Id="rId10" Type="http://schemas.openxmlformats.org/officeDocument/2006/relationships/tags" Target="../tags/tag196.xml"/><Relationship Id="rId1" Type="http://schemas.openxmlformats.org/officeDocument/2006/relationships/tags" Target="../tags/tag187.xml"/></Relationships>
</file>

<file path=ppt/slides/_rels/slide10.xml.rels><?xml version="1.0" encoding="UTF-8" standalone="yes"?>
<Relationships xmlns="http://schemas.openxmlformats.org/package/2006/relationships"><Relationship Id="rId9" Type="http://schemas.openxmlformats.org/officeDocument/2006/relationships/tags" Target="../tags/tag219.xml"/><Relationship Id="rId8" Type="http://schemas.openxmlformats.org/officeDocument/2006/relationships/tags" Target="../tags/tag218.xml"/><Relationship Id="rId7" Type="http://schemas.openxmlformats.org/officeDocument/2006/relationships/tags" Target="../tags/tag217.xml"/><Relationship Id="rId6" Type="http://schemas.openxmlformats.org/officeDocument/2006/relationships/tags" Target="../tags/tag216.xml"/><Relationship Id="rId5" Type="http://schemas.openxmlformats.org/officeDocument/2006/relationships/tags" Target="../tags/tag215.xml"/><Relationship Id="rId4" Type="http://schemas.openxmlformats.org/officeDocument/2006/relationships/tags" Target="../tags/tag214.xml"/><Relationship Id="rId3" Type="http://schemas.openxmlformats.org/officeDocument/2006/relationships/tags" Target="../tags/tag213.xml"/><Relationship Id="rId21" Type="http://schemas.openxmlformats.org/officeDocument/2006/relationships/slideLayout" Target="../slideLayouts/slideLayout15.xml"/><Relationship Id="rId20" Type="http://schemas.openxmlformats.org/officeDocument/2006/relationships/tags" Target="../tags/tag230.xml"/><Relationship Id="rId2" Type="http://schemas.openxmlformats.org/officeDocument/2006/relationships/tags" Target="../tags/tag212.xml"/><Relationship Id="rId19" Type="http://schemas.openxmlformats.org/officeDocument/2006/relationships/tags" Target="../tags/tag229.xml"/><Relationship Id="rId18" Type="http://schemas.openxmlformats.org/officeDocument/2006/relationships/tags" Target="../tags/tag228.xml"/><Relationship Id="rId17" Type="http://schemas.openxmlformats.org/officeDocument/2006/relationships/tags" Target="../tags/tag227.xml"/><Relationship Id="rId16" Type="http://schemas.openxmlformats.org/officeDocument/2006/relationships/tags" Target="../tags/tag226.xml"/><Relationship Id="rId15" Type="http://schemas.openxmlformats.org/officeDocument/2006/relationships/tags" Target="../tags/tag225.xml"/><Relationship Id="rId14" Type="http://schemas.openxmlformats.org/officeDocument/2006/relationships/tags" Target="../tags/tag224.xml"/><Relationship Id="rId13" Type="http://schemas.openxmlformats.org/officeDocument/2006/relationships/tags" Target="../tags/tag223.xml"/><Relationship Id="rId12" Type="http://schemas.openxmlformats.org/officeDocument/2006/relationships/tags" Target="../tags/tag222.xml"/><Relationship Id="rId11" Type="http://schemas.openxmlformats.org/officeDocument/2006/relationships/tags" Target="../tags/tag221.xml"/><Relationship Id="rId10" Type="http://schemas.openxmlformats.org/officeDocument/2006/relationships/tags" Target="../tags/tag220.xml"/><Relationship Id="rId1" Type="http://schemas.openxmlformats.org/officeDocument/2006/relationships/tags" Target="../tags/tag211.xml"/></Relationships>
</file>

<file path=ppt/slides/_rels/slide11.xml.rels><?xml version="1.0" encoding="UTF-8" standalone="yes"?>
<Relationships xmlns="http://schemas.openxmlformats.org/package/2006/relationships"><Relationship Id="rId9" Type="http://schemas.openxmlformats.org/officeDocument/2006/relationships/tags" Target="../tags/tag239.xml"/><Relationship Id="rId8" Type="http://schemas.openxmlformats.org/officeDocument/2006/relationships/tags" Target="../tags/tag238.xml"/><Relationship Id="rId7" Type="http://schemas.openxmlformats.org/officeDocument/2006/relationships/tags" Target="../tags/tag237.xml"/><Relationship Id="rId6" Type="http://schemas.openxmlformats.org/officeDocument/2006/relationships/tags" Target="../tags/tag236.xml"/><Relationship Id="rId5" Type="http://schemas.openxmlformats.org/officeDocument/2006/relationships/tags" Target="../tags/tag235.xml"/><Relationship Id="rId4" Type="http://schemas.openxmlformats.org/officeDocument/2006/relationships/tags" Target="../tags/tag234.xml"/><Relationship Id="rId3" Type="http://schemas.openxmlformats.org/officeDocument/2006/relationships/tags" Target="../tags/tag233.xml"/><Relationship Id="rId2" Type="http://schemas.openxmlformats.org/officeDocument/2006/relationships/tags" Target="../tags/tag232.xml"/><Relationship Id="rId12" Type="http://schemas.openxmlformats.org/officeDocument/2006/relationships/notesSlide" Target="../notesSlides/notesSlide8.xml"/><Relationship Id="rId11" Type="http://schemas.openxmlformats.org/officeDocument/2006/relationships/slideLayout" Target="../slideLayouts/slideLayout15.xml"/><Relationship Id="rId10" Type="http://schemas.openxmlformats.org/officeDocument/2006/relationships/tags" Target="../tags/tag240.xml"/><Relationship Id="rId1" Type="http://schemas.openxmlformats.org/officeDocument/2006/relationships/tags" Target="../tags/tag23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9" Type="http://schemas.openxmlformats.org/officeDocument/2006/relationships/tags" Target="../tags/tag249.xml"/><Relationship Id="rId8" Type="http://schemas.openxmlformats.org/officeDocument/2006/relationships/tags" Target="../tags/tag248.xml"/><Relationship Id="rId7" Type="http://schemas.openxmlformats.org/officeDocument/2006/relationships/tags" Target="../tags/tag247.xml"/><Relationship Id="rId6" Type="http://schemas.openxmlformats.org/officeDocument/2006/relationships/tags" Target="../tags/tag246.xml"/><Relationship Id="rId5" Type="http://schemas.openxmlformats.org/officeDocument/2006/relationships/tags" Target="../tags/tag245.xml"/><Relationship Id="rId4" Type="http://schemas.openxmlformats.org/officeDocument/2006/relationships/tags" Target="../tags/tag244.xml"/><Relationship Id="rId3" Type="http://schemas.openxmlformats.org/officeDocument/2006/relationships/tags" Target="../tags/tag243.xml"/><Relationship Id="rId21" Type="http://schemas.openxmlformats.org/officeDocument/2006/relationships/slideLayout" Target="../slideLayouts/slideLayout15.xml"/><Relationship Id="rId20" Type="http://schemas.openxmlformats.org/officeDocument/2006/relationships/tags" Target="../tags/tag260.xml"/><Relationship Id="rId2" Type="http://schemas.openxmlformats.org/officeDocument/2006/relationships/tags" Target="../tags/tag242.xml"/><Relationship Id="rId19" Type="http://schemas.openxmlformats.org/officeDocument/2006/relationships/tags" Target="../tags/tag259.xml"/><Relationship Id="rId18" Type="http://schemas.openxmlformats.org/officeDocument/2006/relationships/tags" Target="../tags/tag258.xml"/><Relationship Id="rId17" Type="http://schemas.openxmlformats.org/officeDocument/2006/relationships/tags" Target="../tags/tag257.xml"/><Relationship Id="rId16" Type="http://schemas.openxmlformats.org/officeDocument/2006/relationships/tags" Target="../tags/tag256.xml"/><Relationship Id="rId15" Type="http://schemas.openxmlformats.org/officeDocument/2006/relationships/tags" Target="../tags/tag255.xml"/><Relationship Id="rId14" Type="http://schemas.openxmlformats.org/officeDocument/2006/relationships/tags" Target="../tags/tag254.xml"/><Relationship Id="rId13" Type="http://schemas.openxmlformats.org/officeDocument/2006/relationships/tags" Target="../tags/tag253.xml"/><Relationship Id="rId12" Type="http://schemas.openxmlformats.org/officeDocument/2006/relationships/tags" Target="../tags/tag252.xml"/><Relationship Id="rId11" Type="http://schemas.openxmlformats.org/officeDocument/2006/relationships/tags" Target="../tags/tag251.xml"/><Relationship Id="rId10" Type="http://schemas.openxmlformats.org/officeDocument/2006/relationships/tags" Target="../tags/tag250.xml"/><Relationship Id="rId1" Type="http://schemas.openxmlformats.org/officeDocument/2006/relationships/tags" Target="../tags/tag241.xml"/></Relationships>
</file>

<file path=ppt/slides/_rels/slide14.xml.rels><?xml version="1.0" encoding="UTF-8" standalone="yes"?>
<Relationships xmlns="http://schemas.openxmlformats.org/package/2006/relationships"><Relationship Id="rId5" Type="http://schemas.openxmlformats.org/officeDocument/2006/relationships/notesSlide" Target="../notesSlides/notesSlide10.xml"/><Relationship Id="rId4" Type="http://schemas.openxmlformats.org/officeDocument/2006/relationships/slideLayout" Target="../slideLayouts/slideLayout15.xml"/><Relationship Id="rId3" Type="http://schemas.openxmlformats.org/officeDocument/2006/relationships/tags" Target="../tags/tag263.xml"/><Relationship Id="rId2" Type="http://schemas.openxmlformats.org/officeDocument/2006/relationships/tags" Target="../tags/tag262.xml"/><Relationship Id="rId1" Type="http://schemas.openxmlformats.org/officeDocument/2006/relationships/tags" Target="../tags/tag26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5.xml"/></Relationships>
</file>

<file path=ppt/slides/_rels/slide16.xml.rels><?xml version="1.0" encoding="UTF-8" standalone="yes"?>
<Relationships xmlns="http://schemas.openxmlformats.org/package/2006/relationships"><Relationship Id="rId6" Type="http://schemas.openxmlformats.org/officeDocument/2006/relationships/notesSlide" Target="../notesSlides/notesSlide12.xml"/><Relationship Id="rId5" Type="http://schemas.openxmlformats.org/officeDocument/2006/relationships/slideLayout" Target="../slideLayouts/slideLayout15.xml"/><Relationship Id="rId4" Type="http://schemas.openxmlformats.org/officeDocument/2006/relationships/tags" Target="../tags/tag267.xml"/><Relationship Id="rId3" Type="http://schemas.openxmlformats.org/officeDocument/2006/relationships/tags" Target="../tags/tag266.xml"/><Relationship Id="rId2" Type="http://schemas.openxmlformats.org/officeDocument/2006/relationships/tags" Target="../tags/tag265.xml"/><Relationship Id="rId1" Type="http://schemas.openxmlformats.org/officeDocument/2006/relationships/tags" Target="../tags/tag264.xml"/></Relationships>
</file>

<file path=ppt/slides/_rels/slide17.xml.rels><?xml version="1.0" encoding="UTF-8" standalone="yes"?>
<Relationships xmlns="http://schemas.openxmlformats.org/package/2006/relationships"><Relationship Id="rId9" Type="http://schemas.openxmlformats.org/officeDocument/2006/relationships/tags" Target="../tags/tag276.xml"/><Relationship Id="rId8" Type="http://schemas.openxmlformats.org/officeDocument/2006/relationships/tags" Target="../tags/tag275.xml"/><Relationship Id="rId7" Type="http://schemas.openxmlformats.org/officeDocument/2006/relationships/tags" Target="../tags/tag274.xml"/><Relationship Id="rId6" Type="http://schemas.openxmlformats.org/officeDocument/2006/relationships/tags" Target="../tags/tag273.xml"/><Relationship Id="rId5" Type="http://schemas.openxmlformats.org/officeDocument/2006/relationships/tags" Target="../tags/tag272.xml"/><Relationship Id="rId4" Type="http://schemas.openxmlformats.org/officeDocument/2006/relationships/tags" Target="../tags/tag271.xml"/><Relationship Id="rId3" Type="http://schemas.openxmlformats.org/officeDocument/2006/relationships/tags" Target="../tags/tag270.xml"/><Relationship Id="rId2" Type="http://schemas.openxmlformats.org/officeDocument/2006/relationships/tags" Target="../tags/tag269.xml"/><Relationship Id="rId12" Type="http://schemas.openxmlformats.org/officeDocument/2006/relationships/notesSlide" Target="../notesSlides/notesSlide13.xml"/><Relationship Id="rId11" Type="http://schemas.openxmlformats.org/officeDocument/2006/relationships/slideLayout" Target="../slideLayouts/slideLayout15.xml"/><Relationship Id="rId10" Type="http://schemas.openxmlformats.org/officeDocument/2006/relationships/tags" Target="../tags/tag277.xml"/><Relationship Id="rId1" Type="http://schemas.openxmlformats.org/officeDocument/2006/relationships/tags" Target="../tags/tag268.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5.xml"/></Relationships>
</file>

<file path=ppt/slides/_rels/slide19.xml.rels><?xml version="1.0" encoding="UTF-8" standalone="yes"?>
<Relationships xmlns="http://schemas.openxmlformats.org/package/2006/relationships"><Relationship Id="rId5" Type="http://schemas.openxmlformats.org/officeDocument/2006/relationships/notesSlide" Target="../notesSlides/notesSlide15.xml"/><Relationship Id="rId4" Type="http://schemas.openxmlformats.org/officeDocument/2006/relationships/slideLayout" Target="../slideLayouts/slideLayout15.xml"/><Relationship Id="rId3" Type="http://schemas.openxmlformats.org/officeDocument/2006/relationships/tags" Target="../tags/tag280.xml"/><Relationship Id="rId2" Type="http://schemas.openxmlformats.org/officeDocument/2006/relationships/tags" Target="../tags/tag279.xml"/><Relationship Id="rId1" Type="http://schemas.openxmlformats.org/officeDocument/2006/relationships/tags" Target="../tags/tag278.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5.xml"/></Relationships>
</file>

<file path=ppt/slides/_rels/slide21.xml.rels><?xml version="1.0" encoding="UTF-8" standalone="yes"?>
<Relationships xmlns="http://schemas.openxmlformats.org/package/2006/relationships"><Relationship Id="rId6" Type="http://schemas.openxmlformats.org/officeDocument/2006/relationships/notesSlide" Target="../notesSlides/notesSlide17.xml"/><Relationship Id="rId5" Type="http://schemas.openxmlformats.org/officeDocument/2006/relationships/slideLayout" Target="../slideLayouts/slideLayout15.xml"/><Relationship Id="rId4" Type="http://schemas.openxmlformats.org/officeDocument/2006/relationships/tags" Target="../tags/tag284.xml"/><Relationship Id="rId3" Type="http://schemas.openxmlformats.org/officeDocument/2006/relationships/tags" Target="../tags/tag283.xml"/><Relationship Id="rId2" Type="http://schemas.openxmlformats.org/officeDocument/2006/relationships/tags" Target="../tags/tag282.xml"/><Relationship Id="rId1" Type="http://schemas.openxmlformats.org/officeDocument/2006/relationships/tags" Target="../tags/tag281.xml"/></Relationships>
</file>

<file path=ppt/slides/_rels/slide22.xml.rels><?xml version="1.0" encoding="UTF-8" standalone="yes"?>
<Relationships xmlns="http://schemas.openxmlformats.org/package/2006/relationships"><Relationship Id="rId9" Type="http://schemas.openxmlformats.org/officeDocument/2006/relationships/tags" Target="../tags/tag293.xml"/><Relationship Id="rId8" Type="http://schemas.openxmlformats.org/officeDocument/2006/relationships/tags" Target="../tags/tag292.xml"/><Relationship Id="rId7" Type="http://schemas.openxmlformats.org/officeDocument/2006/relationships/tags" Target="../tags/tag291.xml"/><Relationship Id="rId6" Type="http://schemas.openxmlformats.org/officeDocument/2006/relationships/tags" Target="../tags/tag290.xml"/><Relationship Id="rId5" Type="http://schemas.openxmlformats.org/officeDocument/2006/relationships/tags" Target="../tags/tag289.xml"/><Relationship Id="rId4" Type="http://schemas.openxmlformats.org/officeDocument/2006/relationships/tags" Target="../tags/tag288.xml"/><Relationship Id="rId3" Type="http://schemas.openxmlformats.org/officeDocument/2006/relationships/tags" Target="../tags/tag287.xml"/><Relationship Id="rId2" Type="http://schemas.openxmlformats.org/officeDocument/2006/relationships/tags" Target="../tags/tag286.xml"/><Relationship Id="rId12" Type="http://schemas.openxmlformats.org/officeDocument/2006/relationships/notesSlide" Target="../notesSlides/notesSlide18.xml"/><Relationship Id="rId11" Type="http://schemas.openxmlformats.org/officeDocument/2006/relationships/slideLayout" Target="../slideLayouts/slideLayout15.xml"/><Relationship Id="rId10" Type="http://schemas.openxmlformats.org/officeDocument/2006/relationships/tags" Target="../tags/tag294.xml"/><Relationship Id="rId1" Type="http://schemas.openxmlformats.org/officeDocument/2006/relationships/tags" Target="../tags/tag28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5.xml"/></Relationships>
</file>

<file path=ppt/slides/_rels/slide24.xml.rels><?xml version="1.0" encoding="UTF-8" standalone="yes"?>
<Relationships xmlns="http://schemas.openxmlformats.org/package/2006/relationships"><Relationship Id="rId9" Type="http://schemas.openxmlformats.org/officeDocument/2006/relationships/tags" Target="../tags/tag303.xml"/><Relationship Id="rId8" Type="http://schemas.openxmlformats.org/officeDocument/2006/relationships/tags" Target="../tags/tag302.xml"/><Relationship Id="rId7" Type="http://schemas.openxmlformats.org/officeDocument/2006/relationships/tags" Target="../tags/tag301.xml"/><Relationship Id="rId6" Type="http://schemas.openxmlformats.org/officeDocument/2006/relationships/tags" Target="../tags/tag300.xml"/><Relationship Id="rId5" Type="http://schemas.openxmlformats.org/officeDocument/2006/relationships/tags" Target="../tags/tag299.xml"/><Relationship Id="rId4" Type="http://schemas.openxmlformats.org/officeDocument/2006/relationships/tags" Target="../tags/tag298.xml"/><Relationship Id="rId3" Type="http://schemas.openxmlformats.org/officeDocument/2006/relationships/tags" Target="../tags/tag297.xml"/><Relationship Id="rId21" Type="http://schemas.openxmlformats.org/officeDocument/2006/relationships/slideLayout" Target="../slideLayouts/slideLayout15.xml"/><Relationship Id="rId20" Type="http://schemas.openxmlformats.org/officeDocument/2006/relationships/tags" Target="../tags/tag314.xml"/><Relationship Id="rId2" Type="http://schemas.openxmlformats.org/officeDocument/2006/relationships/tags" Target="../tags/tag296.xml"/><Relationship Id="rId19" Type="http://schemas.openxmlformats.org/officeDocument/2006/relationships/tags" Target="../tags/tag313.xml"/><Relationship Id="rId18" Type="http://schemas.openxmlformats.org/officeDocument/2006/relationships/tags" Target="../tags/tag312.xml"/><Relationship Id="rId17" Type="http://schemas.openxmlformats.org/officeDocument/2006/relationships/tags" Target="../tags/tag311.xml"/><Relationship Id="rId16" Type="http://schemas.openxmlformats.org/officeDocument/2006/relationships/tags" Target="../tags/tag310.xml"/><Relationship Id="rId15" Type="http://schemas.openxmlformats.org/officeDocument/2006/relationships/tags" Target="../tags/tag309.xml"/><Relationship Id="rId14" Type="http://schemas.openxmlformats.org/officeDocument/2006/relationships/tags" Target="../tags/tag308.xml"/><Relationship Id="rId13" Type="http://schemas.openxmlformats.org/officeDocument/2006/relationships/tags" Target="../tags/tag307.xml"/><Relationship Id="rId12" Type="http://schemas.openxmlformats.org/officeDocument/2006/relationships/tags" Target="../tags/tag306.xml"/><Relationship Id="rId11" Type="http://schemas.openxmlformats.org/officeDocument/2006/relationships/tags" Target="../tags/tag305.xml"/><Relationship Id="rId10" Type="http://schemas.openxmlformats.org/officeDocument/2006/relationships/tags" Target="../tags/tag304.xml"/><Relationship Id="rId1" Type="http://schemas.openxmlformats.org/officeDocument/2006/relationships/tags" Target="../tags/tag295.xml"/></Relationships>
</file>

<file path=ppt/slides/_rels/slide25.xml.rels><?xml version="1.0" encoding="UTF-8" standalone="yes"?>
<Relationships xmlns="http://schemas.openxmlformats.org/package/2006/relationships"><Relationship Id="rId5" Type="http://schemas.openxmlformats.org/officeDocument/2006/relationships/notesSlide" Target="../notesSlides/notesSlide20.xml"/><Relationship Id="rId4" Type="http://schemas.openxmlformats.org/officeDocument/2006/relationships/slideLayout" Target="../slideLayouts/slideLayout15.xml"/><Relationship Id="rId3" Type="http://schemas.openxmlformats.org/officeDocument/2006/relationships/tags" Target="../tags/tag317.xml"/><Relationship Id="rId2" Type="http://schemas.openxmlformats.org/officeDocument/2006/relationships/tags" Target="../tags/tag316.xml"/><Relationship Id="rId1" Type="http://schemas.openxmlformats.org/officeDocument/2006/relationships/tags" Target="../tags/tag315.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5.xml"/></Relationships>
</file>

<file path=ppt/slides/_rels/slide27.xml.rels><?xml version="1.0" encoding="UTF-8" standalone="yes"?>
<Relationships xmlns="http://schemas.openxmlformats.org/package/2006/relationships"><Relationship Id="rId6" Type="http://schemas.openxmlformats.org/officeDocument/2006/relationships/notesSlide" Target="../notesSlides/notesSlide22.xml"/><Relationship Id="rId5" Type="http://schemas.openxmlformats.org/officeDocument/2006/relationships/slideLayout" Target="../slideLayouts/slideLayout15.xml"/><Relationship Id="rId4" Type="http://schemas.openxmlformats.org/officeDocument/2006/relationships/tags" Target="../tags/tag321.xml"/><Relationship Id="rId3" Type="http://schemas.openxmlformats.org/officeDocument/2006/relationships/tags" Target="../tags/tag320.xml"/><Relationship Id="rId2" Type="http://schemas.openxmlformats.org/officeDocument/2006/relationships/tags" Target="../tags/tag319.xml"/><Relationship Id="rId1" Type="http://schemas.openxmlformats.org/officeDocument/2006/relationships/tags" Target="../tags/tag318.xml"/></Relationships>
</file>

<file path=ppt/slides/_rels/slide28.xml.rels><?xml version="1.0" encoding="UTF-8" standalone="yes"?>
<Relationships xmlns="http://schemas.openxmlformats.org/package/2006/relationships"><Relationship Id="rId9" Type="http://schemas.openxmlformats.org/officeDocument/2006/relationships/tags" Target="../tags/tag330.xml"/><Relationship Id="rId8" Type="http://schemas.openxmlformats.org/officeDocument/2006/relationships/tags" Target="../tags/tag329.xml"/><Relationship Id="rId7" Type="http://schemas.openxmlformats.org/officeDocument/2006/relationships/tags" Target="../tags/tag328.xml"/><Relationship Id="rId6" Type="http://schemas.openxmlformats.org/officeDocument/2006/relationships/tags" Target="../tags/tag327.xml"/><Relationship Id="rId5" Type="http://schemas.openxmlformats.org/officeDocument/2006/relationships/tags" Target="../tags/tag326.xml"/><Relationship Id="rId4" Type="http://schemas.openxmlformats.org/officeDocument/2006/relationships/tags" Target="../tags/tag325.xml"/><Relationship Id="rId3" Type="http://schemas.openxmlformats.org/officeDocument/2006/relationships/tags" Target="../tags/tag324.xml"/><Relationship Id="rId2" Type="http://schemas.openxmlformats.org/officeDocument/2006/relationships/tags" Target="../tags/tag323.xml"/><Relationship Id="rId12" Type="http://schemas.openxmlformats.org/officeDocument/2006/relationships/notesSlide" Target="../notesSlides/notesSlide23.xml"/><Relationship Id="rId11" Type="http://schemas.openxmlformats.org/officeDocument/2006/relationships/slideLayout" Target="../slideLayouts/slideLayout15.xml"/><Relationship Id="rId10" Type="http://schemas.openxmlformats.org/officeDocument/2006/relationships/tags" Target="../tags/tag331.xml"/><Relationship Id="rId1" Type="http://schemas.openxmlformats.org/officeDocument/2006/relationships/tags" Target="../tags/tag322.xml"/></Relationships>
</file>

<file path=ppt/slides/_rels/slide29.xml.rels><?xml version="1.0" encoding="UTF-8" standalone="yes"?>
<Relationships xmlns="http://schemas.openxmlformats.org/package/2006/relationships"><Relationship Id="rId9" Type="http://schemas.openxmlformats.org/officeDocument/2006/relationships/tags" Target="../tags/tag340.xml"/><Relationship Id="rId8" Type="http://schemas.openxmlformats.org/officeDocument/2006/relationships/tags" Target="../tags/tag339.xml"/><Relationship Id="rId7" Type="http://schemas.openxmlformats.org/officeDocument/2006/relationships/tags" Target="../tags/tag338.xml"/><Relationship Id="rId6" Type="http://schemas.openxmlformats.org/officeDocument/2006/relationships/tags" Target="../tags/tag337.xml"/><Relationship Id="rId5" Type="http://schemas.openxmlformats.org/officeDocument/2006/relationships/tags" Target="../tags/tag336.xml"/><Relationship Id="rId4" Type="http://schemas.openxmlformats.org/officeDocument/2006/relationships/tags" Target="../tags/tag335.xml"/><Relationship Id="rId3" Type="http://schemas.openxmlformats.org/officeDocument/2006/relationships/tags" Target="../tags/tag334.xml"/><Relationship Id="rId21" Type="http://schemas.openxmlformats.org/officeDocument/2006/relationships/slideLayout" Target="../slideLayouts/slideLayout15.xml"/><Relationship Id="rId20" Type="http://schemas.openxmlformats.org/officeDocument/2006/relationships/tags" Target="../tags/tag351.xml"/><Relationship Id="rId2" Type="http://schemas.openxmlformats.org/officeDocument/2006/relationships/tags" Target="../tags/tag333.xml"/><Relationship Id="rId19" Type="http://schemas.openxmlformats.org/officeDocument/2006/relationships/tags" Target="../tags/tag350.xml"/><Relationship Id="rId18" Type="http://schemas.openxmlformats.org/officeDocument/2006/relationships/tags" Target="../tags/tag349.xml"/><Relationship Id="rId17" Type="http://schemas.openxmlformats.org/officeDocument/2006/relationships/tags" Target="../tags/tag348.xml"/><Relationship Id="rId16" Type="http://schemas.openxmlformats.org/officeDocument/2006/relationships/tags" Target="../tags/tag347.xml"/><Relationship Id="rId15" Type="http://schemas.openxmlformats.org/officeDocument/2006/relationships/tags" Target="../tags/tag346.xml"/><Relationship Id="rId14" Type="http://schemas.openxmlformats.org/officeDocument/2006/relationships/tags" Target="../tags/tag345.xml"/><Relationship Id="rId13" Type="http://schemas.openxmlformats.org/officeDocument/2006/relationships/tags" Target="../tags/tag344.xml"/><Relationship Id="rId12" Type="http://schemas.openxmlformats.org/officeDocument/2006/relationships/tags" Target="../tags/tag343.xml"/><Relationship Id="rId11" Type="http://schemas.openxmlformats.org/officeDocument/2006/relationships/tags" Target="../tags/tag342.xml"/><Relationship Id="rId10" Type="http://schemas.openxmlformats.org/officeDocument/2006/relationships/tags" Target="../tags/tag341.xml"/><Relationship Id="rId1" Type="http://schemas.openxmlformats.org/officeDocument/2006/relationships/tags" Target="../tags/tag33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5.xml"/></Relationships>
</file>

<file path=ppt/slides/_rels/slide31.xml.rels><?xml version="1.0" encoding="UTF-8" standalone="yes"?>
<Relationships xmlns="http://schemas.openxmlformats.org/package/2006/relationships"><Relationship Id="rId5" Type="http://schemas.openxmlformats.org/officeDocument/2006/relationships/notesSlide" Target="../notesSlides/notesSlide25.xml"/><Relationship Id="rId4" Type="http://schemas.openxmlformats.org/officeDocument/2006/relationships/slideLayout" Target="../slideLayouts/slideLayout15.xml"/><Relationship Id="rId3" Type="http://schemas.openxmlformats.org/officeDocument/2006/relationships/tags" Target="../tags/tag354.xml"/><Relationship Id="rId2" Type="http://schemas.openxmlformats.org/officeDocument/2006/relationships/tags" Target="../tags/tag353.xml"/><Relationship Id="rId1" Type="http://schemas.openxmlformats.org/officeDocument/2006/relationships/tags" Target="../tags/tag35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5.xml"/></Relationships>
</file>

<file path=ppt/slides/_rels/slide33.xml.rels><?xml version="1.0" encoding="UTF-8" standalone="yes"?>
<Relationships xmlns="http://schemas.openxmlformats.org/package/2006/relationships"><Relationship Id="rId6" Type="http://schemas.openxmlformats.org/officeDocument/2006/relationships/notesSlide" Target="../notesSlides/notesSlide27.xml"/><Relationship Id="rId5" Type="http://schemas.openxmlformats.org/officeDocument/2006/relationships/slideLayout" Target="../slideLayouts/slideLayout15.xml"/><Relationship Id="rId4" Type="http://schemas.openxmlformats.org/officeDocument/2006/relationships/tags" Target="../tags/tag358.xml"/><Relationship Id="rId3" Type="http://schemas.openxmlformats.org/officeDocument/2006/relationships/tags" Target="../tags/tag357.xml"/><Relationship Id="rId2" Type="http://schemas.openxmlformats.org/officeDocument/2006/relationships/tags" Target="../tags/tag356.xml"/><Relationship Id="rId1" Type="http://schemas.openxmlformats.org/officeDocument/2006/relationships/tags" Target="../tags/tag355.xml"/></Relationships>
</file>

<file path=ppt/slides/_rels/slide34.xml.rels><?xml version="1.0" encoding="UTF-8" standalone="yes"?>
<Relationships xmlns="http://schemas.openxmlformats.org/package/2006/relationships"><Relationship Id="rId9" Type="http://schemas.openxmlformats.org/officeDocument/2006/relationships/tags" Target="../tags/tag367.xml"/><Relationship Id="rId8" Type="http://schemas.openxmlformats.org/officeDocument/2006/relationships/tags" Target="../tags/tag366.xml"/><Relationship Id="rId7" Type="http://schemas.openxmlformats.org/officeDocument/2006/relationships/tags" Target="../tags/tag365.xml"/><Relationship Id="rId6" Type="http://schemas.openxmlformats.org/officeDocument/2006/relationships/tags" Target="../tags/tag364.xml"/><Relationship Id="rId5" Type="http://schemas.openxmlformats.org/officeDocument/2006/relationships/tags" Target="../tags/tag363.xml"/><Relationship Id="rId4" Type="http://schemas.openxmlformats.org/officeDocument/2006/relationships/tags" Target="../tags/tag362.xml"/><Relationship Id="rId3" Type="http://schemas.openxmlformats.org/officeDocument/2006/relationships/tags" Target="../tags/tag361.xml"/><Relationship Id="rId2" Type="http://schemas.openxmlformats.org/officeDocument/2006/relationships/tags" Target="../tags/tag360.xml"/><Relationship Id="rId12" Type="http://schemas.openxmlformats.org/officeDocument/2006/relationships/notesSlide" Target="../notesSlides/notesSlide28.xml"/><Relationship Id="rId11" Type="http://schemas.openxmlformats.org/officeDocument/2006/relationships/slideLayout" Target="../slideLayouts/slideLayout15.xml"/><Relationship Id="rId10" Type="http://schemas.openxmlformats.org/officeDocument/2006/relationships/tags" Target="../tags/tag368.xml"/><Relationship Id="rId1" Type="http://schemas.openxmlformats.org/officeDocument/2006/relationships/tags" Target="../tags/tag359.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5.xml"/></Relationships>
</file>

<file path=ppt/slides/_rels/slide36.xml.rels><?xml version="1.0" encoding="UTF-8" standalone="yes"?>
<Relationships xmlns="http://schemas.openxmlformats.org/package/2006/relationships"><Relationship Id="rId5" Type="http://schemas.openxmlformats.org/officeDocument/2006/relationships/notesSlide" Target="../notesSlides/notesSlide30.xml"/><Relationship Id="rId4" Type="http://schemas.openxmlformats.org/officeDocument/2006/relationships/slideLayout" Target="../slideLayouts/slideLayout15.xml"/><Relationship Id="rId3" Type="http://schemas.openxmlformats.org/officeDocument/2006/relationships/tags" Target="../tags/tag371.xml"/><Relationship Id="rId2" Type="http://schemas.openxmlformats.org/officeDocument/2006/relationships/tags" Target="../tags/tag370.xml"/><Relationship Id="rId1" Type="http://schemas.openxmlformats.org/officeDocument/2006/relationships/tags" Target="../tags/tag369.xml"/></Relationships>
</file>

<file path=ppt/slides/_rels/slide37.xml.rels><?xml version="1.0" encoding="UTF-8" standalone="yes"?>
<Relationships xmlns="http://schemas.openxmlformats.org/package/2006/relationships"><Relationship Id="rId9" Type="http://schemas.openxmlformats.org/officeDocument/2006/relationships/tags" Target="../tags/tag380.xml"/><Relationship Id="rId8" Type="http://schemas.openxmlformats.org/officeDocument/2006/relationships/tags" Target="../tags/tag379.xml"/><Relationship Id="rId7" Type="http://schemas.openxmlformats.org/officeDocument/2006/relationships/tags" Target="../tags/tag378.xml"/><Relationship Id="rId6" Type="http://schemas.openxmlformats.org/officeDocument/2006/relationships/tags" Target="../tags/tag377.xml"/><Relationship Id="rId5" Type="http://schemas.openxmlformats.org/officeDocument/2006/relationships/tags" Target="../tags/tag376.xml"/><Relationship Id="rId4" Type="http://schemas.openxmlformats.org/officeDocument/2006/relationships/tags" Target="../tags/tag375.xml"/><Relationship Id="rId3" Type="http://schemas.openxmlformats.org/officeDocument/2006/relationships/tags" Target="../tags/tag374.xml"/><Relationship Id="rId26" Type="http://schemas.openxmlformats.org/officeDocument/2006/relationships/notesSlide" Target="../notesSlides/notesSlide31.xml"/><Relationship Id="rId25" Type="http://schemas.openxmlformats.org/officeDocument/2006/relationships/slideLayout" Target="../slideLayouts/slideLayout15.xml"/><Relationship Id="rId24" Type="http://schemas.openxmlformats.org/officeDocument/2006/relationships/tags" Target="../tags/tag395.xml"/><Relationship Id="rId23" Type="http://schemas.openxmlformats.org/officeDocument/2006/relationships/tags" Target="../tags/tag394.xml"/><Relationship Id="rId22" Type="http://schemas.openxmlformats.org/officeDocument/2006/relationships/tags" Target="../tags/tag393.xml"/><Relationship Id="rId21" Type="http://schemas.openxmlformats.org/officeDocument/2006/relationships/tags" Target="../tags/tag392.xml"/><Relationship Id="rId20" Type="http://schemas.openxmlformats.org/officeDocument/2006/relationships/tags" Target="../tags/tag391.xml"/><Relationship Id="rId2" Type="http://schemas.openxmlformats.org/officeDocument/2006/relationships/tags" Target="../tags/tag373.xml"/><Relationship Id="rId19" Type="http://schemas.openxmlformats.org/officeDocument/2006/relationships/tags" Target="../tags/tag390.xml"/><Relationship Id="rId18" Type="http://schemas.openxmlformats.org/officeDocument/2006/relationships/tags" Target="../tags/tag389.xml"/><Relationship Id="rId17" Type="http://schemas.openxmlformats.org/officeDocument/2006/relationships/tags" Target="../tags/tag388.xml"/><Relationship Id="rId16" Type="http://schemas.openxmlformats.org/officeDocument/2006/relationships/tags" Target="../tags/tag387.xml"/><Relationship Id="rId15" Type="http://schemas.openxmlformats.org/officeDocument/2006/relationships/tags" Target="../tags/tag386.xml"/><Relationship Id="rId14" Type="http://schemas.openxmlformats.org/officeDocument/2006/relationships/tags" Target="../tags/tag385.xml"/><Relationship Id="rId13" Type="http://schemas.openxmlformats.org/officeDocument/2006/relationships/tags" Target="../tags/tag384.xml"/><Relationship Id="rId12" Type="http://schemas.openxmlformats.org/officeDocument/2006/relationships/tags" Target="../tags/tag383.xml"/><Relationship Id="rId11" Type="http://schemas.openxmlformats.org/officeDocument/2006/relationships/tags" Target="../tags/tag382.xml"/><Relationship Id="rId10" Type="http://schemas.openxmlformats.org/officeDocument/2006/relationships/tags" Target="../tags/tag381.xml"/><Relationship Id="rId1" Type="http://schemas.openxmlformats.org/officeDocument/2006/relationships/tags" Target="../tags/tag372.xml"/></Relationships>
</file>

<file path=ppt/slides/_rels/slide38.xml.rels><?xml version="1.0" encoding="UTF-8" standalone="yes"?>
<Relationships xmlns="http://schemas.openxmlformats.org/package/2006/relationships"><Relationship Id="rId7" Type="http://schemas.openxmlformats.org/officeDocument/2006/relationships/slideLayout" Target="../slideLayouts/slideLayout15.xml"/><Relationship Id="rId6" Type="http://schemas.openxmlformats.org/officeDocument/2006/relationships/tags" Target="../tags/tag401.xml"/><Relationship Id="rId5" Type="http://schemas.openxmlformats.org/officeDocument/2006/relationships/tags" Target="../tags/tag400.xml"/><Relationship Id="rId4" Type="http://schemas.openxmlformats.org/officeDocument/2006/relationships/tags" Target="../tags/tag399.xml"/><Relationship Id="rId3" Type="http://schemas.openxmlformats.org/officeDocument/2006/relationships/tags" Target="../tags/tag398.xml"/><Relationship Id="rId2" Type="http://schemas.openxmlformats.org/officeDocument/2006/relationships/tags" Target="../tags/tag397.xml"/><Relationship Id="rId1" Type="http://schemas.openxmlformats.org/officeDocument/2006/relationships/tags" Target="../tags/tag39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0.xml.rels><?xml version="1.0" encoding="UTF-8" standalone="yes"?>
<Relationships xmlns="http://schemas.openxmlformats.org/package/2006/relationships"><Relationship Id="rId9" Type="http://schemas.openxmlformats.org/officeDocument/2006/relationships/tags" Target="../tags/tag410.xml"/><Relationship Id="rId8" Type="http://schemas.openxmlformats.org/officeDocument/2006/relationships/tags" Target="../tags/tag409.xml"/><Relationship Id="rId7" Type="http://schemas.openxmlformats.org/officeDocument/2006/relationships/tags" Target="../tags/tag408.xml"/><Relationship Id="rId6" Type="http://schemas.openxmlformats.org/officeDocument/2006/relationships/tags" Target="../tags/tag407.xml"/><Relationship Id="rId5" Type="http://schemas.openxmlformats.org/officeDocument/2006/relationships/tags" Target="../tags/tag406.xml"/><Relationship Id="rId4" Type="http://schemas.openxmlformats.org/officeDocument/2006/relationships/tags" Target="../tags/tag405.xml"/><Relationship Id="rId3" Type="http://schemas.openxmlformats.org/officeDocument/2006/relationships/tags" Target="../tags/tag404.xml"/><Relationship Id="rId26" Type="http://schemas.openxmlformats.org/officeDocument/2006/relationships/notesSlide" Target="../notesSlides/notesSlide32.xml"/><Relationship Id="rId25" Type="http://schemas.openxmlformats.org/officeDocument/2006/relationships/slideLayout" Target="../slideLayouts/slideLayout15.xml"/><Relationship Id="rId24" Type="http://schemas.openxmlformats.org/officeDocument/2006/relationships/tags" Target="../tags/tag425.xml"/><Relationship Id="rId23" Type="http://schemas.openxmlformats.org/officeDocument/2006/relationships/tags" Target="../tags/tag424.xml"/><Relationship Id="rId22" Type="http://schemas.openxmlformats.org/officeDocument/2006/relationships/tags" Target="../tags/tag423.xml"/><Relationship Id="rId21" Type="http://schemas.openxmlformats.org/officeDocument/2006/relationships/tags" Target="../tags/tag422.xml"/><Relationship Id="rId20" Type="http://schemas.openxmlformats.org/officeDocument/2006/relationships/tags" Target="../tags/tag421.xml"/><Relationship Id="rId2" Type="http://schemas.openxmlformats.org/officeDocument/2006/relationships/tags" Target="../tags/tag403.xml"/><Relationship Id="rId19" Type="http://schemas.openxmlformats.org/officeDocument/2006/relationships/tags" Target="../tags/tag420.xml"/><Relationship Id="rId18" Type="http://schemas.openxmlformats.org/officeDocument/2006/relationships/tags" Target="../tags/tag419.xml"/><Relationship Id="rId17" Type="http://schemas.openxmlformats.org/officeDocument/2006/relationships/tags" Target="../tags/tag418.xml"/><Relationship Id="rId16" Type="http://schemas.openxmlformats.org/officeDocument/2006/relationships/tags" Target="../tags/tag417.xml"/><Relationship Id="rId15" Type="http://schemas.openxmlformats.org/officeDocument/2006/relationships/tags" Target="../tags/tag416.xml"/><Relationship Id="rId14" Type="http://schemas.openxmlformats.org/officeDocument/2006/relationships/tags" Target="../tags/tag415.xml"/><Relationship Id="rId13" Type="http://schemas.openxmlformats.org/officeDocument/2006/relationships/tags" Target="../tags/tag414.xml"/><Relationship Id="rId12" Type="http://schemas.openxmlformats.org/officeDocument/2006/relationships/tags" Target="../tags/tag413.xml"/><Relationship Id="rId11" Type="http://schemas.openxmlformats.org/officeDocument/2006/relationships/tags" Target="../tags/tag412.xml"/><Relationship Id="rId10" Type="http://schemas.openxmlformats.org/officeDocument/2006/relationships/tags" Target="../tags/tag411.xml"/><Relationship Id="rId1" Type="http://schemas.openxmlformats.org/officeDocument/2006/relationships/tags" Target="../tags/tag40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2.xml.rels><?xml version="1.0" encoding="UTF-8" standalone="yes"?>
<Relationships xmlns="http://schemas.openxmlformats.org/package/2006/relationships"><Relationship Id="rId4" Type="http://schemas.openxmlformats.org/officeDocument/2006/relationships/notesSlide" Target="../notesSlides/notesSlide33.xml"/><Relationship Id="rId3" Type="http://schemas.openxmlformats.org/officeDocument/2006/relationships/slideLayout" Target="../slideLayouts/slideLayout15.xml"/><Relationship Id="rId2" Type="http://schemas.openxmlformats.org/officeDocument/2006/relationships/tags" Target="../tags/tag427.xml"/><Relationship Id="rId1" Type="http://schemas.openxmlformats.org/officeDocument/2006/relationships/tags" Target="../tags/tag426.xml"/></Relationships>
</file>

<file path=ppt/slides/_rels/slide43.xml.rels><?xml version="1.0" encoding="UTF-8" standalone="yes"?>
<Relationships xmlns="http://schemas.openxmlformats.org/package/2006/relationships"><Relationship Id="rId9" Type="http://schemas.openxmlformats.org/officeDocument/2006/relationships/tags" Target="../tags/tag436.xml"/><Relationship Id="rId8" Type="http://schemas.openxmlformats.org/officeDocument/2006/relationships/tags" Target="../tags/tag435.xml"/><Relationship Id="rId7" Type="http://schemas.openxmlformats.org/officeDocument/2006/relationships/tags" Target="../tags/tag434.xml"/><Relationship Id="rId6" Type="http://schemas.openxmlformats.org/officeDocument/2006/relationships/tags" Target="../tags/tag433.xml"/><Relationship Id="rId5" Type="http://schemas.openxmlformats.org/officeDocument/2006/relationships/tags" Target="../tags/tag432.xml"/><Relationship Id="rId4" Type="http://schemas.openxmlformats.org/officeDocument/2006/relationships/tags" Target="../tags/tag431.xml"/><Relationship Id="rId3" Type="http://schemas.openxmlformats.org/officeDocument/2006/relationships/tags" Target="../tags/tag430.xml"/><Relationship Id="rId26" Type="http://schemas.openxmlformats.org/officeDocument/2006/relationships/notesSlide" Target="../notesSlides/notesSlide34.xml"/><Relationship Id="rId25" Type="http://schemas.openxmlformats.org/officeDocument/2006/relationships/slideLayout" Target="../slideLayouts/slideLayout15.xml"/><Relationship Id="rId24" Type="http://schemas.openxmlformats.org/officeDocument/2006/relationships/tags" Target="../tags/tag451.xml"/><Relationship Id="rId23" Type="http://schemas.openxmlformats.org/officeDocument/2006/relationships/tags" Target="../tags/tag450.xml"/><Relationship Id="rId22" Type="http://schemas.openxmlformats.org/officeDocument/2006/relationships/tags" Target="../tags/tag449.xml"/><Relationship Id="rId21" Type="http://schemas.openxmlformats.org/officeDocument/2006/relationships/tags" Target="../tags/tag448.xml"/><Relationship Id="rId20" Type="http://schemas.openxmlformats.org/officeDocument/2006/relationships/tags" Target="../tags/tag447.xml"/><Relationship Id="rId2" Type="http://schemas.openxmlformats.org/officeDocument/2006/relationships/tags" Target="../tags/tag429.xml"/><Relationship Id="rId19" Type="http://schemas.openxmlformats.org/officeDocument/2006/relationships/tags" Target="../tags/tag446.xml"/><Relationship Id="rId18" Type="http://schemas.openxmlformats.org/officeDocument/2006/relationships/tags" Target="../tags/tag445.xml"/><Relationship Id="rId17" Type="http://schemas.openxmlformats.org/officeDocument/2006/relationships/tags" Target="../tags/tag444.xml"/><Relationship Id="rId16" Type="http://schemas.openxmlformats.org/officeDocument/2006/relationships/tags" Target="../tags/tag443.xml"/><Relationship Id="rId15" Type="http://schemas.openxmlformats.org/officeDocument/2006/relationships/tags" Target="../tags/tag442.xml"/><Relationship Id="rId14" Type="http://schemas.openxmlformats.org/officeDocument/2006/relationships/tags" Target="../tags/tag441.xml"/><Relationship Id="rId13" Type="http://schemas.openxmlformats.org/officeDocument/2006/relationships/tags" Target="../tags/tag440.xml"/><Relationship Id="rId12" Type="http://schemas.openxmlformats.org/officeDocument/2006/relationships/tags" Target="../tags/tag439.xml"/><Relationship Id="rId11" Type="http://schemas.openxmlformats.org/officeDocument/2006/relationships/tags" Target="../tags/tag438.xml"/><Relationship Id="rId10" Type="http://schemas.openxmlformats.org/officeDocument/2006/relationships/tags" Target="../tags/tag437.xml"/><Relationship Id="rId1" Type="http://schemas.openxmlformats.org/officeDocument/2006/relationships/tags" Target="../tags/tag428.xml"/></Relationships>
</file>

<file path=ppt/slides/_rels/slide44.xml.rels><?xml version="1.0" encoding="UTF-8" standalone="yes"?>
<Relationships xmlns="http://schemas.openxmlformats.org/package/2006/relationships"><Relationship Id="rId9" Type="http://schemas.openxmlformats.org/officeDocument/2006/relationships/tags" Target="../tags/tag459.xml"/><Relationship Id="rId8" Type="http://schemas.openxmlformats.org/officeDocument/2006/relationships/tags" Target="../tags/tag458.xml"/><Relationship Id="rId7" Type="http://schemas.openxmlformats.org/officeDocument/2006/relationships/tags" Target="../tags/tag457.xml"/><Relationship Id="rId6" Type="http://schemas.openxmlformats.org/officeDocument/2006/relationships/tags" Target="../tags/tag456.xml"/><Relationship Id="rId5" Type="http://schemas.openxmlformats.org/officeDocument/2006/relationships/image" Target="../media/image12.jpeg"/><Relationship Id="rId4" Type="http://schemas.openxmlformats.org/officeDocument/2006/relationships/tags" Target="../tags/tag455.xml"/><Relationship Id="rId3" Type="http://schemas.openxmlformats.org/officeDocument/2006/relationships/tags" Target="../tags/tag454.xml"/><Relationship Id="rId2" Type="http://schemas.openxmlformats.org/officeDocument/2006/relationships/tags" Target="../tags/tag453.xml"/><Relationship Id="rId13" Type="http://schemas.openxmlformats.org/officeDocument/2006/relationships/notesSlide" Target="../notesSlides/notesSlide35.xml"/><Relationship Id="rId12" Type="http://schemas.openxmlformats.org/officeDocument/2006/relationships/slideLayout" Target="../slideLayouts/slideLayout15.xml"/><Relationship Id="rId11" Type="http://schemas.openxmlformats.org/officeDocument/2006/relationships/tags" Target="../tags/tag460.xml"/><Relationship Id="rId10" Type="http://schemas.openxmlformats.org/officeDocument/2006/relationships/image" Target="../media/image13.png"/><Relationship Id="rId1" Type="http://schemas.openxmlformats.org/officeDocument/2006/relationships/tags" Target="../tags/tag452.xml"/></Relationships>
</file>

<file path=ppt/slides/_rels/slide45.xml.rels><?xml version="1.0" encoding="UTF-8" standalone="yes"?>
<Relationships xmlns="http://schemas.openxmlformats.org/package/2006/relationships"><Relationship Id="rId5" Type="http://schemas.openxmlformats.org/officeDocument/2006/relationships/notesSlide" Target="../notesSlides/notesSlide36.xml"/><Relationship Id="rId4" Type="http://schemas.openxmlformats.org/officeDocument/2006/relationships/slideLayout" Target="../slideLayouts/slideLayout27.xml"/><Relationship Id="rId3" Type="http://schemas.openxmlformats.org/officeDocument/2006/relationships/tags" Target="../tags/tag462.xml"/><Relationship Id="rId2" Type="http://schemas.openxmlformats.org/officeDocument/2006/relationships/tags" Target="../tags/tag461.xml"/><Relationship Id="rId1"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35" name="文本框 34"/>
          <p:cNvSpPr txBox="1"/>
          <p:nvPr>
            <p:custDataLst>
              <p:tags r:id="rId2"/>
            </p:custDataLst>
          </p:nvPr>
        </p:nvSpPr>
        <p:spPr>
          <a:xfrm>
            <a:off x="1384935" y="2401888"/>
            <a:ext cx="9902825" cy="574040"/>
          </a:xfrm>
          <a:prstGeom prst="rect">
            <a:avLst/>
          </a:prstGeom>
          <a:noFill/>
        </p:spPr>
        <p:txBody>
          <a:bodyPr wrap="square" lIns="144145" bIns="36195" rtlCol="0" anchor="ctr" anchorCtr="1">
            <a:spAutoFit/>
            <a:scene3d>
              <a:camera prst="orthographicFront"/>
              <a:lightRig rig="threePt" dir="t"/>
            </a:scene3d>
            <a:sp3d contourW="12700"/>
          </a:bodyPr>
          <a:lstStyle/>
          <a:p>
            <a:pPr algn="ctr">
              <a:buClrTx/>
              <a:buSzTx/>
              <a:buFontTx/>
            </a:pPr>
            <a:r>
              <a:rPr lang="zh-CN" altLang="en-US" sz="3200" b="1" dirty="0" smtClean="0">
                <a:latin typeface="Arial" panose="020B0604020202020204" pitchFamily="34" charset="0"/>
                <a:ea typeface="+mj-ea"/>
                <a:cs typeface="Arial" panose="020B0604020202020204" pitchFamily="34" charset="0"/>
                <a:sym typeface="+mn-ea"/>
              </a:rPr>
              <a:t>第三章</a:t>
            </a:r>
            <a:r>
              <a:rPr lang="en-US" altLang="zh-CN" sz="3200" b="1" dirty="0" smtClean="0">
                <a:latin typeface="Arial" panose="020B0604020202020204" pitchFamily="34" charset="0"/>
                <a:ea typeface="+mj-ea"/>
                <a:cs typeface="Arial" panose="020B0604020202020204" pitchFamily="34" charset="0"/>
                <a:sym typeface="+mn-ea"/>
              </a:rPr>
              <a:t> </a:t>
            </a:r>
            <a:r>
              <a:rPr lang="zh-CN" altLang="en-US" sz="3200" b="1" dirty="0" smtClean="0">
                <a:latin typeface="Arial" panose="020B0604020202020204" pitchFamily="34" charset="0"/>
                <a:ea typeface="+mj-ea"/>
                <a:cs typeface="Arial" panose="020B0604020202020204" pitchFamily="34" charset="0"/>
                <a:sym typeface="+mn-ea"/>
              </a:rPr>
              <a:t>工作流编排与对话状态管理</a:t>
            </a:r>
            <a:endParaRPr lang="zh-CN" altLang="en-US" sz="3200" b="1" dirty="0" smtClean="0">
              <a:latin typeface="Arial" panose="020B0604020202020204" pitchFamily="34" charset="0"/>
              <a:ea typeface="+mj-ea"/>
              <a:cs typeface="Arial" panose="020B0604020202020204" pitchFamily="34" charset="0"/>
              <a:sym typeface="+mn-ea"/>
            </a:endParaRPr>
          </a:p>
        </p:txBody>
      </p:sp>
      <p:sp>
        <p:nvSpPr>
          <p:cNvPr id="5" name="圆角矩形 4"/>
          <p:cNvSpPr/>
          <p:nvPr>
            <p:custDataLst>
              <p:tags r:id="rId3"/>
            </p:custDataLst>
          </p:nvPr>
        </p:nvSpPr>
        <p:spPr>
          <a:xfrm>
            <a:off x="4784725" y="4558665"/>
            <a:ext cx="3103245" cy="498475"/>
          </a:xfrm>
          <a:prstGeom prst="roundRect">
            <a:avLst>
              <a:gd name="adj" fmla="val 50000"/>
            </a:avLst>
          </a:prstGeom>
          <a:gradFill>
            <a:gsLst>
              <a:gs pos="0">
                <a:srgbClr val="38A2F6"/>
              </a:gs>
              <a:gs pos="100000">
                <a:srgbClr val="266FEA"/>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p:cNvSpPr txBox="1"/>
          <p:nvPr>
            <p:custDataLst>
              <p:tags r:id="rId4"/>
            </p:custDataLst>
          </p:nvPr>
        </p:nvSpPr>
        <p:spPr>
          <a:xfrm>
            <a:off x="4980305" y="4623435"/>
            <a:ext cx="2743200" cy="368300"/>
          </a:xfrm>
          <a:prstGeom prst="rect">
            <a:avLst/>
          </a:prstGeom>
          <a:noFill/>
        </p:spPr>
        <p:txBody>
          <a:bodyPr wrap="square" rtlCol="0">
            <a:spAutoFit/>
            <a:scene3d>
              <a:camera prst="orthographicFront"/>
              <a:lightRig rig="threePt" dir="t"/>
            </a:scene3d>
            <a:sp3d contourW="12700"/>
          </a:bodyPr>
          <a:lstStyle/>
          <a:p>
            <a:pPr algn="ctr"/>
            <a:r>
              <a:rPr lang="zh-CN" altLang="zh-CN" b="1" dirty="0">
                <a:solidFill>
                  <a:schemeClr val="bg1"/>
                </a:solidFill>
                <a:latin typeface="Kaiti SC Bold" charset="0"/>
                <a:ea typeface="Kaiti SC Bold" charset="0"/>
                <a:cs typeface="+mn-ea"/>
                <a:sym typeface="+mn-lt"/>
              </a:rPr>
              <a:t>智能体应用初探专项实战</a:t>
            </a:r>
            <a:endParaRPr lang="zh-CN" altLang="zh-CN" b="1" dirty="0">
              <a:solidFill>
                <a:schemeClr val="bg1"/>
              </a:solidFill>
              <a:latin typeface="Kaiti SC Bold" charset="0"/>
              <a:ea typeface="Kaiti SC Bold" charset="0"/>
              <a:cs typeface="+mn-ea"/>
              <a:sym typeface="+mn-lt"/>
            </a:endParaRPr>
          </a:p>
        </p:txBody>
      </p:sp>
    </p:spTree>
    <p:custDataLst>
      <p:tags r:id="rId5"/>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图片 21"/>
          <p:cNvPicPr>
            <a:picLocks noChangeAspect="1"/>
          </p:cNvPicPr>
          <p:nvPr/>
        </p:nvPicPr>
        <p:blipFill>
          <a:blip r:embed="rId1"/>
          <a:stretch>
            <a:fillRect/>
          </a:stretch>
        </p:blipFill>
        <p:spPr>
          <a:xfrm>
            <a:off x="225425" y="1602105"/>
            <a:ext cx="6863715" cy="4776470"/>
          </a:xfrm>
          <a:prstGeom prst="rect">
            <a:avLst/>
          </a:prstGeom>
          <a:noFill/>
        </p:spPr>
      </p:pic>
      <p:sp>
        <p:nvSpPr>
          <p:cNvPr id="2" name="文本框 1"/>
          <p:cNvSpPr txBox="1"/>
          <p:nvPr/>
        </p:nvSpPr>
        <p:spPr>
          <a:xfrm>
            <a:off x="1362075" y="624840"/>
            <a:ext cx="3579495" cy="645160"/>
          </a:xfrm>
          <a:prstGeom prst="rect">
            <a:avLst/>
          </a:prstGeom>
          <a:noFill/>
        </p:spPr>
        <p:txBody>
          <a:bodyPr wrap="square" rtlCol="0">
            <a:spAutoFit/>
          </a:bodyPr>
          <a:lstStyle/>
          <a:p>
            <a:r>
              <a:rPr lang="zh-CN" altLang="en-US" sz="3600" dirty="0" smtClean="0">
                <a:solidFill>
                  <a:schemeClr val="accent1">
                    <a:lumMod val="75000"/>
                  </a:schemeClr>
                </a:solidFill>
              </a:rPr>
              <a:t>情境导入</a:t>
            </a:r>
            <a:endParaRPr lang="zh-CN" altLang="en-US" sz="3600" dirty="0">
              <a:solidFill>
                <a:schemeClr val="accent1">
                  <a:lumMod val="75000"/>
                </a:schemeClr>
              </a:solidFill>
            </a:endParaRPr>
          </a:p>
        </p:txBody>
      </p:sp>
      <p:sp>
        <p:nvSpPr>
          <p:cNvPr id="6" name="文本框 5"/>
          <p:cNvSpPr txBox="1"/>
          <p:nvPr/>
        </p:nvSpPr>
        <p:spPr>
          <a:xfrm>
            <a:off x="7509510" y="3428960"/>
            <a:ext cx="4239259" cy="506730"/>
          </a:xfrm>
          <a:prstGeom prst="rect">
            <a:avLst/>
          </a:prstGeom>
          <a:noFill/>
        </p:spPr>
        <p:txBody>
          <a:bodyPr wrap="square" rtlCol="0">
            <a:spAutoFit/>
          </a:bodyPr>
          <a:lstStyle/>
          <a:p>
            <a:pPr algn="ctr" fontAlgn="auto">
              <a:lnSpc>
                <a:spcPct val="150000"/>
              </a:lnSpc>
            </a:pPr>
            <a:r>
              <a:rPr lang="en-US" altLang="zh-CN" dirty="0">
                <a:latin typeface="微软雅黑" panose="020B0503020204020204" pitchFamily="34" charset="-122"/>
                <a:ea typeface="微软雅黑" panose="020B0503020204020204" pitchFamily="34" charset="-122"/>
                <a:sym typeface="+mn-ea"/>
              </a:rPr>
              <a:t>{{image:</a:t>
            </a:r>
            <a:r>
              <a:rPr lang="en-US" altLang="zh-CN" dirty="0">
                <a:latin typeface="微软雅黑" panose="020B0503020204020204" pitchFamily="34" charset="-122"/>
                <a:ea typeface="微软雅黑" panose="020B0503020204020204" pitchFamily="34" charset="-122"/>
                <a:sym typeface="+mn-ea"/>
              </a:rPr>
              <a:t>introduction_image}}</a:t>
            </a:r>
            <a:endParaRPr lang="en-US" altLang="zh-CN" dirty="0">
              <a:latin typeface="微软雅黑" panose="020B0503020204020204" pitchFamily="34" charset="-122"/>
              <a:ea typeface="微软雅黑" panose="020B0503020204020204" pitchFamily="34" charset="-122"/>
              <a:sym typeface="+mn-ea"/>
            </a:endParaRPr>
          </a:p>
        </p:txBody>
      </p:sp>
      <p:sp>
        <p:nvSpPr>
          <p:cNvPr id="8" name="矩形 7"/>
          <p:cNvSpPr/>
          <p:nvPr/>
        </p:nvSpPr>
        <p:spPr>
          <a:xfrm>
            <a:off x="7311390" y="1715729"/>
            <a:ext cx="4635500" cy="372554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3" name="文本框 2"/>
          <p:cNvSpPr txBox="1"/>
          <p:nvPr/>
        </p:nvSpPr>
        <p:spPr>
          <a:xfrm>
            <a:off x="389890" y="1715770"/>
            <a:ext cx="6534785" cy="3629025"/>
          </a:xfrm>
          <a:prstGeom prst="rect">
            <a:avLst/>
          </a:prstGeom>
          <a:noFill/>
        </p:spPr>
        <p:txBody>
          <a:bodyPr wrap="square" rtlCol="0">
            <a:noAutofit/>
          </a:bodyPr>
          <a:lstStyle/>
          <a:p>
            <a:pPr indent="457200" algn="l" fontAlgn="auto">
              <a:lnSpc>
                <a:spcPct val="150000"/>
              </a:lnSpc>
            </a:pPr>
            <a:r>
              <a:rPr lang="zh-CN" altLang="zh-CN" dirty="0">
                <a:latin typeface="微软雅黑" panose="020B0503020204020204" pitchFamily="34" charset="-122"/>
                <a:ea typeface="微软雅黑" panose="020B0503020204020204" pitchFamily="34" charset="-122"/>
                <a:cs typeface="微软雅黑" panose="020B0503020204020204" pitchFamily="34" charset="-122"/>
                <a:sym typeface="+mn-ea"/>
              </a:rPr>
              <a:t>某物流分拣中心每天处理上万件包裹，从卸货到装车需经过扫码、称重、分拣、复核等固定步骤，操作员只需照屏幕提示执行，这套流程已稳定运行三年。然而，经理希望引入新系统：让系统自主判断</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遇到条码污损包裹，先清洁再扫码；发现疑似易碎品，自动改走缓降滑道；还能根据实时车流调整分拣优先级。这引发了与传统自动化流程的本质差异思考：新系统需要具备哪些功能才能在企业场景中稳定工作？如何用指令让系统理解并执行经理的设想？</a:t>
            </a:r>
            <a:endPar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ustDataLst>
      <p:tags r:id="rId2"/>
    </p:custDataLst>
  </p:cSld>
  <p:clrMapOvr>
    <a:overrideClrMapping bg1="lt1" tx1="dk1" bg2="lt2" tx2="dk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框 11"/>
          <p:cNvSpPr txBox="1"/>
          <p:nvPr/>
        </p:nvSpPr>
        <p:spPr>
          <a:xfrm>
            <a:off x="3535045" y="1271270"/>
            <a:ext cx="8034020" cy="1476375"/>
          </a:xfrm>
          <a:prstGeom prst="rect">
            <a:avLst/>
          </a:prstGeom>
          <a:noFill/>
        </p:spPr>
        <p:txBody>
          <a:bodyPr wrap="square" rtlCol="0">
            <a:spAutoFit/>
          </a:bodyPr>
          <a:lstStyle/>
          <a:p>
            <a:pPr algn="l" fontAlgn="auto">
              <a:lnSpc>
                <a:spcPct val="150000"/>
              </a:lnSpc>
            </a:pPr>
            <a:r>
              <a:rPr lang="zh-CN" altLang="zh-CN" sz="2000" dirty="0">
                <a:latin typeface="微软雅黑" panose="020B0503020204020204" pitchFamily="34" charset="-122"/>
                <a:ea typeface="微软雅黑" panose="020B0503020204020204" pitchFamily="34" charset="-122"/>
                <a:cs typeface="微软雅黑" panose="020B0503020204020204" pitchFamily="34" charset="-122"/>
              </a:rPr>
              <a:t>新系统与传统工作流的核心区别是什么？</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新系统需要具备哪些功能才能稳定工作？</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如何用你的话对系统下指令来实现经理的想法？</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7" name="文本框 16"/>
          <p:cNvSpPr txBox="1"/>
          <p:nvPr/>
        </p:nvSpPr>
        <p:spPr>
          <a:xfrm>
            <a:off x="1362075" y="624840"/>
            <a:ext cx="2098675" cy="646331"/>
          </a:xfrm>
          <a:prstGeom prst="rect">
            <a:avLst/>
          </a:prstGeom>
          <a:noFill/>
        </p:spPr>
        <p:txBody>
          <a:bodyPr wrap="square" rtlCol="0">
            <a:spAutoFit/>
          </a:bodyPr>
          <a:lstStyle/>
          <a:p>
            <a:r>
              <a:rPr lang="zh-CN" altLang="en-US" sz="3600" dirty="0" smtClean="0">
                <a:solidFill>
                  <a:schemeClr val="accent1">
                    <a:lumMod val="75000"/>
                  </a:schemeClr>
                </a:solidFill>
              </a:rPr>
              <a:t>思考一下</a:t>
            </a:r>
            <a:endParaRPr lang="zh-CN" altLang="en-US" sz="3600" dirty="0">
              <a:solidFill>
                <a:schemeClr val="accent1">
                  <a:lumMod val="75000"/>
                </a:schemeClr>
              </a:solidFill>
            </a:endParaRPr>
          </a:p>
        </p:txBody>
      </p:sp>
      <p:pic>
        <p:nvPicPr>
          <p:cNvPr id="3" name="图片 2"/>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247140" y="2500630"/>
            <a:ext cx="1237615" cy="2721610"/>
          </a:xfrm>
          <a:prstGeom prst="rect">
            <a:avLst/>
          </a:prstGeom>
        </p:spPr>
      </p:pic>
      <p:pic>
        <p:nvPicPr>
          <p:cNvPr id="7" name="图片 6" descr="31393935333436303b31393936353336343bcecabac5"/>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281045" y="562242"/>
            <a:ext cx="771525" cy="771525"/>
          </a:xfrm>
          <a:prstGeom prst="rect">
            <a:avLst/>
          </a:prstGeom>
        </p:spPr>
      </p:pic>
      <p:sp>
        <p:nvSpPr>
          <p:cNvPr id="8" name="矩形 7"/>
          <p:cNvSpPr/>
          <p:nvPr/>
        </p:nvSpPr>
        <p:spPr>
          <a:xfrm>
            <a:off x="5457190" y="2889947"/>
            <a:ext cx="4635500" cy="372554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{{image:thinking_image}}</a:t>
            </a:r>
            <a:endParaRPr lang="en-US" altLang="zh-CN" dirty="0">
              <a:solidFill>
                <a:schemeClr val="tx1"/>
              </a:solidFill>
            </a:endParaRPr>
          </a:p>
        </p:txBody>
      </p:sp>
    </p:spTree>
    <p:custDataLst>
      <p:tags r:id="rId4"/>
    </p:custDataLst>
  </p:cSld>
  <p:clrMapOvr>
    <a:overrideClrMapping bg1="lt1" tx1="dk1" bg2="lt2" tx2="dk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文本框 39"/>
          <p:cNvSpPr txBox="1"/>
          <p:nvPr/>
        </p:nvSpPr>
        <p:spPr>
          <a:xfrm>
            <a:off x="642620" y="3124800"/>
            <a:ext cx="5382895" cy="1322070"/>
          </a:xfrm>
          <a:prstGeom prst="rect">
            <a:avLst/>
          </a:prstGeom>
          <a:noFill/>
        </p:spPr>
        <p:txBody>
          <a:bodyPr wrap="square" rtlCol="0">
            <a:spAutoFit/>
          </a:bodyPr>
          <a:lstStyle/>
          <a:p>
            <a:pPr algn="ctr"/>
            <a:r>
              <a:rPr lang="zh-CN" sz="4000" b="1" dirty="0">
                <a:latin typeface="微软雅黑" panose="020B0503020204020204" pitchFamily="34" charset="-122"/>
                <a:ea typeface="微软雅黑" panose="020B0503020204020204" pitchFamily="34" charset="-122"/>
                <a:cs typeface="微软雅黑" panose="020B0503020204020204" pitchFamily="34" charset="-122"/>
                <a:sym typeface="+mn-lt"/>
              </a:rPr>
              <a:t>工作流编排与对话状态管理</a:t>
            </a:r>
            <a:endParaRPr lang="zh-CN" sz="4000" b="1" dirty="0">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
        <p:nvSpPr>
          <p:cNvPr id="107" name="椭圆 106"/>
          <p:cNvSpPr/>
          <p:nvPr/>
        </p:nvSpPr>
        <p:spPr>
          <a:xfrm>
            <a:off x="1812870" y="1985229"/>
            <a:ext cx="398145" cy="398146"/>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zh-CN" altLang="en-US" sz="4000" dirty="0">
              <a:latin typeface="Segoe UI" panose="020B0502040204020203" pitchFamily="34" charset="0"/>
              <a:ea typeface="微软雅黑" panose="020B0503020204020204" pitchFamily="34" charset="-122"/>
              <a:cs typeface="+mn-ea"/>
              <a:sym typeface="Segoe UI" panose="020B0502040204020203" pitchFamily="34" charset="0"/>
            </a:endParaRPr>
          </a:p>
        </p:txBody>
      </p:sp>
      <p:sp>
        <p:nvSpPr>
          <p:cNvPr id="99" name="椭圆 98"/>
          <p:cNvSpPr/>
          <p:nvPr/>
        </p:nvSpPr>
        <p:spPr>
          <a:xfrm>
            <a:off x="6315642" y="3786753"/>
            <a:ext cx="617635" cy="617636"/>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zh-CN" altLang="en-US" sz="4000" dirty="0">
              <a:latin typeface="Segoe UI" panose="020B0502040204020203" pitchFamily="34" charset="0"/>
              <a:ea typeface="微软雅黑" panose="020B0503020204020204" pitchFamily="34" charset="-122"/>
              <a:cs typeface="+mn-ea"/>
              <a:sym typeface="Segoe UI" panose="020B0502040204020203" pitchFamily="34" charset="0"/>
            </a:endParaRPr>
          </a:p>
        </p:txBody>
      </p:sp>
      <p:pic>
        <p:nvPicPr>
          <p:cNvPr id="90" name="图片 89"/>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0477261" y="5867261"/>
            <a:ext cx="1714739" cy="990738"/>
          </a:xfrm>
          <a:prstGeom prst="rect">
            <a:avLst/>
          </a:prstGeom>
        </p:spPr>
      </p:pic>
      <p:sp>
        <p:nvSpPr>
          <p:cNvPr id="62" name="文本框 61"/>
          <p:cNvSpPr txBox="1"/>
          <p:nvPr/>
        </p:nvSpPr>
        <p:spPr>
          <a:xfrm>
            <a:off x="642406" y="657124"/>
            <a:ext cx="5589905" cy="706755"/>
          </a:xfrm>
          <a:prstGeom prst="rect">
            <a:avLst/>
          </a:prstGeom>
          <a:noFill/>
        </p:spPr>
        <p:txBody>
          <a:bodyPr wrap="square" rtlCol="0">
            <a:spAutoFit/>
          </a:bodyPr>
          <a:lstStyle/>
          <a:p>
            <a:pPr algn="l"/>
            <a:r>
              <a:rPr lang="zh-CN" altLang="en-US" sz="4000" b="1" dirty="0">
                <a:latin typeface="微软雅黑" panose="020B0503020204020204" pitchFamily="34" charset="-122"/>
                <a:ea typeface="微软雅黑" panose="020B0503020204020204" pitchFamily="34" charset="-122"/>
                <a:cs typeface="微软雅黑" panose="020B0503020204020204" pitchFamily="34" charset="-122"/>
                <a:sym typeface="+mn-lt"/>
              </a:rPr>
              <a:t>任务三</a:t>
            </a:r>
            <a:endParaRPr lang="zh-CN" altLang="en-US" sz="4000" b="1" dirty="0">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
        <p:nvSpPr>
          <p:cNvPr id="6" name="文本框 5"/>
          <p:cNvSpPr txBox="1"/>
          <p:nvPr/>
        </p:nvSpPr>
        <p:spPr>
          <a:xfrm>
            <a:off x="7131685" y="3532465"/>
            <a:ext cx="4239259" cy="506730"/>
          </a:xfrm>
          <a:prstGeom prst="rect">
            <a:avLst/>
          </a:prstGeom>
          <a:noFill/>
        </p:spPr>
        <p:txBody>
          <a:bodyPr wrap="square" rtlCol="0">
            <a:spAutoFit/>
          </a:bodyPr>
          <a:lstStyle/>
          <a:p>
            <a:pPr algn="ctr" fontAlgn="auto">
              <a:lnSpc>
                <a:spcPct val="150000"/>
              </a:lnSpc>
            </a:pPr>
            <a:r>
              <a:rPr lang="en-US" altLang="zh-CN" dirty="0">
                <a:latin typeface="微软雅黑" panose="020B0503020204020204" pitchFamily="34" charset="-122"/>
                <a:ea typeface="微软雅黑" panose="020B0503020204020204" pitchFamily="34" charset="-122"/>
                <a:sym typeface="+mn-ea"/>
              </a:rPr>
              <a:t>{{image:st</a:t>
            </a:r>
            <a:r>
              <a:rPr lang="en-US" altLang="zh-CN" dirty="0">
                <a:latin typeface="微软雅黑" panose="020B0503020204020204" pitchFamily="34" charset="-122"/>
                <a:ea typeface="微软雅黑" panose="020B0503020204020204" pitchFamily="34" charset="-122"/>
                <a:sym typeface="+mn-ea"/>
              </a:rPr>
              <a:t>art_image}}</a:t>
            </a:r>
            <a:endParaRPr lang="en-US" altLang="zh-CN" dirty="0">
              <a:latin typeface="微软雅黑" panose="020B0503020204020204" pitchFamily="34" charset="-122"/>
              <a:ea typeface="微软雅黑" panose="020B0503020204020204" pitchFamily="34" charset="-122"/>
              <a:sym typeface="+mn-ea"/>
            </a:endParaRPr>
          </a:p>
        </p:txBody>
      </p:sp>
      <p:sp>
        <p:nvSpPr>
          <p:cNvPr id="2" name="矩形 1"/>
          <p:cNvSpPr/>
          <p:nvPr/>
        </p:nvSpPr>
        <p:spPr>
          <a:xfrm>
            <a:off x="6933565" y="1819234"/>
            <a:ext cx="4635500" cy="372554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Tree>
    <p:custDataLst>
      <p:tags r:id="rId2"/>
    </p:custDataLst>
  </p:cSld>
  <p:clrMapOvr>
    <a:overrideClrMapping bg1="lt1" tx1="dk1" bg2="lt2" tx2="dk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5982970" y="2061210"/>
            <a:ext cx="528955" cy="71755"/>
            <a:chOff x="5831400" y="1495425"/>
            <a:chExt cx="529200" cy="72000"/>
          </a:xfrm>
        </p:grpSpPr>
        <p:sp>
          <p:nvSpPr>
            <p:cNvPr id="22" name="椭圆 21"/>
            <p:cNvSpPr/>
            <p:nvPr/>
          </p:nvSpPr>
          <p:spPr>
            <a:xfrm>
              <a:off x="5831400" y="1495425"/>
              <a:ext cx="72000" cy="720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50000"/>
                </a:lnSpc>
                <a:spcBef>
                  <a:spcPts val="0"/>
                </a:spcBef>
                <a:spcAft>
                  <a:spcPts val="0"/>
                </a:spcAft>
                <a:buClrTx/>
                <a:buSzTx/>
                <a:buFontTx/>
                <a:buNone/>
                <a:defRPr/>
              </a:pPr>
              <a:endParaRPr kumimoji="0" lang="en-US" sz="1800" b="0" i="0" u="none" strike="noStrike" kern="1200" cap="none" spc="0" normalizeH="0" baseline="0" noProof="0">
                <a:ln>
                  <a:noFill/>
                </a:ln>
                <a:solidFill>
                  <a:srgbClr val="303030"/>
                </a:solidFill>
                <a:effectLst/>
                <a:uLnTx/>
                <a:uFillTx/>
                <a:latin typeface="Arial" panose="020B0604020202020204"/>
                <a:ea typeface="微软雅黑" panose="020B0503020204020204" pitchFamily="34" charset="-122"/>
                <a:cs typeface="+mn-ea"/>
                <a:sym typeface="+mn-lt"/>
              </a:endParaRPr>
            </a:p>
          </p:txBody>
        </p:sp>
        <p:sp>
          <p:nvSpPr>
            <p:cNvPr id="23" name="椭圆 22"/>
            <p:cNvSpPr/>
            <p:nvPr/>
          </p:nvSpPr>
          <p:spPr>
            <a:xfrm>
              <a:off x="5983800" y="1495425"/>
              <a:ext cx="72000" cy="720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50000"/>
                </a:lnSpc>
                <a:spcBef>
                  <a:spcPts val="0"/>
                </a:spcBef>
                <a:spcAft>
                  <a:spcPts val="0"/>
                </a:spcAft>
                <a:buClrTx/>
                <a:buSzTx/>
                <a:buFontTx/>
                <a:buNone/>
                <a:defRPr/>
              </a:pPr>
              <a:endParaRPr kumimoji="0" lang="en-US" sz="1800" b="0" i="0" u="none" strike="noStrike" kern="1200" cap="none" spc="0" normalizeH="0" baseline="0" noProof="0">
                <a:ln>
                  <a:noFill/>
                </a:ln>
                <a:solidFill>
                  <a:srgbClr val="303030"/>
                </a:solidFill>
                <a:effectLst/>
                <a:uLnTx/>
                <a:uFillTx/>
                <a:latin typeface="Arial" panose="020B0604020202020204"/>
                <a:ea typeface="微软雅黑" panose="020B0503020204020204" pitchFamily="34" charset="-122"/>
                <a:cs typeface="+mn-ea"/>
                <a:sym typeface="+mn-lt"/>
              </a:endParaRPr>
            </a:p>
          </p:txBody>
        </p:sp>
        <p:sp>
          <p:nvSpPr>
            <p:cNvPr id="5" name="椭圆 4"/>
            <p:cNvSpPr/>
            <p:nvPr/>
          </p:nvSpPr>
          <p:spPr>
            <a:xfrm>
              <a:off x="6136200" y="1495425"/>
              <a:ext cx="72000" cy="7200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50000"/>
                </a:lnSpc>
                <a:spcBef>
                  <a:spcPts val="0"/>
                </a:spcBef>
                <a:spcAft>
                  <a:spcPts val="0"/>
                </a:spcAft>
                <a:buClrTx/>
                <a:buSzTx/>
                <a:buFontTx/>
                <a:buNone/>
                <a:defRPr/>
              </a:pPr>
              <a:endParaRPr kumimoji="0" lang="en-US" sz="1800" b="0" i="0" u="none" strike="noStrike" kern="1200" cap="none" spc="0" normalizeH="0" baseline="0" noProof="0">
                <a:ln>
                  <a:noFill/>
                </a:ln>
                <a:solidFill>
                  <a:srgbClr val="303030"/>
                </a:solidFill>
                <a:effectLst/>
                <a:uLnTx/>
                <a:uFillTx/>
                <a:latin typeface="Arial" panose="020B0604020202020204"/>
                <a:ea typeface="微软雅黑" panose="020B0503020204020204" pitchFamily="34" charset="-122"/>
                <a:cs typeface="+mn-ea"/>
                <a:sym typeface="+mn-lt"/>
              </a:endParaRPr>
            </a:p>
          </p:txBody>
        </p:sp>
        <p:sp>
          <p:nvSpPr>
            <p:cNvPr id="6" name="椭圆 5"/>
            <p:cNvSpPr/>
            <p:nvPr/>
          </p:nvSpPr>
          <p:spPr>
            <a:xfrm>
              <a:off x="6288600" y="1495425"/>
              <a:ext cx="72000" cy="7200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50000"/>
                </a:lnSpc>
                <a:spcBef>
                  <a:spcPts val="0"/>
                </a:spcBef>
                <a:spcAft>
                  <a:spcPts val="0"/>
                </a:spcAft>
                <a:buClrTx/>
                <a:buSzTx/>
                <a:buFontTx/>
                <a:buNone/>
                <a:defRPr/>
              </a:pPr>
              <a:endParaRPr kumimoji="0" lang="en-US" sz="1800" b="0" i="0" u="none" strike="noStrike" kern="1200" cap="none" spc="0" normalizeH="0" baseline="0" noProof="0">
                <a:ln>
                  <a:noFill/>
                </a:ln>
                <a:solidFill>
                  <a:srgbClr val="303030"/>
                </a:solidFill>
                <a:effectLst/>
                <a:uLnTx/>
                <a:uFillTx/>
                <a:latin typeface="Arial" panose="020B0604020202020204"/>
                <a:ea typeface="微软雅黑" panose="020B0503020204020204" pitchFamily="34" charset="-122"/>
                <a:cs typeface="+mn-ea"/>
                <a:sym typeface="+mn-lt"/>
              </a:endParaRPr>
            </a:p>
          </p:txBody>
        </p:sp>
      </p:grpSp>
      <p:grpSp>
        <p:nvGrpSpPr>
          <p:cNvPr id="18" name="组合 17"/>
          <p:cNvGrpSpPr/>
          <p:nvPr>
            <p:custDataLst>
              <p:tags r:id="rId1"/>
            </p:custDataLst>
          </p:nvPr>
        </p:nvGrpSpPr>
        <p:grpSpPr>
          <a:xfrm>
            <a:off x="1019810" y="2407403"/>
            <a:ext cx="3578068" cy="829945"/>
            <a:chOff x="1019810" y="2115568"/>
            <a:chExt cx="3578068" cy="829945"/>
          </a:xfrm>
        </p:grpSpPr>
        <p:sp>
          <p:nvSpPr>
            <p:cNvPr id="8" name="文本框 7"/>
            <p:cNvSpPr txBox="1"/>
            <p:nvPr>
              <p:custDataLst>
                <p:tags r:id="rId2"/>
              </p:custDataLst>
            </p:nvPr>
          </p:nvSpPr>
          <p:spPr>
            <a:xfrm flipH="1">
              <a:off x="2214341" y="2298448"/>
              <a:ext cx="2383537" cy="52197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1" i="0" u="none" strike="noStrike" kern="1200" cap="none" spc="0" normalizeH="0" baseline="0" noProof="0" dirty="0" smtClean="0">
                  <a:ln>
                    <a:noFill/>
                  </a:ln>
                  <a:solidFill>
                    <a:srgbClr val="0064D2"/>
                  </a:solidFill>
                  <a:effectLst/>
                  <a:uLnTx/>
                  <a:uFillTx/>
                  <a:latin typeface="微软雅黑" panose="020B0503020204020204" pitchFamily="34" charset="-122"/>
                  <a:ea typeface="微软雅黑" panose="020B0503020204020204" pitchFamily="34" charset="-122"/>
                  <a:cs typeface="+mn-ea"/>
                  <a:sym typeface="+mn-ea"/>
                </a:rPr>
                <a:t>任务描述</a:t>
              </a:r>
              <a:endParaRPr kumimoji="0" lang="zh-CN" altLang="en-US" sz="2800" b="1" i="0" u="none" strike="noStrike" kern="1200" cap="none" spc="0" normalizeH="0" baseline="0" noProof="0" dirty="0">
                <a:ln>
                  <a:noFill/>
                </a:ln>
                <a:solidFill>
                  <a:srgbClr val="0064D2"/>
                </a:solidFill>
                <a:effectLst/>
                <a:uLnTx/>
                <a:uFillTx/>
                <a:latin typeface="微软雅黑" panose="020B0503020204020204" pitchFamily="34" charset="-122"/>
                <a:ea typeface="微软雅黑" panose="020B0503020204020204" pitchFamily="34" charset="-122"/>
                <a:cs typeface="+mn-ea"/>
                <a:sym typeface="+mn-ea"/>
              </a:endParaRPr>
            </a:p>
          </p:txBody>
        </p:sp>
        <p:sp>
          <p:nvSpPr>
            <p:cNvPr id="14" name="文本框 13"/>
            <p:cNvSpPr txBox="1"/>
            <p:nvPr>
              <p:custDataLst>
                <p:tags r:id="rId3"/>
              </p:custDataLst>
            </p:nvPr>
          </p:nvSpPr>
          <p:spPr>
            <a:xfrm>
              <a:off x="1019810" y="2115568"/>
              <a:ext cx="961884" cy="82994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4800" b="0" i="0" u="none" strike="noStrike" kern="1200" cap="none" spc="0" normalizeH="0" baseline="0" noProof="0">
                  <a:ln>
                    <a:noFill/>
                  </a:ln>
                  <a:solidFill>
                    <a:srgbClr val="303030"/>
                  </a:solidFill>
                  <a:effectLst/>
                  <a:uLnTx/>
                  <a:uFillTx/>
                  <a:latin typeface="+mn-ea"/>
                  <a:cs typeface="+mn-ea"/>
                  <a:sym typeface="+mn-lt"/>
                </a:rPr>
                <a:t>01</a:t>
              </a:r>
              <a:endParaRPr kumimoji="0" lang="en-US" sz="4800" b="0" i="0" u="none" strike="noStrike" kern="1200" cap="none" spc="0" normalizeH="0" baseline="0" noProof="0">
                <a:ln>
                  <a:noFill/>
                </a:ln>
                <a:solidFill>
                  <a:srgbClr val="303030"/>
                </a:solidFill>
                <a:effectLst/>
                <a:uLnTx/>
                <a:uFillTx/>
                <a:latin typeface="+mn-ea"/>
                <a:cs typeface="+mn-ea"/>
                <a:sym typeface="+mn-lt"/>
              </a:endParaRPr>
            </a:p>
          </p:txBody>
        </p:sp>
        <p:cxnSp>
          <p:nvCxnSpPr>
            <p:cNvPr id="15" name="直接连接符 14"/>
            <p:cNvCxnSpPr/>
            <p:nvPr>
              <p:custDataLst>
                <p:tags r:id="rId4"/>
              </p:custDataLst>
            </p:nvPr>
          </p:nvCxnSpPr>
          <p:spPr>
            <a:xfrm flipH="1">
              <a:off x="1978973" y="2302258"/>
              <a:ext cx="127208" cy="45720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grpSp>
      <p:grpSp>
        <p:nvGrpSpPr>
          <p:cNvPr id="13" name="组合 12"/>
          <p:cNvGrpSpPr/>
          <p:nvPr>
            <p:custDataLst>
              <p:tags r:id="rId5"/>
            </p:custDataLst>
          </p:nvPr>
        </p:nvGrpSpPr>
        <p:grpSpPr>
          <a:xfrm>
            <a:off x="1019810" y="3342914"/>
            <a:ext cx="5267818" cy="830997"/>
            <a:chOff x="1019810" y="3241423"/>
            <a:chExt cx="5267818" cy="830997"/>
          </a:xfrm>
        </p:grpSpPr>
        <p:sp>
          <p:nvSpPr>
            <p:cNvPr id="21" name="文本框 20"/>
            <p:cNvSpPr txBox="1"/>
            <p:nvPr>
              <p:custDataLst>
                <p:tags r:id="rId6"/>
              </p:custDataLst>
            </p:nvPr>
          </p:nvSpPr>
          <p:spPr>
            <a:xfrm flipH="1">
              <a:off x="2214341" y="3424938"/>
              <a:ext cx="4073287" cy="521970"/>
            </a:xfrm>
            <a:prstGeom prst="rect">
              <a:avLst/>
            </a:prstGeom>
            <a:noFill/>
          </p:spPr>
          <p:txBody>
            <a:bodyPr wrap="square" rtlCol="0">
              <a:spAutoFit/>
            </a:bodyPr>
            <a:lstStyle/>
            <a:p>
              <a:pPr eaLnBrk="0" hangingPunct="0"/>
              <a:r>
                <a:rPr lang="zh-CN" altLang="en-US" sz="2800" dirty="0">
                  <a:cs typeface="+mn-ea"/>
                  <a:sym typeface="+mn-lt"/>
                </a:rPr>
                <a:t>任务目标和重难点</a:t>
              </a:r>
              <a:endParaRPr lang="zh-CN" altLang="en-US" sz="2800" dirty="0">
                <a:cs typeface="+mn-ea"/>
                <a:sym typeface="+mn-lt"/>
              </a:endParaRPr>
            </a:p>
          </p:txBody>
        </p:sp>
        <p:sp>
          <p:nvSpPr>
            <p:cNvPr id="34" name="文本框 33"/>
            <p:cNvSpPr txBox="1"/>
            <p:nvPr>
              <p:custDataLst>
                <p:tags r:id="rId7"/>
              </p:custDataLst>
            </p:nvPr>
          </p:nvSpPr>
          <p:spPr>
            <a:xfrm>
              <a:off x="1019810" y="3241423"/>
              <a:ext cx="870751" cy="83099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4800" b="0" i="0" u="none" strike="noStrike" kern="1200" cap="none" spc="0" normalizeH="0" baseline="0" noProof="0" dirty="0">
                  <a:ln>
                    <a:noFill/>
                  </a:ln>
                  <a:solidFill>
                    <a:srgbClr val="303030"/>
                  </a:solidFill>
                  <a:effectLst/>
                  <a:uLnTx/>
                  <a:uFillTx/>
                  <a:latin typeface="Arial" panose="020B0604020202020204"/>
                  <a:ea typeface="微软雅黑" panose="020B0503020204020204" pitchFamily="34" charset="-122"/>
                  <a:cs typeface="+mn-ea"/>
                  <a:sym typeface="+mn-lt"/>
                </a:rPr>
                <a:t>02</a:t>
              </a:r>
              <a:endParaRPr kumimoji="0" lang="en-US" sz="4800" b="0" i="0" u="none" strike="noStrike" kern="1200" cap="none" spc="0" normalizeH="0" baseline="0" noProof="0" dirty="0">
                <a:ln>
                  <a:noFill/>
                </a:ln>
                <a:solidFill>
                  <a:srgbClr val="303030"/>
                </a:solidFill>
                <a:effectLst/>
                <a:uLnTx/>
                <a:uFillTx/>
                <a:latin typeface="Arial" panose="020B0604020202020204"/>
                <a:ea typeface="微软雅黑" panose="020B0503020204020204" pitchFamily="34" charset="-122"/>
                <a:cs typeface="+mn-ea"/>
                <a:sym typeface="+mn-lt"/>
              </a:endParaRPr>
            </a:p>
          </p:txBody>
        </p:sp>
        <p:cxnSp>
          <p:nvCxnSpPr>
            <p:cNvPr id="35" name="直接连接符 34"/>
            <p:cNvCxnSpPr/>
            <p:nvPr>
              <p:custDataLst>
                <p:tags r:id="rId8"/>
              </p:custDataLst>
            </p:nvPr>
          </p:nvCxnSpPr>
          <p:spPr>
            <a:xfrm flipH="1">
              <a:off x="1978973" y="3428113"/>
              <a:ext cx="127208" cy="45720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grpSp>
      <p:grpSp>
        <p:nvGrpSpPr>
          <p:cNvPr id="26" name="组合 25"/>
          <p:cNvGrpSpPr/>
          <p:nvPr>
            <p:custDataLst>
              <p:tags r:id="rId9"/>
            </p:custDataLst>
          </p:nvPr>
        </p:nvGrpSpPr>
        <p:grpSpPr>
          <a:xfrm>
            <a:off x="1019810" y="4262394"/>
            <a:ext cx="4068621" cy="830997"/>
            <a:chOff x="1019810" y="5599430"/>
            <a:chExt cx="4068621" cy="830997"/>
          </a:xfrm>
        </p:grpSpPr>
        <p:sp>
          <p:nvSpPr>
            <p:cNvPr id="31" name="文本框 30"/>
            <p:cNvSpPr txBox="1"/>
            <p:nvPr>
              <p:custDataLst>
                <p:tags r:id="rId10"/>
              </p:custDataLst>
            </p:nvPr>
          </p:nvSpPr>
          <p:spPr>
            <a:xfrm flipH="1">
              <a:off x="2214342" y="5782945"/>
              <a:ext cx="2874089" cy="521970"/>
            </a:xfrm>
            <a:prstGeom prst="rect">
              <a:avLst/>
            </a:prstGeom>
            <a:noFill/>
          </p:spPr>
          <p:txBody>
            <a:bodyPr wrap="square" rtlCol="0">
              <a:spAutoFit/>
            </a:bodyPr>
            <a:lstStyle/>
            <a:p>
              <a:pPr eaLnBrk="0" hangingPunct="0"/>
              <a:r>
                <a:rPr kumimoji="0" lang="zh-CN" altLang="en-US" sz="2800" b="0" i="0" u="none" strike="noStrike" kern="1200" cap="none" spc="0" normalizeH="0" baseline="0" noProof="0" dirty="0">
                  <a:ln>
                    <a:noFill/>
                  </a:ln>
                  <a:effectLst/>
                  <a:uLnTx/>
                  <a:uFillTx/>
                  <a:latin typeface="Arial" panose="020B0604020202020204"/>
                  <a:ea typeface="微软雅黑" panose="020B0503020204020204" pitchFamily="34" charset="-122"/>
                  <a:cs typeface="+mn-ea"/>
                  <a:sym typeface="+mn-lt"/>
                </a:rPr>
                <a:t>知识</a:t>
              </a:r>
              <a:r>
                <a:rPr kumimoji="0" lang="zh-CN" altLang="en-US" sz="2800" b="0" i="0" u="none" strike="noStrike" kern="1200" cap="none" spc="0" normalizeH="0" baseline="0" noProof="0" dirty="0" smtClean="0">
                  <a:ln>
                    <a:noFill/>
                  </a:ln>
                  <a:effectLst/>
                  <a:uLnTx/>
                  <a:uFillTx/>
                  <a:latin typeface="Arial" panose="020B0604020202020204"/>
                  <a:ea typeface="微软雅黑" panose="020B0503020204020204" pitchFamily="34" charset="-122"/>
                  <a:cs typeface="+mn-ea"/>
                  <a:sym typeface="+mn-lt"/>
                </a:rPr>
                <a:t>储备</a:t>
              </a:r>
              <a:endParaRPr kumimoji="0" lang="zh-CN" altLang="zh-CN" sz="2800" b="0" i="0" u="none" strike="noStrike" kern="1200" cap="none" spc="0" normalizeH="0" baseline="0" noProof="0" dirty="0">
                <a:ln>
                  <a:noFill/>
                </a:ln>
                <a:solidFill>
                  <a:schemeClr val="tx1"/>
                </a:solidFill>
                <a:effectLst/>
                <a:uLnTx/>
                <a:uFillTx/>
                <a:latin typeface="Arial" panose="020B0604020202020204"/>
                <a:ea typeface="微软雅黑" panose="020B0503020204020204" pitchFamily="34" charset="-122"/>
                <a:cs typeface="+mn-ea"/>
                <a:sym typeface="+mn-lt"/>
              </a:endParaRPr>
            </a:p>
          </p:txBody>
        </p:sp>
        <p:sp>
          <p:nvSpPr>
            <p:cNvPr id="32" name="文本框 31"/>
            <p:cNvSpPr txBox="1"/>
            <p:nvPr>
              <p:custDataLst>
                <p:tags r:id="rId11"/>
              </p:custDataLst>
            </p:nvPr>
          </p:nvSpPr>
          <p:spPr>
            <a:xfrm>
              <a:off x="1019810" y="5599430"/>
              <a:ext cx="870751" cy="83099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4800" b="0" i="0" u="none" strike="noStrike" kern="1200" cap="none" spc="0" normalizeH="0" baseline="0" noProof="0" dirty="0" smtClean="0">
                  <a:ln>
                    <a:noFill/>
                  </a:ln>
                  <a:solidFill>
                    <a:srgbClr val="303030"/>
                  </a:solidFill>
                  <a:effectLst/>
                  <a:uLnTx/>
                  <a:uFillTx/>
                  <a:latin typeface="Arial" panose="020B0604020202020204"/>
                  <a:ea typeface="微软雅黑" panose="020B0503020204020204" pitchFamily="34" charset="-122"/>
                  <a:cs typeface="+mn-ea"/>
                  <a:sym typeface="+mn-lt"/>
                </a:rPr>
                <a:t>03</a:t>
              </a:r>
              <a:endParaRPr kumimoji="0" lang="en-US" sz="4800" b="0" i="0" u="none" strike="noStrike" kern="1200" cap="none" spc="0" normalizeH="0" baseline="0" noProof="0" dirty="0">
                <a:ln>
                  <a:noFill/>
                </a:ln>
                <a:solidFill>
                  <a:srgbClr val="303030"/>
                </a:solidFill>
                <a:effectLst/>
                <a:uLnTx/>
                <a:uFillTx/>
                <a:latin typeface="Arial" panose="020B0604020202020204"/>
                <a:ea typeface="微软雅黑" panose="020B0503020204020204" pitchFamily="34" charset="-122"/>
                <a:cs typeface="+mn-ea"/>
                <a:sym typeface="+mn-lt"/>
              </a:endParaRPr>
            </a:p>
          </p:txBody>
        </p:sp>
        <p:cxnSp>
          <p:nvCxnSpPr>
            <p:cNvPr id="33" name="直接连接符 32"/>
            <p:cNvCxnSpPr/>
            <p:nvPr>
              <p:custDataLst>
                <p:tags r:id="rId12"/>
              </p:custDataLst>
            </p:nvPr>
          </p:nvCxnSpPr>
          <p:spPr>
            <a:xfrm flipH="1">
              <a:off x="1978973" y="5786120"/>
              <a:ext cx="127208" cy="45720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grpSp>
      <p:grpSp>
        <p:nvGrpSpPr>
          <p:cNvPr id="47" name="组合 46"/>
          <p:cNvGrpSpPr/>
          <p:nvPr>
            <p:custDataLst>
              <p:tags r:id="rId13"/>
            </p:custDataLst>
          </p:nvPr>
        </p:nvGrpSpPr>
        <p:grpSpPr>
          <a:xfrm>
            <a:off x="6645792" y="2466861"/>
            <a:ext cx="4068621" cy="830997"/>
            <a:chOff x="1019810" y="3241423"/>
            <a:chExt cx="4068621" cy="830997"/>
          </a:xfrm>
        </p:grpSpPr>
        <p:sp>
          <p:nvSpPr>
            <p:cNvPr id="48" name="文本框 47"/>
            <p:cNvSpPr txBox="1"/>
            <p:nvPr>
              <p:custDataLst>
                <p:tags r:id="rId14"/>
              </p:custDataLst>
            </p:nvPr>
          </p:nvSpPr>
          <p:spPr>
            <a:xfrm flipH="1">
              <a:off x="2214342" y="3424938"/>
              <a:ext cx="2874089" cy="521970"/>
            </a:xfrm>
            <a:prstGeom prst="rect">
              <a:avLst/>
            </a:prstGeom>
            <a:noFill/>
          </p:spPr>
          <p:txBody>
            <a:bodyPr wrap="square" rtlCol="0">
              <a:spAutoFit/>
            </a:bodyPr>
            <a:lstStyle/>
            <a:p>
              <a:pPr eaLnBrk="0" hangingPunct="0"/>
              <a:r>
                <a:rPr lang="zh-CN" altLang="en-US" sz="2800" dirty="0">
                  <a:solidFill>
                    <a:schemeClr val="tx1"/>
                  </a:solidFill>
                  <a:cs typeface="+mn-ea"/>
                  <a:sym typeface="+mn-lt"/>
                </a:rPr>
                <a:t>任务实施</a:t>
              </a:r>
              <a:endParaRPr kumimoji="0" lang="zh-CN" altLang="en-US" sz="2800" b="0" i="0" u="none" strike="noStrike" kern="1200" cap="none" spc="0" normalizeH="0" baseline="0" noProof="0" dirty="0">
                <a:ln>
                  <a:noFill/>
                </a:ln>
                <a:solidFill>
                  <a:schemeClr val="tx1"/>
                </a:solidFill>
                <a:effectLst/>
                <a:uLnTx/>
                <a:uFillTx/>
                <a:latin typeface="Arial" panose="020B0604020202020204"/>
                <a:ea typeface="微软雅黑" panose="020B0503020204020204" pitchFamily="34" charset="-122"/>
                <a:cs typeface="+mn-ea"/>
                <a:sym typeface="+mn-lt"/>
              </a:endParaRPr>
            </a:p>
          </p:txBody>
        </p:sp>
        <p:sp>
          <p:nvSpPr>
            <p:cNvPr id="49" name="文本框 48"/>
            <p:cNvSpPr txBox="1"/>
            <p:nvPr>
              <p:custDataLst>
                <p:tags r:id="rId15"/>
              </p:custDataLst>
            </p:nvPr>
          </p:nvSpPr>
          <p:spPr>
            <a:xfrm>
              <a:off x="1019810" y="3241423"/>
              <a:ext cx="870751" cy="83099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4800" b="0" i="0" u="none" strike="noStrike" kern="1200" cap="none" spc="0" normalizeH="0" baseline="0" noProof="0" dirty="0" smtClean="0">
                  <a:ln>
                    <a:noFill/>
                  </a:ln>
                  <a:solidFill>
                    <a:srgbClr val="303030"/>
                  </a:solidFill>
                  <a:effectLst/>
                  <a:uLnTx/>
                  <a:uFillTx/>
                  <a:latin typeface="Arial" panose="020B0604020202020204"/>
                  <a:ea typeface="微软雅黑" panose="020B0503020204020204" pitchFamily="34" charset="-122"/>
                  <a:cs typeface="+mn-ea"/>
                  <a:sym typeface="+mn-lt"/>
                </a:rPr>
                <a:t>04</a:t>
              </a:r>
              <a:endParaRPr kumimoji="0" lang="en-US" sz="4800" b="0" i="0" u="none" strike="noStrike" kern="1200" cap="none" spc="0" normalizeH="0" baseline="0" noProof="0" dirty="0">
                <a:ln>
                  <a:noFill/>
                </a:ln>
                <a:solidFill>
                  <a:srgbClr val="303030"/>
                </a:solidFill>
                <a:effectLst/>
                <a:uLnTx/>
                <a:uFillTx/>
                <a:latin typeface="Arial" panose="020B0604020202020204"/>
                <a:ea typeface="微软雅黑" panose="020B0503020204020204" pitchFamily="34" charset="-122"/>
                <a:cs typeface="+mn-ea"/>
                <a:sym typeface="+mn-lt"/>
              </a:endParaRPr>
            </a:p>
          </p:txBody>
        </p:sp>
        <p:cxnSp>
          <p:nvCxnSpPr>
            <p:cNvPr id="50" name="直接连接符 49"/>
            <p:cNvCxnSpPr/>
            <p:nvPr>
              <p:custDataLst>
                <p:tags r:id="rId16"/>
              </p:custDataLst>
            </p:nvPr>
          </p:nvCxnSpPr>
          <p:spPr>
            <a:xfrm flipH="1">
              <a:off x="1978973" y="3428113"/>
              <a:ext cx="127208" cy="45720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grpSp>
      <p:grpSp>
        <p:nvGrpSpPr>
          <p:cNvPr id="55" name="组合 54"/>
          <p:cNvGrpSpPr/>
          <p:nvPr>
            <p:custDataLst>
              <p:tags r:id="rId17"/>
            </p:custDataLst>
          </p:nvPr>
        </p:nvGrpSpPr>
        <p:grpSpPr>
          <a:xfrm>
            <a:off x="6645792" y="3379128"/>
            <a:ext cx="4068621" cy="830997"/>
            <a:chOff x="1019810" y="5599430"/>
            <a:chExt cx="4068621" cy="830997"/>
          </a:xfrm>
        </p:grpSpPr>
        <p:sp>
          <p:nvSpPr>
            <p:cNvPr id="56" name="文本框 55"/>
            <p:cNvSpPr txBox="1"/>
            <p:nvPr>
              <p:custDataLst>
                <p:tags r:id="rId18"/>
              </p:custDataLst>
            </p:nvPr>
          </p:nvSpPr>
          <p:spPr>
            <a:xfrm flipH="1">
              <a:off x="2214342" y="5782945"/>
              <a:ext cx="2874089" cy="521970"/>
            </a:xfrm>
            <a:prstGeom prst="rect">
              <a:avLst/>
            </a:prstGeom>
            <a:noFill/>
          </p:spPr>
          <p:txBody>
            <a:bodyPr wrap="square" rtlCol="0">
              <a:spAutoFit/>
            </a:bodyPr>
            <a:lstStyle/>
            <a:p>
              <a:pPr eaLnBrk="0" hangingPunct="0"/>
              <a:r>
                <a:rPr lang="zh-CN" altLang="en-US" sz="2800" dirty="0">
                  <a:solidFill>
                    <a:schemeClr val="tx1"/>
                  </a:solidFill>
                  <a:cs typeface="+mn-ea"/>
                  <a:sym typeface="+mn-lt"/>
                </a:rPr>
                <a:t>任务小结</a:t>
              </a:r>
              <a:endParaRPr kumimoji="0" lang="zh-CN" altLang="zh-CN" sz="2800" b="0" i="0" u="none" strike="noStrike" kern="1200" cap="none" spc="0" normalizeH="0" baseline="0" noProof="0" dirty="0">
                <a:ln>
                  <a:noFill/>
                </a:ln>
                <a:solidFill>
                  <a:schemeClr val="tx1"/>
                </a:solidFill>
                <a:effectLst/>
                <a:uLnTx/>
                <a:uFillTx/>
                <a:latin typeface="Arial" panose="020B0604020202020204"/>
                <a:ea typeface="微软雅黑" panose="020B0503020204020204" pitchFamily="34" charset="-122"/>
                <a:cs typeface="+mn-ea"/>
                <a:sym typeface="+mn-lt"/>
              </a:endParaRPr>
            </a:p>
          </p:txBody>
        </p:sp>
        <p:sp>
          <p:nvSpPr>
            <p:cNvPr id="57" name="文本框 56"/>
            <p:cNvSpPr txBox="1"/>
            <p:nvPr>
              <p:custDataLst>
                <p:tags r:id="rId19"/>
              </p:custDataLst>
            </p:nvPr>
          </p:nvSpPr>
          <p:spPr>
            <a:xfrm>
              <a:off x="1019810" y="5599430"/>
              <a:ext cx="870751" cy="83099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4800" b="0" i="0" u="none" strike="noStrike" kern="1200" cap="none" spc="0" normalizeH="0" baseline="0" noProof="0" dirty="0" smtClean="0">
                  <a:ln>
                    <a:noFill/>
                  </a:ln>
                  <a:solidFill>
                    <a:srgbClr val="303030"/>
                  </a:solidFill>
                  <a:effectLst/>
                  <a:uLnTx/>
                  <a:uFillTx/>
                  <a:latin typeface="Arial" panose="020B0604020202020204"/>
                  <a:ea typeface="微软雅黑" panose="020B0503020204020204" pitchFamily="34" charset="-122"/>
                  <a:cs typeface="+mn-ea"/>
                  <a:sym typeface="+mn-lt"/>
                </a:rPr>
                <a:t>05</a:t>
              </a:r>
              <a:endParaRPr kumimoji="0" lang="en-US" sz="4800" b="0" i="0" u="none" strike="noStrike" kern="1200" cap="none" spc="0" normalizeH="0" baseline="0" noProof="0" dirty="0">
                <a:ln>
                  <a:noFill/>
                </a:ln>
                <a:solidFill>
                  <a:srgbClr val="303030"/>
                </a:solidFill>
                <a:effectLst/>
                <a:uLnTx/>
                <a:uFillTx/>
                <a:latin typeface="Arial" panose="020B0604020202020204"/>
                <a:ea typeface="微软雅黑" panose="020B0503020204020204" pitchFamily="34" charset="-122"/>
                <a:cs typeface="+mn-ea"/>
                <a:sym typeface="+mn-lt"/>
              </a:endParaRPr>
            </a:p>
          </p:txBody>
        </p:sp>
        <p:cxnSp>
          <p:nvCxnSpPr>
            <p:cNvPr id="58" name="直接连接符 57"/>
            <p:cNvCxnSpPr/>
            <p:nvPr>
              <p:custDataLst>
                <p:tags r:id="rId20"/>
              </p:custDataLst>
            </p:nvPr>
          </p:nvCxnSpPr>
          <p:spPr>
            <a:xfrm flipH="1">
              <a:off x="1978973" y="5786120"/>
              <a:ext cx="127208" cy="45720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grpSp>
      <p:grpSp>
        <p:nvGrpSpPr>
          <p:cNvPr id="59" name="组合 58"/>
          <p:cNvGrpSpPr/>
          <p:nvPr>
            <p:custDataLst>
              <p:tags r:id="rId21"/>
            </p:custDataLst>
          </p:nvPr>
        </p:nvGrpSpPr>
        <p:grpSpPr>
          <a:xfrm>
            <a:off x="6645792" y="4262185"/>
            <a:ext cx="4068621" cy="830997"/>
            <a:chOff x="1019810" y="5599430"/>
            <a:chExt cx="4068621" cy="830997"/>
          </a:xfrm>
        </p:grpSpPr>
        <p:sp>
          <p:nvSpPr>
            <p:cNvPr id="60" name="文本框 59"/>
            <p:cNvSpPr txBox="1"/>
            <p:nvPr>
              <p:custDataLst>
                <p:tags r:id="rId22"/>
              </p:custDataLst>
            </p:nvPr>
          </p:nvSpPr>
          <p:spPr>
            <a:xfrm flipH="1">
              <a:off x="2214342" y="5782945"/>
              <a:ext cx="2874089" cy="523220"/>
            </a:xfrm>
            <a:prstGeom prst="rect">
              <a:avLst/>
            </a:prstGeom>
            <a:noFill/>
          </p:spPr>
          <p:txBody>
            <a:bodyPr wrap="square" rtlCol="0">
              <a:spAutoFit/>
            </a:bodyPr>
            <a:lstStyle/>
            <a:p>
              <a:pPr eaLnBrk="0" hangingPunct="0"/>
              <a:r>
                <a:rPr lang="zh-CN" altLang="en-US" sz="2800" dirty="0">
                  <a:solidFill>
                    <a:schemeClr val="tx1"/>
                  </a:solidFill>
                  <a:cs typeface="+mn-ea"/>
                  <a:sym typeface="+mn-lt"/>
                </a:rPr>
                <a:t>任务</a:t>
              </a:r>
              <a:r>
                <a:rPr lang="zh-CN" altLang="en-US" sz="2800" dirty="0" smtClean="0">
                  <a:solidFill>
                    <a:schemeClr val="tx1"/>
                  </a:solidFill>
                  <a:cs typeface="+mn-ea"/>
                  <a:sym typeface="+mn-lt"/>
                </a:rPr>
                <a:t>拓展</a:t>
              </a:r>
              <a:endParaRPr kumimoji="0" lang="zh-CN" altLang="zh-CN" sz="2800" b="0" i="0" u="none" strike="noStrike" kern="1200" cap="none" spc="0" normalizeH="0" baseline="0" noProof="0" dirty="0">
                <a:ln>
                  <a:noFill/>
                </a:ln>
                <a:solidFill>
                  <a:schemeClr val="tx1"/>
                </a:solidFill>
                <a:effectLst/>
                <a:uLnTx/>
                <a:uFillTx/>
                <a:latin typeface="Arial" panose="020B0604020202020204"/>
                <a:ea typeface="微软雅黑" panose="020B0503020204020204" pitchFamily="34" charset="-122"/>
                <a:cs typeface="+mn-ea"/>
                <a:sym typeface="+mn-lt"/>
              </a:endParaRPr>
            </a:p>
          </p:txBody>
        </p:sp>
        <p:sp>
          <p:nvSpPr>
            <p:cNvPr id="61" name="文本框 60"/>
            <p:cNvSpPr txBox="1"/>
            <p:nvPr>
              <p:custDataLst>
                <p:tags r:id="rId23"/>
              </p:custDataLst>
            </p:nvPr>
          </p:nvSpPr>
          <p:spPr>
            <a:xfrm>
              <a:off x="1019810" y="5599430"/>
              <a:ext cx="870751" cy="83099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4800" b="0" i="0" u="none" strike="noStrike" kern="1200" cap="none" spc="0" normalizeH="0" baseline="0" noProof="0" dirty="0" smtClean="0">
                  <a:ln>
                    <a:noFill/>
                  </a:ln>
                  <a:solidFill>
                    <a:srgbClr val="303030"/>
                  </a:solidFill>
                  <a:effectLst/>
                  <a:uLnTx/>
                  <a:uFillTx/>
                  <a:latin typeface="Arial" panose="020B0604020202020204"/>
                  <a:ea typeface="微软雅黑" panose="020B0503020204020204" pitchFamily="34" charset="-122"/>
                  <a:cs typeface="+mn-ea"/>
                  <a:sym typeface="+mn-lt"/>
                </a:rPr>
                <a:t>06</a:t>
              </a:r>
              <a:endParaRPr kumimoji="0" lang="en-US" sz="4800" b="0" i="0" u="none" strike="noStrike" kern="1200" cap="none" spc="0" normalizeH="0" baseline="0" noProof="0" dirty="0">
                <a:ln>
                  <a:noFill/>
                </a:ln>
                <a:solidFill>
                  <a:srgbClr val="303030"/>
                </a:solidFill>
                <a:effectLst/>
                <a:uLnTx/>
                <a:uFillTx/>
                <a:latin typeface="Arial" panose="020B0604020202020204"/>
                <a:ea typeface="微软雅黑" panose="020B0503020204020204" pitchFamily="34" charset="-122"/>
                <a:cs typeface="+mn-ea"/>
                <a:sym typeface="+mn-lt"/>
              </a:endParaRPr>
            </a:p>
          </p:txBody>
        </p:sp>
        <p:cxnSp>
          <p:nvCxnSpPr>
            <p:cNvPr id="62" name="直接连接符 61"/>
            <p:cNvCxnSpPr/>
            <p:nvPr>
              <p:custDataLst>
                <p:tags r:id="rId24"/>
              </p:custDataLst>
            </p:nvPr>
          </p:nvCxnSpPr>
          <p:spPr>
            <a:xfrm flipH="1">
              <a:off x="1978973" y="5786120"/>
              <a:ext cx="127208" cy="45720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grpSp>
      <p:sp>
        <p:nvSpPr>
          <p:cNvPr id="7" name="文本框 6"/>
          <p:cNvSpPr txBox="1"/>
          <p:nvPr/>
        </p:nvSpPr>
        <p:spPr>
          <a:xfrm>
            <a:off x="208915" y="946785"/>
            <a:ext cx="11774170" cy="706755"/>
          </a:xfrm>
          <a:prstGeom prst="rect">
            <a:avLst/>
          </a:prstGeom>
          <a:noFill/>
        </p:spPr>
        <p:txBody>
          <a:bodyPr wrap="square" rtlCol="0">
            <a:spAutoFit/>
          </a:bodyPr>
          <a:lstStyle/>
          <a:p>
            <a:pPr algn="ctr"/>
            <a:r>
              <a:rPr lang="zh-CN" altLang="en-US" sz="4000" b="1" dirty="0">
                <a:latin typeface="微软雅黑" panose="020B0503020204020204" pitchFamily="34" charset="-122"/>
                <a:ea typeface="微软雅黑" panose="020B0503020204020204" pitchFamily="34" charset="-122"/>
                <a:cs typeface="微软雅黑" panose="020B0503020204020204" pitchFamily="34" charset="-122"/>
                <a:sym typeface="+mn-lt"/>
              </a:rPr>
              <a:t>任务三</a:t>
            </a:r>
            <a:r>
              <a:rPr lang="en-US" altLang="zh-CN" sz="4000" b="1" dirty="0">
                <a:latin typeface="微软雅黑" panose="020B0503020204020204" pitchFamily="34" charset="-122"/>
                <a:ea typeface="微软雅黑" panose="020B0503020204020204" pitchFamily="34" charset="-122"/>
                <a:cs typeface="微软雅黑" panose="020B0503020204020204" pitchFamily="34" charset="-122"/>
                <a:sym typeface="+mn-lt"/>
              </a:rPr>
              <a:t>    </a:t>
            </a:r>
            <a:r>
              <a:rPr lang="zh-CN" altLang="en-US" sz="4000" b="1" dirty="0">
                <a:latin typeface="微软雅黑" panose="020B0503020204020204" pitchFamily="34" charset="-122"/>
                <a:ea typeface="微软雅黑" panose="020B0503020204020204" pitchFamily="34" charset="-122"/>
                <a:cs typeface="微软雅黑" panose="020B0503020204020204" pitchFamily="34" charset="-122"/>
                <a:sym typeface="+mn-lt"/>
              </a:rPr>
              <a:t>工作流编排与对话状态管理</a:t>
            </a:r>
            <a:endParaRPr lang="zh-CN" altLang="en-US" sz="4000" b="1" dirty="0">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9700895" y="6210300"/>
            <a:ext cx="528955" cy="71755"/>
            <a:chOff x="5831400" y="1495425"/>
            <a:chExt cx="529200" cy="72000"/>
          </a:xfrm>
        </p:grpSpPr>
        <p:sp>
          <p:nvSpPr>
            <p:cNvPr id="22" name="椭圆 21"/>
            <p:cNvSpPr/>
            <p:nvPr/>
          </p:nvSpPr>
          <p:spPr>
            <a:xfrm>
              <a:off x="5831400" y="1495425"/>
              <a:ext cx="72000" cy="720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50000"/>
                </a:lnSpc>
                <a:spcBef>
                  <a:spcPts val="0"/>
                </a:spcBef>
                <a:spcAft>
                  <a:spcPts val="0"/>
                </a:spcAft>
                <a:buClrTx/>
                <a:buSzTx/>
                <a:buFontTx/>
                <a:buNone/>
                <a:defRPr/>
              </a:pPr>
              <a:endParaRPr kumimoji="0" lang="en-US" sz="1800" b="0" i="0" u="none" strike="noStrike" kern="1200" cap="none" spc="0" normalizeH="0" baseline="0" noProof="0">
                <a:ln>
                  <a:noFill/>
                </a:ln>
                <a:solidFill>
                  <a:srgbClr val="303030"/>
                </a:solidFill>
                <a:effectLst/>
                <a:uLnTx/>
                <a:uFillTx/>
                <a:latin typeface="Arial" panose="020B0604020202020204"/>
                <a:ea typeface="微软雅黑" panose="020B0503020204020204" pitchFamily="34" charset="-122"/>
                <a:cs typeface="+mn-ea"/>
                <a:sym typeface="+mn-lt"/>
              </a:endParaRPr>
            </a:p>
          </p:txBody>
        </p:sp>
        <p:sp>
          <p:nvSpPr>
            <p:cNvPr id="23" name="椭圆 22"/>
            <p:cNvSpPr/>
            <p:nvPr/>
          </p:nvSpPr>
          <p:spPr>
            <a:xfrm>
              <a:off x="5983800" y="1495425"/>
              <a:ext cx="72000" cy="720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50000"/>
                </a:lnSpc>
                <a:spcBef>
                  <a:spcPts val="0"/>
                </a:spcBef>
                <a:spcAft>
                  <a:spcPts val="0"/>
                </a:spcAft>
                <a:buClrTx/>
                <a:buSzTx/>
                <a:buFontTx/>
                <a:buNone/>
                <a:defRPr/>
              </a:pPr>
              <a:endParaRPr kumimoji="0" lang="en-US" sz="1800" b="0" i="0" u="none" strike="noStrike" kern="1200" cap="none" spc="0" normalizeH="0" baseline="0" noProof="0">
                <a:ln>
                  <a:noFill/>
                </a:ln>
                <a:solidFill>
                  <a:srgbClr val="303030"/>
                </a:solidFill>
                <a:effectLst/>
                <a:uLnTx/>
                <a:uFillTx/>
                <a:latin typeface="Arial" panose="020B0604020202020204"/>
                <a:ea typeface="微软雅黑" panose="020B0503020204020204" pitchFamily="34" charset="-122"/>
                <a:cs typeface="+mn-ea"/>
                <a:sym typeface="+mn-lt"/>
              </a:endParaRPr>
            </a:p>
          </p:txBody>
        </p:sp>
        <p:sp>
          <p:nvSpPr>
            <p:cNvPr id="7" name="椭圆 6"/>
            <p:cNvSpPr/>
            <p:nvPr/>
          </p:nvSpPr>
          <p:spPr>
            <a:xfrm>
              <a:off x="6136200" y="1495425"/>
              <a:ext cx="72000" cy="7200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50000"/>
                </a:lnSpc>
                <a:spcBef>
                  <a:spcPts val="0"/>
                </a:spcBef>
                <a:spcAft>
                  <a:spcPts val="0"/>
                </a:spcAft>
                <a:buClrTx/>
                <a:buSzTx/>
                <a:buFontTx/>
                <a:buNone/>
                <a:defRPr/>
              </a:pPr>
              <a:endParaRPr kumimoji="0" lang="en-US" sz="1800" b="0" i="0" u="none" strike="noStrike" kern="1200" cap="none" spc="0" normalizeH="0" baseline="0" noProof="0">
                <a:ln>
                  <a:noFill/>
                </a:ln>
                <a:solidFill>
                  <a:srgbClr val="303030"/>
                </a:solidFill>
                <a:effectLst/>
                <a:uLnTx/>
                <a:uFillTx/>
                <a:latin typeface="Arial" panose="020B0604020202020204"/>
                <a:ea typeface="微软雅黑" panose="020B0503020204020204" pitchFamily="34" charset="-122"/>
                <a:cs typeface="+mn-ea"/>
                <a:sym typeface="+mn-lt"/>
              </a:endParaRPr>
            </a:p>
          </p:txBody>
        </p:sp>
        <p:sp>
          <p:nvSpPr>
            <p:cNvPr id="8" name="椭圆 7"/>
            <p:cNvSpPr/>
            <p:nvPr/>
          </p:nvSpPr>
          <p:spPr>
            <a:xfrm>
              <a:off x="6288600" y="1495425"/>
              <a:ext cx="72000" cy="7200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50000"/>
                </a:lnSpc>
                <a:spcBef>
                  <a:spcPts val="0"/>
                </a:spcBef>
                <a:spcAft>
                  <a:spcPts val="0"/>
                </a:spcAft>
                <a:buClrTx/>
                <a:buSzTx/>
                <a:buFontTx/>
                <a:buNone/>
                <a:defRPr/>
              </a:pPr>
              <a:endParaRPr kumimoji="0" lang="en-US" sz="1800" b="0" i="0" u="none" strike="noStrike" kern="1200" cap="none" spc="0" normalizeH="0" baseline="0" noProof="0">
                <a:ln>
                  <a:noFill/>
                </a:ln>
                <a:solidFill>
                  <a:srgbClr val="303030"/>
                </a:solidFill>
                <a:effectLst/>
                <a:uLnTx/>
                <a:uFillTx/>
                <a:latin typeface="Arial" panose="020B0604020202020204"/>
                <a:ea typeface="微软雅黑" panose="020B0503020204020204" pitchFamily="34" charset="-122"/>
                <a:cs typeface="+mn-ea"/>
                <a:sym typeface="+mn-lt"/>
              </a:endParaRPr>
            </a:p>
          </p:txBody>
        </p:sp>
      </p:grpSp>
      <p:sp>
        <p:nvSpPr>
          <p:cNvPr id="18" name="文本框 17"/>
          <p:cNvSpPr txBox="1"/>
          <p:nvPr/>
        </p:nvSpPr>
        <p:spPr>
          <a:xfrm>
            <a:off x="3006090" y="1358265"/>
            <a:ext cx="8279765" cy="1743075"/>
          </a:xfrm>
          <a:prstGeom prst="rect">
            <a:avLst/>
          </a:prstGeom>
          <a:noFill/>
        </p:spPr>
        <p:txBody>
          <a:bodyPr wrap="square">
            <a:noAutofit/>
          </a:bodyPr>
          <a:lstStyle/>
          <a:p>
            <a:pPr indent="457200" algn="l" fontAlgn="auto">
              <a:lnSpc>
                <a:spcPct val="150000"/>
              </a:lnSpc>
            </a:pPr>
            <a:r>
              <a:rPr lang="zh-CN" dirty="0" smtClean="0">
                <a:latin typeface="微软雅黑" panose="020B0503020204020204" pitchFamily="34" charset="-122"/>
                <a:ea typeface="微软雅黑" panose="020B0503020204020204" pitchFamily="34" charset="-122"/>
                <a:cs typeface="微软雅黑" panose="020B0503020204020204" pitchFamily="34" charset="-122"/>
              </a:rPr>
              <a:t>本章旨在帮助学员从</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会写</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Prompt”</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过渡到</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会搭工作流</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，理解工作流（</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Workflow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）与</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对话流（</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Chatflow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）的核心差异，掌握节点组件的功能定位、变量传递方式、逻辑控制流以及多轮对话中的记忆与路由机制。通过本章学习，学员将认识到：</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Agent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并不是一个大</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Prompt</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，而是由输入、推理、检索、控制、记忆、输出等多个组件协同构成的执行系统。</a:t>
            </a:r>
            <a:endParaRPr lang="zh-CN" altLang="en-US" dirty="0" smtClean="0">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13" name="图片 12" descr="tasks_2029px_1205684_easyicon.net"/>
          <p:cNvPicPr>
            <a:picLocks noChangeAspect="1"/>
          </p:cNvPicPr>
          <p:nvPr/>
        </p:nvPicPr>
        <p:blipFill>
          <a:blip r:embed="rId1"/>
          <a:stretch>
            <a:fillRect/>
          </a:stretch>
        </p:blipFill>
        <p:spPr>
          <a:xfrm>
            <a:off x="835025" y="2726055"/>
            <a:ext cx="2023110" cy="2023110"/>
          </a:xfrm>
          <a:prstGeom prst="rect">
            <a:avLst/>
          </a:prstGeom>
        </p:spPr>
      </p:pic>
      <p:sp>
        <p:nvSpPr>
          <p:cNvPr id="5" name="文本框 4"/>
          <p:cNvSpPr txBox="1"/>
          <p:nvPr/>
        </p:nvSpPr>
        <p:spPr>
          <a:xfrm>
            <a:off x="1278000" y="792000"/>
            <a:ext cx="595312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任务</a:t>
            </a:r>
            <a:r>
              <a:rPr lang="zh-CN"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描述</a:t>
            </a:r>
            <a:endParaRPr lang="zh-CN"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
        <p:nvSpPr>
          <p:cNvPr id="9" name="文本框 8"/>
          <p:cNvSpPr txBox="1"/>
          <p:nvPr/>
        </p:nvSpPr>
        <p:spPr>
          <a:xfrm>
            <a:off x="0" y="792000"/>
            <a:ext cx="907415" cy="583565"/>
          </a:xfrm>
          <a:prstGeom prst="rect">
            <a:avLst/>
          </a:prstGeom>
          <a:noFill/>
        </p:spPr>
        <p:txBody>
          <a:bodyPr wrap="square" rtlCol="0">
            <a:spAutoFit/>
            <a:scene3d>
              <a:camera prst="orthographicFront"/>
              <a:lightRig rig="threePt" dir="t"/>
            </a:scene3d>
            <a:sp3d contourW="12700"/>
          </a:bodyPr>
          <a:lstStyle/>
          <a:p>
            <a:pPr algn="ctr"/>
            <a:r>
              <a:rPr lang="en-US" altLang="zh-CN" sz="3200" dirty="0" smtClean="0">
                <a:solidFill>
                  <a:srgbClr val="3F396C"/>
                </a:solidFill>
                <a:latin typeface="思源宋体" panose="02020700000000000000" charset="-122"/>
                <a:ea typeface="思源宋体" panose="02020700000000000000" charset="-122"/>
              </a:rPr>
              <a:t>01</a:t>
            </a:r>
            <a:endParaRPr lang="en-US" altLang="zh-CN" sz="3200" dirty="0">
              <a:solidFill>
                <a:srgbClr val="3F396C"/>
              </a:solidFill>
              <a:latin typeface="思源宋体" panose="02020700000000000000" charset="-122"/>
              <a:ea typeface="思源宋体" panose="02020700000000000000" charset="-122"/>
            </a:endParaRPr>
          </a:p>
        </p:txBody>
      </p:sp>
      <p:sp>
        <p:nvSpPr>
          <p:cNvPr id="2" name="文本框 1"/>
          <p:cNvSpPr txBox="1"/>
          <p:nvPr/>
        </p:nvSpPr>
        <p:spPr>
          <a:xfrm>
            <a:off x="3486150" y="3106738"/>
            <a:ext cx="2613025" cy="46037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algn="l"/>
            <a:r>
              <a:rPr lang="zh-CN" altLang="en-US" sz="2400" b="1" dirty="0" smtClean="0">
                <a:solidFill>
                  <a:srgbClr val="FFC000"/>
                </a:solidFill>
                <a:latin typeface="+mn-ea"/>
                <a:cs typeface="+mn-ea"/>
                <a:sym typeface="+mn-lt"/>
              </a:rPr>
              <a:t>任务</a:t>
            </a:r>
            <a:r>
              <a:rPr lang="zh-CN" altLang="en-US" sz="2400" b="1" dirty="0" smtClean="0">
                <a:solidFill>
                  <a:srgbClr val="FFC000"/>
                </a:solidFill>
                <a:latin typeface="+mn-ea"/>
                <a:cs typeface="+mn-ea"/>
                <a:sym typeface="+mn-lt"/>
              </a:rPr>
              <a:t>要求：</a:t>
            </a:r>
            <a:endParaRPr lang="zh-CN" altLang="en-US" sz="2400" b="1" dirty="0" smtClean="0">
              <a:solidFill>
                <a:srgbClr val="FFC000"/>
              </a:solidFill>
              <a:latin typeface="+mn-ea"/>
              <a:cs typeface="+mn-ea"/>
              <a:sym typeface="+mn-lt"/>
            </a:endParaRPr>
          </a:p>
        </p:txBody>
      </p:sp>
      <p:sp>
        <p:nvSpPr>
          <p:cNvPr id="4" name="文本框 3"/>
          <p:cNvSpPr txBox="1"/>
          <p:nvPr/>
        </p:nvSpPr>
        <p:spPr>
          <a:xfrm>
            <a:off x="3006090" y="3567430"/>
            <a:ext cx="8279765" cy="468630"/>
          </a:xfrm>
          <a:prstGeom prst="rect">
            <a:avLst/>
          </a:prstGeom>
          <a:noFill/>
        </p:spPr>
        <p:txBody>
          <a:bodyPr wrap="square" rtlCol="0">
            <a:noAutofit/>
          </a:bodyPr>
          <a:p>
            <a:pPr marL="800100" lvl="1" indent="-342900" algn="l" fontAlgn="auto">
              <a:lnSpc>
                <a:spcPct val="150000"/>
              </a:lnSpc>
              <a:buFont typeface="Wingdings" panose="05000000000000000000" pitchFamily="2" charset="2"/>
              <a:buChar char="l"/>
            </a:pPr>
            <a:r>
              <a:rPr lang="zh-CN" dirty="0">
                <a:latin typeface="微软雅黑" panose="020B0503020204020204" pitchFamily="34" charset="-122"/>
                <a:ea typeface="微软雅黑" panose="020B0503020204020204" pitchFamily="34" charset="-122"/>
                <a:cs typeface="微软雅黑" panose="020B0503020204020204" pitchFamily="34" charset="-122"/>
                <a:sym typeface="+mn-ea"/>
              </a:rPr>
              <a:t>能够说清工作流中常见节点的作用、适用场景与配置要点；</a:t>
            </a:r>
            <a:endParaRPr lang="zh-CN"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14" name="文本框 13"/>
          <p:cNvSpPr txBox="1"/>
          <p:nvPr/>
        </p:nvSpPr>
        <p:spPr>
          <a:xfrm>
            <a:off x="3006000" y="4036060"/>
            <a:ext cx="8279765" cy="468630"/>
          </a:xfrm>
          <a:prstGeom prst="rect">
            <a:avLst/>
          </a:prstGeom>
          <a:noFill/>
        </p:spPr>
        <p:txBody>
          <a:bodyPr wrap="square" rtlCol="0">
            <a:noAutofit/>
          </a:bodyPr>
          <a:p>
            <a:pPr marL="800100" lvl="1" indent="-342900" algn="l" fontAlgn="auto">
              <a:lnSpc>
                <a:spcPct val="150000"/>
              </a:lnSpc>
              <a:buFont typeface="Wingdings" panose="05000000000000000000" pitchFamily="2" charset="2"/>
              <a:buChar char="l"/>
            </a:pPr>
            <a:r>
              <a:rPr lang="zh-CN" dirty="0">
                <a:latin typeface="微软雅黑" panose="020B0503020204020204" pitchFamily="34" charset="-122"/>
                <a:ea typeface="微软雅黑" panose="020B0503020204020204" pitchFamily="34" charset="-122"/>
                <a:cs typeface="微软雅黑" panose="020B0503020204020204" pitchFamily="34" charset="-122"/>
                <a:sym typeface="+mn-ea"/>
              </a:rPr>
              <a:t>理解变量传递机制，正确使用</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{{variable}}</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引用数据</a:t>
            </a:r>
            <a:endPar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15" name="文本框 14"/>
          <p:cNvSpPr txBox="1"/>
          <p:nvPr/>
        </p:nvSpPr>
        <p:spPr>
          <a:xfrm>
            <a:off x="3006000" y="4503600"/>
            <a:ext cx="8279765" cy="468630"/>
          </a:xfrm>
          <a:prstGeom prst="rect">
            <a:avLst/>
          </a:prstGeom>
          <a:noFill/>
        </p:spPr>
        <p:txBody>
          <a:bodyPr wrap="square" rtlCol="0">
            <a:noAutofit/>
          </a:bodyPr>
          <a:p>
            <a:pPr marL="800100" lvl="1" indent="-342900" algn="l" fontAlgn="auto">
              <a:lnSpc>
                <a:spcPct val="150000"/>
              </a:lnSpc>
              <a:buFont typeface="Wingdings" panose="05000000000000000000" pitchFamily="2" charset="2"/>
              <a:buChar char="l"/>
            </a:pPr>
            <a:r>
              <a:rPr lang="zh-CN" dirty="0">
                <a:latin typeface="微软雅黑" panose="020B0503020204020204" pitchFamily="34" charset="-122"/>
                <a:ea typeface="微软雅黑" panose="020B0503020204020204" pitchFamily="34" charset="-122"/>
                <a:cs typeface="微软雅黑" panose="020B0503020204020204" pitchFamily="34" charset="-122"/>
                <a:sym typeface="+mn-ea"/>
              </a:rPr>
              <a:t>区分</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Workflow</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与</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Chatflow</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，理解多轮对话机制</a:t>
            </a:r>
            <a:endPar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16" name="文本框 15"/>
          <p:cNvSpPr txBox="1"/>
          <p:nvPr/>
        </p:nvSpPr>
        <p:spPr>
          <a:xfrm>
            <a:off x="3006090" y="4971600"/>
            <a:ext cx="8279765" cy="468630"/>
          </a:xfrm>
          <a:prstGeom prst="rect">
            <a:avLst/>
          </a:prstGeom>
          <a:noFill/>
        </p:spPr>
        <p:txBody>
          <a:bodyPr wrap="square" rtlCol="0">
            <a:noAutofit/>
          </a:bodyPr>
          <a:p>
            <a:pPr marL="800100" lvl="1" indent="-342900" algn="l" fontAlgn="auto">
              <a:lnSpc>
                <a:spcPct val="150000"/>
              </a:lnSpc>
              <a:buFont typeface="Wingdings" panose="05000000000000000000" pitchFamily="2" charset="2"/>
              <a:buChar char="l"/>
            </a:pPr>
            <a:r>
              <a:rPr lang="zh-CN" dirty="0">
                <a:latin typeface="微软雅黑" panose="020B0503020204020204" pitchFamily="34" charset="-122"/>
                <a:ea typeface="微软雅黑" panose="020B0503020204020204" pitchFamily="34" charset="-122"/>
                <a:cs typeface="微软雅黑" panose="020B0503020204020204" pitchFamily="34" charset="-122"/>
                <a:sym typeface="+mn-ea"/>
              </a:rPr>
              <a:t>设计含意图识别、澄清补槽、记忆与条件路由的对话工作流</a:t>
            </a:r>
            <a:endParaRPr lang="zh-CN"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17" name="文本框 16"/>
          <p:cNvSpPr txBox="1"/>
          <p:nvPr/>
        </p:nvSpPr>
        <p:spPr>
          <a:xfrm>
            <a:off x="3006000" y="5439600"/>
            <a:ext cx="8279765" cy="468630"/>
          </a:xfrm>
          <a:prstGeom prst="rect">
            <a:avLst/>
          </a:prstGeom>
          <a:noFill/>
        </p:spPr>
        <p:txBody>
          <a:bodyPr wrap="square" rtlCol="0">
            <a:noAutofit/>
          </a:bodyPr>
          <a:p>
            <a:pPr marL="800100" lvl="1" indent="-342900" algn="l" fontAlgn="auto">
              <a:lnSpc>
                <a:spcPct val="150000"/>
              </a:lnSpc>
              <a:buFont typeface="Wingdings" panose="05000000000000000000" pitchFamily="2" charset="2"/>
              <a:buChar char="l"/>
            </a:pPr>
            <a:r>
              <a:rPr lang="zh-CN" dirty="0">
                <a:latin typeface="微软雅黑" panose="020B0503020204020204" pitchFamily="34" charset="-122"/>
                <a:ea typeface="微软雅黑" panose="020B0503020204020204" pitchFamily="34" charset="-122"/>
                <a:cs typeface="微软雅黑" panose="020B0503020204020204" pitchFamily="34" charset="-122"/>
                <a:sym typeface="+mn-ea"/>
              </a:rPr>
              <a:t>能够搭建基础的提示词实验环境，并具备提示词版本管理意识。</a:t>
            </a:r>
            <a:endParaRPr lang="zh-CN"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5982970" y="2061210"/>
            <a:ext cx="528955" cy="71755"/>
            <a:chOff x="5831400" y="1495425"/>
            <a:chExt cx="529200" cy="72000"/>
          </a:xfrm>
        </p:grpSpPr>
        <p:sp>
          <p:nvSpPr>
            <p:cNvPr id="22" name="椭圆 21"/>
            <p:cNvSpPr/>
            <p:nvPr/>
          </p:nvSpPr>
          <p:spPr>
            <a:xfrm>
              <a:off x="5831400" y="1495425"/>
              <a:ext cx="72000" cy="720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50000"/>
                </a:lnSpc>
                <a:spcBef>
                  <a:spcPts val="0"/>
                </a:spcBef>
                <a:spcAft>
                  <a:spcPts val="0"/>
                </a:spcAft>
                <a:buClrTx/>
                <a:buSzTx/>
                <a:buFontTx/>
                <a:buNone/>
                <a:defRPr/>
              </a:pPr>
              <a:endParaRPr kumimoji="0" lang="en-US" sz="1800" b="0" i="0" u="none" strike="noStrike" kern="1200" cap="none" spc="0" normalizeH="0" baseline="0" noProof="0">
                <a:ln>
                  <a:noFill/>
                </a:ln>
                <a:solidFill>
                  <a:srgbClr val="303030"/>
                </a:solidFill>
                <a:effectLst/>
                <a:uLnTx/>
                <a:uFillTx/>
                <a:latin typeface="Arial" panose="020B0604020202020204"/>
                <a:ea typeface="微软雅黑" panose="020B0503020204020204" pitchFamily="34" charset="-122"/>
                <a:cs typeface="+mn-ea"/>
                <a:sym typeface="+mn-lt"/>
              </a:endParaRPr>
            </a:p>
          </p:txBody>
        </p:sp>
        <p:sp>
          <p:nvSpPr>
            <p:cNvPr id="23" name="椭圆 22"/>
            <p:cNvSpPr/>
            <p:nvPr/>
          </p:nvSpPr>
          <p:spPr>
            <a:xfrm>
              <a:off x="5983800" y="1495425"/>
              <a:ext cx="72000" cy="720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50000"/>
                </a:lnSpc>
                <a:spcBef>
                  <a:spcPts val="0"/>
                </a:spcBef>
                <a:spcAft>
                  <a:spcPts val="0"/>
                </a:spcAft>
                <a:buClrTx/>
                <a:buSzTx/>
                <a:buFontTx/>
                <a:buNone/>
                <a:defRPr/>
              </a:pPr>
              <a:endParaRPr kumimoji="0" lang="en-US" sz="1800" b="0" i="0" u="none" strike="noStrike" kern="1200" cap="none" spc="0" normalizeH="0" baseline="0" noProof="0">
                <a:ln>
                  <a:noFill/>
                </a:ln>
                <a:solidFill>
                  <a:srgbClr val="303030"/>
                </a:solidFill>
                <a:effectLst/>
                <a:uLnTx/>
                <a:uFillTx/>
                <a:latin typeface="Arial" panose="020B0604020202020204"/>
                <a:ea typeface="微软雅黑" panose="020B0503020204020204" pitchFamily="34" charset="-122"/>
                <a:cs typeface="+mn-ea"/>
                <a:sym typeface="+mn-lt"/>
              </a:endParaRPr>
            </a:p>
          </p:txBody>
        </p:sp>
        <p:sp>
          <p:nvSpPr>
            <p:cNvPr id="5" name="椭圆 4"/>
            <p:cNvSpPr/>
            <p:nvPr/>
          </p:nvSpPr>
          <p:spPr>
            <a:xfrm>
              <a:off x="6136200" y="1495425"/>
              <a:ext cx="72000" cy="7200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50000"/>
                </a:lnSpc>
                <a:spcBef>
                  <a:spcPts val="0"/>
                </a:spcBef>
                <a:spcAft>
                  <a:spcPts val="0"/>
                </a:spcAft>
                <a:buClrTx/>
                <a:buSzTx/>
                <a:buFontTx/>
                <a:buNone/>
                <a:defRPr/>
              </a:pPr>
              <a:endParaRPr kumimoji="0" lang="en-US" sz="1800" b="0" i="0" u="none" strike="noStrike" kern="1200" cap="none" spc="0" normalizeH="0" baseline="0" noProof="0">
                <a:ln>
                  <a:noFill/>
                </a:ln>
                <a:solidFill>
                  <a:srgbClr val="303030"/>
                </a:solidFill>
                <a:effectLst/>
                <a:uLnTx/>
                <a:uFillTx/>
                <a:latin typeface="Arial" panose="020B0604020202020204"/>
                <a:ea typeface="微软雅黑" panose="020B0503020204020204" pitchFamily="34" charset="-122"/>
                <a:cs typeface="+mn-ea"/>
                <a:sym typeface="+mn-lt"/>
              </a:endParaRPr>
            </a:p>
          </p:txBody>
        </p:sp>
        <p:sp>
          <p:nvSpPr>
            <p:cNvPr id="6" name="椭圆 5"/>
            <p:cNvSpPr/>
            <p:nvPr/>
          </p:nvSpPr>
          <p:spPr>
            <a:xfrm>
              <a:off x="6288600" y="1495425"/>
              <a:ext cx="72000" cy="7200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50000"/>
                </a:lnSpc>
                <a:spcBef>
                  <a:spcPts val="0"/>
                </a:spcBef>
                <a:spcAft>
                  <a:spcPts val="0"/>
                </a:spcAft>
                <a:buClrTx/>
                <a:buSzTx/>
                <a:buFontTx/>
                <a:buNone/>
                <a:defRPr/>
              </a:pPr>
              <a:endParaRPr kumimoji="0" lang="en-US" sz="1800" b="0" i="0" u="none" strike="noStrike" kern="1200" cap="none" spc="0" normalizeH="0" baseline="0" noProof="0">
                <a:ln>
                  <a:noFill/>
                </a:ln>
                <a:solidFill>
                  <a:srgbClr val="303030"/>
                </a:solidFill>
                <a:effectLst/>
                <a:uLnTx/>
                <a:uFillTx/>
                <a:latin typeface="Arial" panose="020B0604020202020204"/>
                <a:ea typeface="微软雅黑" panose="020B0503020204020204" pitchFamily="34" charset="-122"/>
                <a:cs typeface="+mn-ea"/>
                <a:sym typeface="+mn-lt"/>
              </a:endParaRPr>
            </a:p>
          </p:txBody>
        </p:sp>
      </p:grpSp>
      <p:grpSp>
        <p:nvGrpSpPr>
          <p:cNvPr id="18" name="组合 17"/>
          <p:cNvGrpSpPr/>
          <p:nvPr>
            <p:custDataLst>
              <p:tags r:id="rId1"/>
            </p:custDataLst>
          </p:nvPr>
        </p:nvGrpSpPr>
        <p:grpSpPr>
          <a:xfrm>
            <a:off x="1019810" y="2407403"/>
            <a:ext cx="3578068" cy="829945"/>
            <a:chOff x="1019810" y="2115568"/>
            <a:chExt cx="3578068" cy="829945"/>
          </a:xfrm>
        </p:grpSpPr>
        <p:sp>
          <p:nvSpPr>
            <p:cNvPr id="8" name="文本框 7"/>
            <p:cNvSpPr txBox="1"/>
            <p:nvPr>
              <p:custDataLst>
                <p:tags r:id="rId2"/>
              </p:custDataLst>
            </p:nvPr>
          </p:nvSpPr>
          <p:spPr>
            <a:xfrm flipH="1">
              <a:off x="2214341" y="2298448"/>
              <a:ext cx="2383537" cy="52197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ea"/>
                  <a:sym typeface="+mn-ea"/>
                </a:rPr>
                <a:t>任务描述</a:t>
              </a:r>
              <a:endParaRPr kumimoji="0" lang="zh-CN" altLang="en-US" sz="280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ea"/>
                <a:sym typeface="+mn-ea"/>
              </a:endParaRPr>
            </a:p>
          </p:txBody>
        </p:sp>
        <p:sp>
          <p:nvSpPr>
            <p:cNvPr id="14" name="文本框 13"/>
            <p:cNvSpPr txBox="1"/>
            <p:nvPr>
              <p:custDataLst>
                <p:tags r:id="rId3"/>
              </p:custDataLst>
            </p:nvPr>
          </p:nvSpPr>
          <p:spPr>
            <a:xfrm>
              <a:off x="1019810" y="2115568"/>
              <a:ext cx="961884" cy="82994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4800" b="0" i="0" u="none" strike="noStrike" kern="1200" cap="none" spc="0" normalizeH="0" baseline="0" noProof="0">
                  <a:ln>
                    <a:noFill/>
                  </a:ln>
                  <a:solidFill>
                    <a:srgbClr val="303030"/>
                  </a:solidFill>
                  <a:effectLst/>
                  <a:uLnTx/>
                  <a:uFillTx/>
                  <a:latin typeface="+mn-ea"/>
                  <a:cs typeface="+mn-ea"/>
                  <a:sym typeface="+mn-lt"/>
                </a:rPr>
                <a:t>01</a:t>
              </a:r>
              <a:endParaRPr kumimoji="0" lang="en-US" sz="4800" b="0" i="0" u="none" strike="noStrike" kern="1200" cap="none" spc="0" normalizeH="0" baseline="0" noProof="0">
                <a:ln>
                  <a:noFill/>
                </a:ln>
                <a:solidFill>
                  <a:srgbClr val="303030"/>
                </a:solidFill>
                <a:effectLst/>
                <a:uLnTx/>
                <a:uFillTx/>
                <a:latin typeface="+mn-ea"/>
                <a:cs typeface="+mn-ea"/>
                <a:sym typeface="+mn-lt"/>
              </a:endParaRPr>
            </a:p>
          </p:txBody>
        </p:sp>
        <p:cxnSp>
          <p:nvCxnSpPr>
            <p:cNvPr id="15" name="直接连接符 14"/>
            <p:cNvCxnSpPr/>
            <p:nvPr>
              <p:custDataLst>
                <p:tags r:id="rId4"/>
              </p:custDataLst>
            </p:nvPr>
          </p:nvCxnSpPr>
          <p:spPr>
            <a:xfrm flipH="1">
              <a:off x="1978973" y="2302258"/>
              <a:ext cx="127208" cy="45720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grpSp>
      <p:grpSp>
        <p:nvGrpSpPr>
          <p:cNvPr id="13" name="组合 12"/>
          <p:cNvGrpSpPr/>
          <p:nvPr>
            <p:custDataLst>
              <p:tags r:id="rId5"/>
            </p:custDataLst>
          </p:nvPr>
        </p:nvGrpSpPr>
        <p:grpSpPr>
          <a:xfrm>
            <a:off x="1019810" y="3342914"/>
            <a:ext cx="5267818" cy="829945"/>
            <a:chOff x="1019810" y="3241423"/>
            <a:chExt cx="5267818" cy="829945"/>
          </a:xfrm>
        </p:grpSpPr>
        <p:sp>
          <p:nvSpPr>
            <p:cNvPr id="21" name="文本框 20"/>
            <p:cNvSpPr txBox="1"/>
            <p:nvPr>
              <p:custDataLst>
                <p:tags r:id="rId6"/>
              </p:custDataLst>
            </p:nvPr>
          </p:nvSpPr>
          <p:spPr>
            <a:xfrm flipH="1">
              <a:off x="2214341" y="3424938"/>
              <a:ext cx="4073287" cy="521970"/>
            </a:xfrm>
            <a:prstGeom prst="rect">
              <a:avLst/>
            </a:prstGeom>
            <a:noFill/>
          </p:spPr>
          <p:txBody>
            <a:bodyPr wrap="square" rtlCol="0">
              <a:spAutoFit/>
            </a:bodyPr>
            <a:lstStyle/>
            <a:p>
              <a:pPr eaLnBrk="0" hangingPunct="0"/>
              <a:r>
                <a:rPr lang="zh-CN" altLang="en-US" sz="2800" b="1" dirty="0">
                  <a:solidFill>
                    <a:srgbClr val="0064D2"/>
                  </a:solidFill>
                  <a:cs typeface="+mn-ea"/>
                  <a:sym typeface="+mn-lt"/>
                </a:rPr>
                <a:t>任务目标和重难点</a:t>
              </a:r>
              <a:endParaRPr lang="zh-CN" altLang="en-US" sz="2800" b="1" dirty="0">
                <a:solidFill>
                  <a:srgbClr val="0064D2"/>
                </a:solidFill>
                <a:cs typeface="+mn-ea"/>
                <a:sym typeface="+mn-lt"/>
              </a:endParaRPr>
            </a:p>
          </p:txBody>
        </p:sp>
        <p:sp>
          <p:nvSpPr>
            <p:cNvPr id="34" name="文本框 33"/>
            <p:cNvSpPr txBox="1"/>
            <p:nvPr>
              <p:custDataLst>
                <p:tags r:id="rId7"/>
              </p:custDataLst>
            </p:nvPr>
          </p:nvSpPr>
          <p:spPr>
            <a:xfrm>
              <a:off x="1019810" y="3241423"/>
              <a:ext cx="870751" cy="82994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4800" b="0" i="0" u="none" strike="noStrike" kern="1200" cap="none" spc="0" normalizeH="0" baseline="0" noProof="0" dirty="0">
                  <a:ln>
                    <a:noFill/>
                  </a:ln>
                  <a:solidFill>
                    <a:srgbClr val="303030"/>
                  </a:solidFill>
                  <a:effectLst/>
                  <a:uLnTx/>
                  <a:uFillTx/>
                  <a:latin typeface="Arial" panose="020B0604020202020204"/>
                  <a:ea typeface="微软雅黑" panose="020B0503020204020204" pitchFamily="34" charset="-122"/>
                  <a:cs typeface="+mn-ea"/>
                  <a:sym typeface="+mn-lt"/>
                </a:rPr>
                <a:t>02</a:t>
              </a:r>
              <a:endParaRPr kumimoji="0" lang="en-US" sz="4800" b="0" i="0" u="none" strike="noStrike" kern="1200" cap="none" spc="0" normalizeH="0" baseline="0" noProof="0" dirty="0">
                <a:ln>
                  <a:noFill/>
                </a:ln>
                <a:solidFill>
                  <a:srgbClr val="303030"/>
                </a:solidFill>
                <a:effectLst/>
                <a:uLnTx/>
                <a:uFillTx/>
                <a:latin typeface="Arial" panose="020B0604020202020204"/>
                <a:ea typeface="微软雅黑" panose="020B0503020204020204" pitchFamily="34" charset="-122"/>
                <a:cs typeface="+mn-ea"/>
                <a:sym typeface="+mn-lt"/>
              </a:endParaRPr>
            </a:p>
          </p:txBody>
        </p:sp>
        <p:cxnSp>
          <p:nvCxnSpPr>
            <p:cNvPr id="35" name="直接连接符 34"/>
            <p:cNvCxnSpPr/>
            <p:nvPr>
              <p:custDataLst>
                <p:tags r:id="rId8"/>
              </p:custDataLst>
            </p:nvPr>
          </p:nvCxnSpPr>
          <p:spPr>
            <a:xfrm flipH="1">
              <a:off x="1978973" y="3428113"/>
              <a:ext cx="127208" cy="45720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grpSp>
      <p:grpSp>
        <p:nvGrpSpPr>
          <p:cNvPr id="26" name="组合 25"/>
          <p:cNvGrpSpPr/>
          <p:nvPr>
            <p:custDataLst>
              <p:tags r:id="rId9"/>
            </p:custDataLst>
          </p:nvPr>
        </p:nvGrpSpPr>
        <p:grpSpPr>
          <a:xfrm>
            <a:off x="1019810" y="4262394"/>
            <a:ext cx="4068621" cy="829945"/>
            <a:chOff x="1019810" y="5599430"/>
            <a:chExt cx="4068621" cy="829945"/>
          </a:xfrm>
        </p:grpSpPr>
        <p:sp>
          <p:nvSpPr>
            <p:cNvPr id="31" name="文本框 30"/>
            <p:cNvSpPr txBox="1"/>
            <p:nvPr>
              <p:custDataLst>
                <p:tags r:id="rId10"/>
              </p:custDataLst>
            </p:nvPr>
          </p:nvSpPr>
          <p:spPr>
            <a:xfrm flipH="1">
              <a:off x="2214342" y="5782945"/>
              <a:ext cx="2874089" cy="521970"/>
            </a:xfrm>
            <a:prstGeom prst="rect">
              <a:avLst/>
            </a:prstGeom>
            <a:noFill/>
          </p:spPr>
          <p:txBody>
            <a:bodyPr wrap="square" rtlCol="0">
              <a:spAutoFit/>
            </a:bodyPr>
            <a:lstStyle/>
            <a:p>
              <a:pPr eaLnBrk="0" hangingPunct="0"/>
              <a:r>
                <a:rPr kumimoji="0" lang="zh-CN" altLang="en-US" sz="2800" b="0" i="0" u="none" strike="noStrike" kern="1200" cap="none" spc="0" normalizeH="0" baseline="0" noProof="0" dirty="0">
                  <a:ln>
                    <a:noFill/>
                  </a:ln>
                  <a:effectLst/>
                  <a:uLnTx/>
                  <a:uFillTx/>
                  <a:latin typeface="Arial" panose="020B0604020202020204"/>
                  <a:ea typeface="微软雅黑" panose="020B0503020204020204" pitchFamily="34" charset="-122"/>
                  <a:cs typeface="+mn-ea"/>
                  <a:sym typeface="+mn-lt"/>
                </a:rPr>
                <a:t>知识</a:t>
              </a:r>
              <a:r>
                <a:rPr kumimoji="0" lang="zh-CN" altLang="en-US" sz="2800" b="0" i="0" u="none" strike="noStrike" kern="1200" cap="none" spc="0" normalizeH="0" baseline="0" noProof="0" dirty="0">
                  <a:ln>
                    <a:noFill/>
                  </a:ln>
                  <a:effectLst/>
                  <a:uLnTx/>
                  <a:uFillTx/>
                  <a:latin typeface="Arial" panose="020B0604020202020204"/>
                  <a:ea typeface="微软雅黑" panose="020B0503020204020204" pitchFamily="34" charset="-122"/>
                  <a:cs typeface="+mn-ea"/>
                  <a:sym typeface="+mn-lt"/>
                </a:rPr>
                <a:t>储备</a:t>
              </a:r>
              <a:endParaRPr kumimoji="0" lang="zh-CN" altLang="en-US" sz="2800" b="0" i="0" u="none" strike="noStrike" kern="1200" cap="none" spc="0" normalizeH="0" baseline="0" noProof="0" dirty="0">
                <a:ln>
                  <a:noFill/>
                </a:ln>
                <a:effectLst/>
                <a:uLnTx/>
                <a:uFillTx/>
                <a:latin typeface="Arial" panose="020B0604020202020204"/>
                <a:ea typeface="微软雅黑" panose="020B0503020204020204" pitchFamily="34" charset="-122"/>
                <a:cs typeface="+mn-ea"/>
                <a:sym typeface="+mn-lt"/>
              </a:endParaRPr>
            </a:p>
          </p:txBody>
        </p:sp>
        <p:sp>
          <p:nvSpPr>
            <p:cNvPr id="32" name="文本框 31"/>
            <p:cNvSpPr txBox="1"/>
            <p:nvPr>
              <p:custDataLst>
                <p:tags r:id="rId11"/>
              </p:custDataLst>
            </p:nvPr>
          </p:nvSpPr>
          <p:spPr>
            <a:xfrm>
              <a:off x="1019810" y="5599430"/>
              <a:ext cx="870751" cy="82994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4800" b="0" i="0" u="none" strike="noStrike" kern="1200" cap="none" spc="0" normalizeH="0" baseline="0" noProof="0" dirty="0" smtClean="0">
                  <a:ln>
                    <a:noFill/>
                  </a:ln>
                  <a:solidFill>
                    <a:srgbClr val="303030"/>
                  </a:solidFill>
                  <a:effectLst/>
                  <a:uLnTx/>
                  <a:uFillTx/>
                  <a:latin typeface="Arial" panose="020B0604020202020204"/>
                  <a:ea typeface="微软雅黑" panose="020B0503020204020204" pitchFamily="34" charset="-122"/>
                  <a:cs typeface="+mn-ea"/>
                  <a:sym typeface="+mn-lt"/>
                </a:rPr>
                <a:t>03</a:t>
              </a:r>
              <a:endParaRPr kumimoji="0" lang="en-US" sz="4800" b="0" i="0" u="none" strike="noStrike" kern="1200" cap="none" spc="0" normalizeH="0" baseline="0" noProof="0" dirty="0">
                <a:ln>
                  <a:noFill/>
                </a:ln>
                <a:solidFill>
                  <a:srgbClr val="303030"/>
                </a:solidFill>
                <a:effectLst/>
                <a:uLnTx/>
                <a:uFillTx/>
                <a:latin typeface="Arial" panose="020B0604020202020204"/>
                <a:ea typeface="微软雅黑" panose="020B0503020204020204" pitchFamily="34" charset="-122"/>
                <a:cs typeface="+mn-ea"/>
                <a:sym typeface="+mn-lt"/>
              </a:endParaRPr>
            </a:p>
          </p:txBody>
        </p:sp>
        <p:cxnSp>
          <p:nvCxnSpPr>
            <p:cNvPr id="33" name="直接连接符 32"/>
            <p:cNvCxnSpPr/>
            <p:nvPr>
              <p:custDataLst>
                <p:tags r:id="rId12"/>
              </p:custDataLst>
            </p:nvPr>
          </p:nvCxnSpPr>
          <p:spPr>
            <a:xfrm flipH="1">
              <a:off x="1978973" y="5786120"/>
              <a:ext cx="127208" cy="45720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grpSp>
      <p:grpSp>
        <p:nvGrpSpPr>
          <p:cNvPr id="55" name="组合 54"/>
          <p:cNvGrpSpPr/>
          <p:nvPr>
            <p:custDataLst>
              <p:tags r:id="rId13"/>
            </p:custDataLst>
          </p:nvPr>
        </p:nvGrpSpPr>
        <p:grpSpPr>
          <a:xfrm>
            <a:off x="6848992" y="2405673"/>
            <a:ext cx="4068621" cy="829945"/>
            <a:chOff x="1019810" y="5599430"/>
            <a:chExt cx="4068621" cy="829945"/>
          </a:xfrm>
        </p:grpSpPr>
        <p:sp>
          <p:nvSpPr>
            <p:cNvPr id="56" name="文本框 55"/>
            <p:cNvSpPr txBox="1"/>
            <p:nvPr>
              <p:custDataLst>
                <p:tags r:id="rId14"/>
              </p:custDataLst>
            </p:nvPr>
          </p:nvSpPr>
          <p:spPr>
            <a:xfrm flipH="1">
              <a:off x="2214342" y="5782945"/>
              <a:ext cx="2874089" cy="521970"/>
            </a:xfrm>
            <a:prstGeom prst="rect">
              <a:avLst/>
            </a:prstGeom>
            <a:noFill/>
          </p:spPr>
          <p:txBody>
            <a:bodyPr wrap="square" rtlCol="0">
              <a:spAutoFit/>
            </a:bodyPr>
            <a:lstStyle/>
            <a:p>
              <a:pPr eaLnBrk="0" hangingPunct="0"/>
              <a:r>
                <a:rPr kumimoji="0" lang="zh-CN" altLang="en-US" sz="2800" b="0" i="0" u="none" strike="noStrike" kern="1200" cap="none" spc="0" normalizeH="0" baseline="0" noProof="0" dirty="0">
                  <a:ln>
                    <a:noFill/>
                  </a:ln>
                  <a:solidFill>
                    <a:schemeClr val="tx1"/>
                  </a:solidFill>
                  <a:effectLst/>
                  <a:uLnTx/>
                  <a:uFillTx/>
                  <a:latin typeface="Arial" panose="020B0604020202020204"/>
                  <a:ea typeface="微软雅黑" panose="020B0503020204020204" pitchFamily="34" charset="-122"/>
                  <a:cs typeface="+mn-ea"/>
                  <a:sym typeface="+mn-lt"/>
                </a:rPr>
                <a:t>任务</a:t>
              </a:r>
              <a:r>
                <a:rPr kumimoji="0" lang="zh-CN" altLang="en-US" sz="2800" b="0" i="0" u="none" strike="noStrike" kern="1200" cap="none" spc="0" normalizeH="0" baseline="0" noProof="0" dirty="0">
                  <a:ln>
                    <a:noFill/>
                  </a:ln>
                  <a:solidFill>
                    <a:schemeClr val="tx1"/>
                  </a:solidFill>
                  <a:effectLst/>
                  <a:uLnTx/>
                  <a:uFillTx/>
                  <a:latin typeface="Arial" panose="020B0604020202020204"/>
                  <a:ea typeface="微软雅黑" panose="020B0503020204020204" pitchFamily="34" charset="-122"/>
                  <a:cs typeface="+mn-ea"/>
                  <a:sym typeface="+mn-lt"/>
                </a:rPr>
                <a:t>实施</a:t>
              </a:r>
              <a:endParaRPr kumimoji="0" lang="zh-CN" altLang="en-US" sz="2800" b="0" i="0" u="none" strike="noStrike" kern="1200" cap="none" spc="0" normalizeH="0" baseline="0" noProof="0" dirty="0">
                <a:ln>
                  <a:noFill/>
                </a:ln>
                <a:solidFill>
                  <a:schemeClr val="tx1"/>
                </a:solidFill>
                <a:effectLst/>
                <a:uLnTx/>
                <a:uFillTx/>
                <a:latin typeface="Arial" panose="020B0604020202020204"/>
                <a:ea typeface="微软雅黑" panose="020B0503020204020204" pitchFamily="34" charset="-122"/>
                <a:cs typeface="+mn-ea"/>
                <a:sym typeface="+mn-lt"/>
              </a:endParaRPr>
            </a:p>
          </p:txBody>
        </p:sp>
        <p:sp>
          <p:nvSpPr>
            <p:cNvPr id="57" name="文本框 56"/>
            <p:cNvSpPr txBox="1"/>
            <p:nvPr>
              <p:custDataLst>
                <p:tags r:id="rId15"/>
              </p:custDataLst>
            </p:nvPr>
          </p:nvSpPr>
          <p:spPr>
            <a:xfrm>
              <a:off x="1019810" y="5599430"/>
              <a:ext cx="870751" cy="82994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4800" b="0" i="0" u="none" strike="noStrike" kern="1200" cap="none" spc="0" normalizeH="0" baseline="0" noProof="0" dirty="0" smtClean="0">
                  <a:ln>
                    <a:noFill/>
                  </a:ln>
                  <a:solidFill>
                    <a:srgbClr val="303030"/>
                  </a:solidFill>
                  <a:effectLst/>
                  <a:uLnTx/>
                  <a:uFillTx/>
                  <a:latin typeface="Arial" panose="020B0604020202020204"/>
                  <a:ea typeface="微软雅黑" panose="020B0503020204020204" pitchFamily="34" charset="-122"/>
                  <a:cs typeface="+mn-ea"/>
                  <a:sym typeface="+mn-lt"/>
                </a:rPr>
                <a:t>04</a:t>
              </a:r>
              <a:endParaRPr kumimoji="0" lang="en-US" sz="4800" b="0" i="0" u="none" strike="noStrike" kern="1200" cap="none" spc="0" normalizeH="0" baseline="0" noProof="0" dirty="0">
                <a:ln>
                  <a:noFill/>
                </a:ln>
                <a:solidFill>
                  <a:srgbClr val="303030"/>
                </a:solidFill>
                <a:effectLst/>
                <a:uLnTx/>
                <a:uFillTx/>
                <a:latin typeface="Arial" panose="020B0604020202020204"/>
                <a:ea typeface="微软雅黑" panose="020B0503020204020204" pitchFamily="34" charset="-122"/>
                <a:cs typeface="+mn-ea"/>
                <a:sym typeface="+mn-lt"/>
              </a:endParaRPr>
            </a:p>
          </p:txBody>
        </p:sp>
        <p:cxnSp>
          <p:nvCxnSpPr>
            <p:cNvPr id="58" name="直接连接符 57"/>
            <p:cNvCxnSpPr/>
            <p:nvPr>
              <p:custDataLst>
                <p:tags r:id="rId16"/>
              </p:custDataLst>
            </p:nvPr>
          </p:nvCxnSpPr>
          <p:spPr>
            <a:xfrm flipH="1">
              <a:off x="1978973" y="5786120"/>
              <a:ext cx="127208" cy="45720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grpSp>
      <p:grpSp>
        <p:nvGrpSpPr>
          <p:cNvPr id="59" name="组合 58"/>
          <p:cNvGrpSpPr/>
          <p:nvPr>
            <p:custDataLst>
              <p:tags r:id="rId17"/>
            </p:custDataLst>
          </p:nvPr>
        </p:nvGrpSpPr>
        <p:grpSpPr>
          <a:xfrm>
            <a:off x="6848992" y="3342705"/>
            <a:ext cx="4068621" cy="829945"/>
            <a:chOff x="1019810" y="5599430"/>
            <a:chExt cx="4068621" cy="829945"/>
          </a:xfrm>
        </p:grpSpPr>
        <p:sp>
          <p:nvSpPr>
            <p:cNvPr id="60" name="文本框 59"/>
            <p:cNvSpPr txBox="1"/>
            <p:nvPr>
              <p:custDataLst>
                <p:tags r:id="rId18"/>
              </p:custDataLst>
            </p:nvPr>
          </p:nvSpPr>
          <p:spPr>
            <a:xfrm flipH="1">
              <a:off x="2214342" y="5782945"/>
              <a:ext cx="2874089" cy="521970"/>
            </a:xfrm>
            <a:prstGeom prst="rect">
              <a:avLst/>
            </a:prstGeom>
            <a:noFill/>
          </p:spPr>
          <p:txBody>
            <a:bodyPr wrap="square" rtlCol="0">
              <a:spAutoFit/>
            </a:bodyPr>
            <a:lstStyle/>
            <a:p>
              <a:pPr eaLnBrk="0" hangingPunct="0"/>
              <a:r>
                <a:rPr lang="zh-CN" altLang="en-US" sz="2800" dirty="0">
                  <a:solidFill>
                    <a:schemeClr val="tx1"/>
                  </a:solidFill>
                  <a:cs typeface="+mn-ea"/>
                  <a:sym typeface="+mn-lt"/>
                </a:rPr>
                <a:t>任务</a:t>
              </a:r>
              <a:r>
                <a:rPr lang="zh-CN" altLang="en-US" sz="2800" dirty="0">
                  <a:solidFill>
                    <a:schemeClr val="tx1"/>
                  </a:solidFill>
                  <a:cs typeface="+mn-ea"/>
                  <a:sym typeface="+mn-lt"/>
                </a:rPr>
                <a:t>小结</a:t>
              </a:r>
              <a:endParaRPr lang="zh-CN" altLang="en-US" sz="2800" dirty="0">
                <a:solidFill>
                  <a:schemeClr val="tx1"/>
                </a:solidFill>
                <a:cs typeface="+mn-ea"/>
                <a:sym typeface="+mn-lt"/>
              </a:endParaRPr>
            </a:p>
          </p:txBody>
        </p:sp>
        <p:sp>
          <p:nvSpPr>
            <p:cNvPr id="61" name="文本框 60"/>
            <p:cNvSpPr txBox="1"/>
            <p:nvPr>
              <p:custDataLst>
                <p:tags r:id="rId19"/>
              </p:custDataLst>
            </p:nvPr>
          </p:nvSpPr>
          <p:spPr>
            <a:xfrm>
              <a:off x="1019810" y="5599430"/>
              <a:ext cx="870751" cy="82994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4800" b="0" i="0" u="none" strike="noStrike" kern="1200" cap="none" spc="0" normalizeH="0" baseline="0" noProof="0" dirty="0" smtClean="0">
                  <a:ln>
                    <a:noFill/>
                  </a:ln>
                  <a:solidFill>
                    <a:srgbClr val="303030"/>
                  </a:solidFill>
                  <a:effectLst/>
                  <a:uLnTx/>
                  <a:uFillTx/>
                  <a:latin typeface="Arial" panose="020B0604020202020204"/>
                  <a:ea typeface="微软雅黑" panose="020B0503020204020204" pitchFamily="34" charset="-122"/>
                  <a:cs typeface="+mn-ea"/>
                  <a:sym typeface="+mn-lt"/>
                </a:rPr>
                <a:t>05</a:t>
              </a:r>
              <a:endParaRPr kumimoji="0" lang="en-US" sz="4800" b="0" i="0" u="none" strike="noStrike" kern="1200" cap="none" spc="0" normalizeH="0" baseline="0" noProof="0" dirty="0">
                <a:ln>
                  <a:noFill/>
                </a:ln>
                <a:solidFill>
                  <a:srgbClr val="303030"/>
                </a:solidFill>
                <a:effectLst/>
                <a:uLnTx/>
                <a:uFillTx/>
                <a:latin typeface="Arial" panose="020B0604020202020204"/>
                <a:ea typeface="微软雅黑" panose="020B0503020204020204" pitchFamily="34" charset="-122"/>
                <a:cs typeface="+mn-ea"/>
                <a:sym typeface="+mn-lt"/>
              </a:endParaRPr>
            </a:p>
          </p:txBody>
        </p:sp>
        <p:cxnSp>
          <p:nvCxnSpPr>
            <p:cNvPr id="62" name="直接连接符 61"/>
            <p:cNvCxnSpPr/>
            <p:nvPr>
              <p:custDataLst>
                <p:tags r:id="rId20"/>
              </p:custDataLst>
            </p:nvPr>
          </p:nvCxnSpPr>
          <p:spPr>
            <a:xfrm flipH="1">
              <a:off x="1978973" y="5786120"/>
              <a:ext cx="127208" cy="45720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grpSp>
      <p:grpSp>
        <p:nvGrpSpPr>
          <p:cNvPr id="2" name="组合 1"/>
          <p:cNvGrpSpPr/>
          <p:nvPr>
            <p:custDataLst>
              <p:tags r:id="rId21"/>
            </p:custDataLst>
          </p:nvPr>
        </p:nvGrpSpPr>
        <p:grpSpPr>
          <a:xfrm>
            <a:off x="6848992" y="4253930"/>
            <a:ext cx="4068621" cy="829945"/>
            <a:chOff x="1019810" y="5599430"/>
            <a:chExt cx="4068621" cy="829945"/>
          </a:xfrm>
        </p:grpSpPr>
        <p:sp>
          <p:nvSpPr>
            <p:cNvPr id="3" name="文本框 2"/>
            <p:cNvSpPr txBox="1"/>
            <p:nvPr>
              <p:custDataLst>
                <p:tags r:id="rId22"/>
              </p:custDataLst>
            </p:nvPr>
          </p:nvSpPr>
          <p:spPr>
            <a:xfrm flipH="1">
              <a:off x="2214342" y="5782945"/>
              <a:ext cx="2874089" cy="521970"/>
            </a:xfrm>
            <a:prstGeom prst="rect">
              <a:avLst/>
            </a:prstGeom>
            <a:noFill/>
          </p:spPr>
          <p:txBody>
            <a:bodyPr wrap="square" rtlCol="0">
              <a:spAutoFit/>
            </a:bodyPr>
            <a:lstStyle/>
            <a:p>
              <a:pPr eaLnBrk="0" hangingPunct="0"/>
              <a:r>
                <a:rPr lang="zh-CN" altLang="en-US" sz="2800" dirty="0">
                  <a:solidFill>
                    <a:schemeClr val="tx1"/>
                  </a:solidFill>
                  <a:cs typeface="+mn-ea"/>
                  <a:sym typeface="+mn-lt"/>
                </a:rPr>
                <a:t>任务</a:t>
              </a:r>
              <a:r>
                <a:rPr lang="zh-CN" altLang="en-US" sz="2800" dirty="0">
                  <a:solidFill>
                    <a:schemeClr val="tx1"/>
                  </a:solidFill>
                  <a:cs typeface="+mn-ea"/>
                  <a:sym typeface="+mn-lt"/>
                </a:rPr>
                <a:t>拓展</a:t>
              </a:r>
              <a:endParaRPr lang="zh-CN" altLang="en-US" sz="2800" dirty="0">
                <a:solidFill>
                  <a:schemeClr val="tx1"/>
                </a:solidFill>
                <a:cs typeface="+mn-ea"/>
                <a:sym typeface="+mn-lt"/>
              </a:endParaRPr>
            </a:p>
          </p:txBody>
        </p:sp>
        <p:sp>
          <p:nvSpPr>
            <p:cNvPr id="9" name="文本框 8"/>
            <p:cNvSpPr txBox="1"/>
            <p:nvPr>
              <p:custDataLst>
                <p:tags r:id="rId23"/>
              </p:custDataLst>
            </p:nvPr>
          </p:nvSpPr>
          <p:spPr>
            <a:xfrm>
              <a:off x="1019810" y="5599430"/>
              <a:ext cx="870751" cy="82994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4800" b="0" i="0" u="none" strike="noStrike" kern="1200" cap="none" spc="0" normalizeH="0" baseline="0" noProof="0" dirty="0" smtClean="0">
                  <a:ln>
                    <a:noFill/>
                  </a:ln>
                  <a:solidFill>
                    <a:srgbClr val="303030"/>
                  </a:solidFill>
                  <a:effectLst/>
                  <a:uLnTx/>
                  <a:uFillTx/>
                  <a:latin typeface="Arial" panose="020B0604020202020204"/>
                  <a:ea typeface="微软雅黑" panose="020B0503020204020204" pitchFamily="34" charset="-122"/>
                  <a:cs typeface="+mn-ea"/>
                  <a:sym typeface="+mn-lt"/>
                </a:rPr>
                <a:t>06</a:t>
              </a:r>
              <a:endParaRPr kumimoji="0" lang="en-US" sz="4800" b="0" i="0" u="none" strike="noStrike" kern="1200" cap="none" spc="0" normalizeH="0" baseline="0" noProof="0" dirty="0">
                <a:ln>
                  <a:noFill/>
                </a:ln>
                <a:solidFill>
                  <a:srgbClr val="303030"/>
                </a:solidFill>
                <a:effectLst/>
                <a:uLnTx/>
                <a:uFillTx/>
                <a:latin typeface="Arial" panose="020B0604020202020204"/>
                <a:ea typeface="微软雅黑" panose="020B0503020204020204" pitchFamily="34" charset="-122"/>
                <a:cs typeface="+mn-ea"/>
                <a:sym typeface="+mn-lt"/>
              </a:endParaRPr>
            </a:p>
          </p:txBody>
        </p:sp>
        <p:cxnSp>
          <p:nvCxnSpPr>
            <p:cNvPr id="10" name="直接连接符 9"/>
            <p:cNvCxnSpPr/>
            <p:nvPr>
              <p:custDataLst>
                <p:tags r:id="rId24"/>
              </p:custDataLst>
            </p:nvPr>
          </p:nvCxnSpPr>
          <p:spPr>
            <a:xfrm flipH="1">
              <a:off x="1978973" y="5786120"/>
              <a:ext cx="127208" cy="45720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grpSp>
      <p:sp>
        <p:nvSpPr>
          <p:cNvPr id="11" name="文本框 10"/>
          <p:cNvSpPr txBox="1"/>
          <p:nvPr/>
        </p:nvSpPr>
        <p:spPr>
          <a:xfrm>
            <a:off x="208915" y="946785"/>
            <a:ext cx="11774170" cy="706755"/>
          </a:xfrm>
          <a:prstGeom prst="rect">
            <a:avLst/>
          </a:prstGeom>
          <a:noFill/>
        </p:spPr>
        <p:txBody>
          <a:bodyPr wrap="square" rtlCol="0">
            <a:spAutoFit/>
          </a:bodyPr>
          <a:lstStyle/>
          <a:p>
            <a:pPr algn="ctr"/>
            <a:r>
              <a:rPr lang="zh-CN" altLang="en-US" sz="4000" b="1" dirty="0">
                <a:latin typeface="微软雅黑" panose="020B0503020204020204" pitchFamily="34" charset="-122"/>
                <a:ea typeface="微软雅黑" panose="020B0503020204020204" pitchFamily="34" charset="-122"/>
                <a:cs typeface="微软雅黑" panose="020B0503020204020204" pitchFamily="34" charset="-122"/>
                <a:sym typeface="+mn-lt"/>
              </a:rPr>
              <a:t>任务三</a:t>
            </a:r>
            <a:r>
              <a:rPr lang="en-US" altLang="zh-CN" sz="4000" b="1" dirty="0">
                <a:latin typeface="微软雅黑" panose="020B0503020204020204" pitchFamily="34" charset="-122"/>
                <a:ea typeface="微软雅黑" panose="020B0503020204020204" pitchFamily="34" charset="-122"/>
                <a:cs typeface="微软雅黑" panose="020B0503020204020204" pitchFamily="34" charset="-122"/>
                <a:sym typeface="+mn-lt"/>
              </a:rPr>
              <a:t>    </a:t>
            </a:r>
            <a:r>
              <a:rPr lang="zh-CN" altLang="en-US" sz="4000" b="1" dirty="0">
                <a:latin typeface="微软雅黑" panose="020B0503020204020204" pitchFamily="34" charset="-122"/>
                <a:ea typeface="微软雅黑" panose="020B0503020204020204" pitchFamily="34" charset="-122"/>
                <a:cs typeface="微软雅黑" panose="020B0503020204020204" pitchFamily="34" charset="-122"/>
                <a:sym typeface="+mn-lt"/>
              </a:rPr>
              <a:t>工作流编排与对话状态管理</a:t>
            </a:r>
            <a:endParaRPr lang="zh-CN" altLang="en-US" sz="4000" b="1" dirty="0">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27"/>
          <p:cNvPicPr>
            <a:picLocks noChangeAspect="1"/>
          </p:cNvPicPr>
          <p:nvPr/>
        </p:nvPicPr>
        <p:blipFill>
          <a:blip r:embed="rId1"/>
          <a:stretch>
            <a:fillRect/>
          </a:stretch>
        </p:blipFill>
        <p:spPr>
          <a:xfrm>
            <a:off x="1160780" y="1422400"/>
            <a:ext cx="265113" cy="265113"/>
          </a:xfrm>
          <a:prstGeom prst="rect">
            <a:avLst/>
          </a:prstGeom>
          <a:noFill/>
          <a:ln w="9525">
            <a:noFill/>
          </a:ln>
        </p:spPr>
      </p:pic>
      <p:grpSp>
        <p:nvGrpSpPr>
          <p:cNvPr id="9" name="组合 2"/>
          <p:cNvGrpSpPr/>
          <p:nvPr/>
        </p:nvGrpSpPr>
        <p:grpSpPr>
          <a:xfrm>
            <a:off x="901700" y="1970405"/>
            <a:ext cx="3784600" cy="3206750"/>
            <a:chOff x="4542865" y="2599283"/>
            <a:chExt cx="3785291" cy="3205882"/>
          </a:xfrm>
        </p:grpSpPr>
        <p:sp>
          <p:nvSpPr>
            <p:cNvPr id="10" name="任意多边形: 形状 9"/>
            <p:cNvSpPr>
              <a:spLocks noChangeAspect="1"/>
            </p:cNvSpPr>
            <p:nvPr/>
          </p:nvSpPr>
          <p:spPr bwMode="auto">
            <a:xfrm>
              <a:off x="4542865" y="2599283"/>
              <a:ext cx="3105717" cy="3205882"/>
            </a:xfrm>
            <a:custGeom>
              <a:avLst/>
              <a:gdLst>
                <a:gd name="connsiteX0" fmla="*/ 1670165 w 3340338"/>
                <a:gd name="connsiteY0" fmla="*/ 895968 h 3448053"/>
                <a:gd name="connsiteX1" fmla="*/ 842107 w 3340338"/>
                <a:gd name="connsiteY1" fmla="*/ 1724026 h 3448053"/>
                <a:gd name="connsiteX2" fmla="*/ 1670165 w 3340338"/>
                <a:gd name="connsiteY2" fmla="*/ 2552084 h 3448053"/>
                <a:gd name="connsiteX3" fmla="*/ 2498223 w 3340338"/>
                <a:gd name="connsiteY3" fmla="*/ 1724026 h 3448053"/>
                <a:gd name="connsiteX4" fmla="*/ 1670165 w 3340338"/>
                <a:gd name="connsiteY4" fmla="*/ 895968 h 3448053"/>
                <a:gd name="connsiteX5" fmla="*/ 1670347 w 3340338"/>
                <a:gd name="connsiteY5" fmla="*/ 830419 h 3448053"/>
                <a:gd name="connsiteX6" fmla="*/ 2564891 w 3340338"/>
                <a:gd name="connsiteY6" fmla="*/ 1724288 h 3448053"/>
                <a:gd name="connsiteX7" fmla="*/ 1670347 w 3340338"/>
                <a:gd name="connsiteY7" fmla="*/ 2617629 h 3448053"/>
                <a:gd name="connsiteX8" fmla="*/ 775280 w 3340338"/>
                <a:gd name="connsiteY8" fmla="*/ 1724288 h 3448053"/>
                <a:gd name="connsiteX9" fmla="*/ 1670347 w 3340338"/>
                <a:gd name="connsiteY9" fmla="*/ 830419 h 3448053"/>
                <a:gd name="connsiteX10" fmla="*/ 1670347 w 3340338"/>
                <a:gd name="connsiteY10" fmla="*/ 598661 h 3448053"/>
                <a:gd name="connsiteX11" fmla="*/ 543023 w 3340338"/>
                <a:gd name="connsiteY11" fmla="*/ 1724288 h 3448053"/>
                <a:gd name="connsiteX12" fmla="*/ 1670347 w 3340338"/>
                <a:gd name="connsiteY12" fmla="*/ 2849392 h 3448053"/>
                <a:gd name="connsiteX13" fmla="*/ 2797148 w 3340338"/>
                <a:gd name="connsiteY13" fmla="*/ 1724288 h 3448053"/>
                <a:gd name="connsiteX14" fmla="*/ 1670347 w 3340338"/>
                <a:gd name="connsiteY14" fmla="*/ 598661 h 3448053"/>
                <a:gd name="connsiteX15" fmla="*/ 1383667 w 3340338"/>
                <a:gd name="connsiteY15" fmla="*/ 0 h 3448053"/>
                <a:gd name="connsiteX16" fmla="*/ 1956505 w 3340338"/>
                <a:gd name="connsiteY16" fmla="*/ 0 h 3448053"/>
                <a:gd name="connsiteX17" fmla="*/ 2192343 w 3340338"/>
                <a:gd name="connsiteY17" fmla="*/ 235487 h 3448053"/>
                <a:gd name="connsiteX18" fmla="*/ 2192343 w 3340338"/>
                <a:gd name="connsiteY18" fmla="*/ 478302 h 3448053"/>
                <a:gd name="connsiteX19" fmla="*/ 2484789 w 3340338"/>
                <a:gd name="connsiteY19" fmla="*/ 652038 h 3448053"/>
                <a:gd name="connsiteX20" fmla="*/ 2699667 w 3340338"/>
                <a:gd name="connsiteY20" fmla="*/ 528013 h 3448053"/>
                <a:gd name="connsiteX21" fmla="*/ 2817586 w 3340338"/>
                <a:gd name="connsiteY21" fmla="*/ 496620 h 3448053"/>
                <a:gd name="connsiteX22" fmla="*/ 3022504 w 3340338"/>
                <a:gd name="connsiteY22" fmla="*/ 614363 h 3448053"/>
                <a:gd name="connsiteX23" fmla="*/ 3308662 w 3340338"/>
                <a:gd name="connsiteY23" fmla="*/ 1109408 h 3448053"/>
                <a:gd name="connsiteX24" fmla="*/ 3332243 w 3340338"/>
                <a:gd name="connsiteY24" fmla="*/ 1288374 h 3448053"/>
                <a:gd name="connsiteX25" fmla="*/ 3222186 w 3340338"/>
                <a:gd name="connsiteY25" fmla="*/ 1431240 h 3448053"/>
                <a:gd name="connsiteX26" fmla="*/ 3005733 w 3340338"/>
                <a:gd name="connsiteY26" fmla="*/ 1556306 h 3448053"/>
                <a:gd name="connsiteX27" fmla="*/ 3023027 w 3340338"/>
                <a:gd name="connsiteY27" fmla="*/ 1724288 h 3448053"/>
                <a:gd name="connsiteX28" fmla="*/ 3005733 w 3340338"/>
                <a:gd name="connsiteY28" fmla="*/ 1891748 h 3448053"/>
                <a:gd name="connsiteX29" fmla="*/ 3222186 w 3340338"/>
                <a:gd name="connsiteY29" fmla="*/ 2016814 h 3448053"/>
                <a:gd name="connsiteX30" fmla="*/ 3308662 w 3340338"/>
                <a:gd name="connsiteY30" fmla="*/ 2338651 h 3448053"/>
                <a:gd name="connsiteX31" fmla="*/ 3022504 w 3340338"/>
                <a:gd name="connsiteY31" fmla="*/ 2833696 h 3448053"/>
                <a:gd name="connsiteX32" fmla="*/ 2878905 w 3340338"/>
                <a:gd name="connsiteY32" fmla="*/ 2943588 h 3448053"/>
                <a:gd name="connsiteX33" fmla="*/ 2818109 w 3340338"/>
                <a:gd name="connsiteY33" fmla="*/ 2951439 h 3448053"/>
                <a:gd name="connsiteX34" fmla="*/ 2699667 w 3340338"/>
                <a:gd name="connsiteY34" fmla="*/ 2920041 h 3448053"/>
                <a:gd name="connsiteX35" fmla="*/ 2484789 w 3340338"/>
                <a:gd name="connsiteY35" fmla="*/ 2796015 h 3448053"/>
                <a:gd name="connsiteX36" fmla="*/ 2192343 w 3340338"/>
                <a:gd name="connsiteY36" fmla="*/ 2970280 h 3448053"/>
                <a:gd name="connsiteX37" fmla="*/ 2192343 w 3340338"/>
                <a:gd name="connsiteY37" fmla="*/ 3212566 h 3448053"/>
                <a:gd name="connsiteX38" fmla="*/ 1956505 w 3340338"/>
                <a:gd name="connsiteY38" fmla="*/ 3448053 h 3448053"/>
                <a:gd name="connsiteX39" fmla="*/ 1383667 w 3340338"/>
                <a:gd name="connsiteY39" fmla="*/ 3448053 h 3448053"/>
                <a:gd name="connsiteX40" fmla="*/ 1147828 w 3340338"/>
                <a:gd name="connsiteY40" fmla="*/ 3212566 h 3448053"/>
                <a:gd name="connsiteX41" fmla="*/ 1147828 w 3340338"/>
                <a:gd name="connsiteY41" fmla="*/ 2970280 h 3448053"/>
                <a:gd name="connsiteX42" fmla="*/ 854860 w 3340338"/>
                <a:gd name="connsiteY42" fmla="*/ 2796015 h 3448053"/>
                <a:gd name="connsiteX43" fmla="*/ 639981 w 3340338"/>
                <a:gd name="connsiteY43" fmla="*/ 2920041 h 3448053"/>
                <a:gd name="connsiteX44" fmla="*/ 522062 w 3340338"/>
                <a:gd name="connsiteY44" fmla="*/ 2951439 h 3448053"/>
                <a:gd name="connsiteX45" fmla="*/ 460743 w 3340338"/>
                <a:gd name="connsiteY45" fmla="*/ 2943588 h 3448053"/>
                <a:gd name="connsiteX46" fmla="*/ 318190 w 3340338"/>
                <a:gd name="connsiteY46" fmla="*/ 2833696 h 3448053"/>
                <a:gd name="connsiteX47" fmla="*/ 31509 w 3340338"/>
                <a:gd name="connsiteY47" fmla="*/ 2338122 h 3448053"/>
                <a:gd name="connsiteX48" fmla="*/ 117985 w 3340338"/>
                <a:gd name="connsiteY48" fmla="*/ 2016291 h 3448053"/>
                <a:gd name="connsiteX49" fmla="*/ 334438 w 3340338"/>
                <a:gd name="connsiteY49" fmla="*/ 1891748 h 3448053"/>
                <a:gd name="connsiteX50" fmla="*/ 317144 w 3340338"/>
                <a:gd name="connsiteY50" fmla="*/ 1724288 h 3448053"/>
                <a:gd name="connsiteX51" fmla="*/ 334438 w 3340338"/>
                <a:gd name="connsiteY51" fmla="*/ 1556306 h 3448053"/>
                <a:gd name="connsiteX52" fmla="*/ 117985 w 3340338"/>
                <a:gd name="connsiteY52" fmla="*/ 1431240 h 3448053"/>
                <a:gd name="connsiteX53" fmla="*/ 31509 w 3340338"/>
                <a:gd name="connsiteY53" fmla="*/ 1109408 h 3448053"/>
                <a:gd name="connsiteX54" fmla="*/ 318190 w 3340338"/>
                <a:gd name="connsiteY54" fmla="*/ 614363 h 3448053"/>
                <a:gd name="connsiteX55" fmla="*/ 460743 w 3340338"/>
                <a:gd name="connsiteY55" fmla="*/ 504465 h 3448053"/>
                <a:gd name="connsiteX56" fmla="*/ 522062 w 3340338"/>
                <a:gd name="connsiteY56" fmla="*/ 496620 h 3448053"/>
                <a:gd name="connsiteX57" fmla="*/ 639981 w 3340338"/>
                <a:gd name="connsiteY57" fmla="*/ 528013 h 3448053"/>
                <a:gd name="connsiteX58" fmla="*/ 854860 w 3340338"/>
                <a:gd name="connsiteY58" fmla="*/ 652038 h 3448053"/>
                <a:gd name="connsiteX59" fmla="*/ 1147828 w 3340338"/>
                <a:gd name="connsiteY59" fmla="*/ 478302 h 3448053"/>
                <a:gd name="connsiteX60" fmla="*/ 1147828 w 3340338"/>
                <a:gd name="connsiteY60" fmla="*/ 235487 h 3448053"/>
                <a:gd name="connsiteX61" fmla="*/ 1383667 w 3340338"/>
                <a:gd name="connsiteY61" fmla="*/ 0 h 34480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Lst>
              <a:rect l="l" t="t" r="r" b="b"/>
              <a:pathLst>
                <a:path w="3340338" h="3448053">
                  <a:moveTo>
                    <a:pt x="1670165" y="895968"/>
                  </a:moveTo>
                  <a:cubicBezTo>
                    <a:pt x="1212841" y="895968"/>
                    <a:pt x="842107" y="1266702"/>
                    <a:pt x="842107" y="1724026"/>
                  </a:cubicBezTo>
                  <a:cubicBezTo>
                    <a:pt x="842107" y="2181350"/>
                    <a:pt x="1212841" y="2552084"/>
                    <a:pt x="1670165" y="2552084"/>
                  </a:cubicBezTo>
                  <a:cubicBezTo>
                    <a:pt x="2127489" y="2552084"/>
                    <a:pt x="2498223" y="2181350"/>
                    <a:pt x="2498223" y="1724026"/>
                  </a:cubicBezTo>
                  <a:cubicBezTo>
                    <a:pt x="2498223" y="1266702"/>
                    <a:pt x="2127489" y="895968"/>
                    <a:pt x="1670165" y="895968"/>
                  </a:cubicBezTo>
                  <a:close/>
                  <a:moveTo>
                    <a:pt x="1670347" y="830419"/>
                  </a:moveTo>
                  <a:cubicBezTo>
                    <a:pt x="2163475" y="830419"/>
                    <a:pt x="2564891" y="1231301"/>
                    <a:pt x="2564891" y="1724288"/>
                  </a:cubicBezTo>
                  <a:cubicBezTo>
                    <a:pt x="2564891" y="2216752"/>
                    <a:pt x="2163475" y="2617629"/>
                    <a:pt x="1670347" y="2617629"/>
                  </a:cubicBezTo>
                  <a:cubicBezTo>
                    <a:pt x="1176696" y="2617629"/>
                    <a:pt x="775280" y="2216752"/>
                    <a:pt x="775280" y="1724288"/>
                  </a:cubicBezTo>
                  <a:cubicBezTo>
                    <a:pt x="775280" y="1231301"/>
                    <a:pt x="1176696" y="830419"/>
                    <a:pt x="1670347" y="830419"/>
                  </a:cubicBezTo>
                  <a:close/>
                  <a:moveTo>
                    <a:pt x="1670347" y="598661"/>
                  </a:moveTo>
                  <a:cubicBezTo>
                    <a:pt x="1048777" y="598661"/>
                    <a:pt x="543023" y="1103649"/>
                    <a:pt x="543023" y="1724288"/>
                  </a:cubicBezTo>
                  <a:cubicBezTo>
                    <a:pt x="543023" y="2344927"/>
                    <a:pt x="1048777" y="2849392"/>
                    <a:pt x="1670347" y="2849392"/>
                  </a:cubicBezTo>
                  <a:cubicBezTo>
                    <a:pt x="2291394" y="2849392"/>
                    <a:pt x="2797148" y="2344927"/>
                    <a:pt x="2797148" y="1724288"/>
                  </a:cubicBezTo>
                  <a:cubicBezTo>
                    <a:pt x="2797148" y="1103649"/>
                    <a:pt x="2291394" y="598661"/>
                    <a:pt x="1670347" y="598661"/>
                  </a:cubicBezTo>
                  <a:close/>
                  <a:moveTo>
                    <a:pt x="1383667" y="0"/>
                  </a:moveTo>
                  <a:lnTo>
                    <a:pt x="1956505" y="0"/>
                  </a:lnTo>
                  <a:cubicBezTo>
                    <a:pt x="2086476" y="0"/>
                    <a:pt x="2192343" y="105185"/>
                    <a:pt x="2192343" y="235487"/>
                  </a:cubicBezTo>
                  <a:lnTo>
                    <a:pt x="2192343" y="478302"/>
                  </a:lnTo>
                  <a:cubicBezTo>
                    <a:pt x="2298211" y="522782"/>
                    <a:pt x="2394641" y="583488"/>
                    <a:pt x="2484789" y="652038"/>
                  </a:cubicBezTo>
                  <a:lnTo>
                    <a:pt x="2699667" y="528013"/>
                  </a:lnTo>
                  <a:cubicBezTo>
                    <a:pt x="2736875" y="506557"/>
                    <a:pt x="2777757" y="496620"/>
                    <a:pt x="2817586" y="496620"/>
                  </a:cubicBezTo>
                  <a:cubicBezTo>
                    <a:pt x="2899343" y="496620"/>
                    <a:pt x="2978479" y="539002"/>
                    <a:pt x="3022504" y="614363"/>
                  </a:cubicBezTo>
                  <a:lnTo>
                    <a:pt x="3308662" y="1109408"/>
                  </a:lnTo>
                  <a:cubicBezTo>
                    <a:pt x="3340106" y="1163831"/>
                    <a:pt x="3348491" y="1228197"/>
                    <a:pt x="3332243" y="1288374"/>
                  </a:cubicBezTo>
                  <a:cubicBezTo>
                    <a:pt x="3315995" y="1348556"/>
                    <a:pt x="3276166" y="1399841"/>
                    <a:pt x="3222186" y="1431240"/>
                  </a:cubicBezTo>
                  <a:lnTo>
                    <a:pt x="3005733" y="1556306"/>
                  </a:lnTo>
                  <a:cubicBezTo>
                    <a:pt x="3013073" y="1611781"/>
                    <a:pt x="3023027" y="1666727"/>
                    <a:pt x="3023027" y="1724288"/>
                  </a:cubicBezTo>
                  <a:cubicBezTo>
                    <a:pt x="3023027" y="1781855"/>
                    <a:pt x="3013073" y="1836278"/>
                    <a:pt x="3005733" y="1891748"/>
                  </a:cubicBezTo>
                  <a:lnTo>
                    <a:pt x="3222186" y="2016814"/>
                  </a:lnTo>
                  <a:cubicBezTo>
                    <a:pt x="3334864" y="2081709"/>
                    <a:pt x="3373648" y="2225615"/>
                    <a:pt x="3308662" y="2338651"/>
                  </a:cubicBezTo>
                  <a:lnTo>
                    <a:pt x="3022504" y="2833696"/>
                  </a:lnTo>
                  <a:cubicBezTo>
                    <a:pt x="2991060" y="2888119"/>
                    <a:pt x="2939173" y="2927369"/>
                    <a:pt x="2878905" y="2943588"/>
                  </a:cubicBezTo>
                  <a:cubicBezTo>
                    <a:pt x="2858991" y="2948824"/>
                    <a:pt x="2838547" y="2951439"/>
                    <a:pt x="2818109" y="2951439"/>
                  </a:cubicBezTo>
                  <a:cubicBezTo>
                    <a:pt x="2776705" y="2951439"/>
                    <a:pt x="2735829" y="2940973"/>
                    <a:pt x="2699667" y="2920041"/>
                  </a:cubicBezTo>
                  <a:lnTo>
                    <a:pt x="2484789" y="2796015"/>
                  </a:lnTo>
                  <a:cubicBezTo>
                    <a:pt x="2394641" y="2864571"/>
                    <a:pt x="2298211" y="2925794"/>
                    <a:pt x="2192343" y="2970280"/>
                  </a:cubicBezTo>
                  <a:lnTo>
                    <a:pt x="2192343" y="3212566"/>
                  </a:lnTo>
                  <a:cubicBezTo>
                    <a:pt x="2192343" y="3342868"/>
                    <a:pt x="2086476" y="3448053"/>
                    <a:pt x="1956505" y="3448053"/>
                  </a:cubicBezTo>
                  <a:lnTo>
                    <a:pt x="1383667" y="3448053"/>
                  </a:lnTo>
                  <a:cubicBezTo>
                    <a:pt x="1253172" y="3448053"/>
                    <a:pt x="1147828" y="3342868"/>
                    <a:pt x="1147828" y="3212566"/>
                  </a:cubicBezTo>
                  <a:lnTo>
                    <a:pt x="1147828" y="2970280"/>
                  </a:lnTo>
                  <a:cubicBezTo>
                    <a:pt x="1041437" y="2925794"/>
                    <a:pt x="946054" y="2864571"/>
                    <a:pt x="854860" y="2796015"/>
                  </a:cubicBezTo>
                  <a:lnTo>
                    <a:pt x="639981" y="2920041"/>
                  </a:lnTo>
                  <a:cubicBezTo>
                    <a:pt x="603819" y="2940973"/>
                    <a:pt x="563466" y="2951439"/>
                    <a:pt x="522062" y="2951439"/>
                  </a:cubicBezTo>
                  <a:cubicBezTo>
                    <a:pt x="501624" y="2951439"/>
                    <a:pt x="481181" y="2948824"/>
                    <a:pt x="460743" y="2943588"/>
                  </a:cubicBezTo>
                  <a:cubicBezTo>
                    <a:pt x="400999" y="2927369"/>
                    <a:pt x="349111" y="2888119"/>
                    <a:pt x="318190" y="2833696"/>
                  </a:cubicBezTo>
                  <a:lnTo>
                    <a:pt x="31509" y="2338122"/>
                  </a:lnTo>
                  <a:cubicBezTo>
                    <a:pt x="-33477" y="2225615"/>
                    <a:pt x="5307" y="2081709"/>
                    <a:pt x="117985" y="2016291"/>
                  </a:cubicBezTo>
                  <a:lnTo>
                    <a:pt x="334438" y="1891748"/>
                  </a:lnTo>
                  <a:cubicBezTo>
                    <a:pt x="327098" y="1836278"/>
                    <a:pt x="317144" y="1781855"/>
                    <a:pt x="317144" y="1724288"/>
                  </a:cubicBezTo>
                  <a:cubicBezTo>
                    <a:pt x="317144" y="1666727"/>
                    <a:pt x="327098" y="1611781"/>
                    <a:pt x="334438" y="1556306"/>
                  </a:cubicBezTo>
                  <a:lnTo>
                    <a:pt x="117985" y="1431240"/>
                  </a:lnTo>
                  <a:cubicBezTo>
                    <a:pt x="5307" y="1366350"/>
                    <a:pt x="-33477" y="1222438"/>
                    <a:pt x="31509" y="1109408"/>
                  </a:cubicBezTo>
                  <a:lnTo>
                    <a:pt x="318190" y="614363"/>
                  </a:lnTo>
                  <a:cubicBezTo>
                    <a:pt x="349111" y="559934"/>
                    <a:pt x="400999" y="520690"/>
                    <a:pt x="460743" y="504465"/>
                  </a:cubicBezTo>
                  <a:cubicBezTo>
                    <a:pt x="481181" y="499235"/>
                    <a:pt x="501624" y="496620"/>
                    <a:pt x="522062" y="496620"/>
                  </a:cubicBezTo>
                  <a:cubicBezTo>
                    <a:pt x="562943" y="496620"/>
                    <a:pt x="603819" y="507080"/>
                    <a:pt x="639981" y="528013"/>
                  </a:cubicBezTo>
                  <a:lnTo>
                    <a:pt x="854860" y="652038"/>
                  </a:lnTo>
                  <a:cubicBezTo>
                    <a:pt x="946054" y="583488"/>
                    <a:pt x="1041961" y="522782"/>
                    <a:pt x="1147828" y="478302"/>
                  </a:cubicBezTo>
                  <a:lnTo>
                    <a:pt x="1147828" y="235487"/>
                  </a:lnTo>
                  <a:cubicBezTo>
                    <a:pt x="1147828" y="105185"/>
                    <a:pt x="1253172" y="0"/>
                    <a:pt x="1383667" y="0"/>
                  </a:cubicBezTo>
                  <a:close/>
                </a:path>
              </a:pathLst>
            </a:custGeom>
            <a:gradFill>
              <a:gsLst>
                <a:gs pos="0">
                  <a:srgbClr val="174EA3"/>
                </a:gs>
                <a:gs pos="100000">
                  <a:srgbClr val="0070C0"/>
                </a:gs>
              </a:gsLst>
              <a:lin ang="5400000" scaled="1"/>
            </a:gradFill>
            <a:ln>
              <a:solidFill>
                <a:schemeClr val="bg1"/>
              </a:solidFill>
            </a:ln>
            <a:effectLst>
              <a:outerShdw blurRad="50800" dist="38100" dir="2700000" algn="tl" rotWithShape="0">
                <a:prstClr val="black">
                  <a:alpha val="40000"/>
                </a:prstClr>
              </a:outerShdw>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mn-lt"/>
                <a:ea typeface="+mn-ea"/>
                <a:cs typeface="+mn-cs"/>
              </a:endParaRPr>
            </a:p>
          </p:txBody>
        </p:sp>
        <p:grpSp>
          <p:nvGrpSpPr>
            <p:cNvPr id="11" name="组合 30"/>
            <p:cNvGrpSpPr/>
            <p:nvPr/>
          </p:nvGrpSpPr>
          <p:grpSpPr>
            <a:xfrm>
              <a:off x="7320086" y="3212985"/>
              <a:ext cx="1008070" cy="1993158"/>
              <a:chOff x="7275253" y="2863258"/>
              <a:chExt cx="1341688" cy="2281148"/>
            </a:xfrm>
          </p:grpSpPr>
          <p:sp>
            <p:nvSpPr>
              <p:cNvPr id="12" name="Shape 6928"/>
              <p:cNvSpPr/>
              <p:nvPr/>
            </p:nvSpPr>
            <p:spPr>
              <a:xfrm flipH="1">
                <a:off x="7444080" y="2863824"/>
                <a:ext cx="1172861" cy="0"/>
              </a:xfrm>
              <a:prstGeom prst="line">
                <a:avLst/>
              </a:prstGeom>
              <a:ln w="6350">
                <a:solidFill>
                  <a:srgbClr val="FFFFFF">
                    <a:lumMod val="65000"/>
                  </a:srgbClr>
                </a:solidFill>
                <a:prstDash val="dash"/>
                <a:miter lim="400000"/>
                <a:headEnd type="triangle"/>
              </a:ln>
            </p:spPr>
            <p:txBody>
              <a:bodyPr lIns="0" tIns="0" rIns="0" bIns="0"/>
              <a:lstStyle/>
              <a:p>
                <a:pPr marL="0" marR="0" lvl="0" indent="0" algn="l" defTabSz="575945" rtl="0" eaLnBrk="1" fontAlgn="auto" latinLnBrk="0" hangingPunct="1">
                  <a:lnSpc>
                    <a:spcPct val="100000"/>
                  </a:lnSpc>
                  <a:spcBef>
                    <a:spcPts val="0"/>
                  </a:spcBef>
                  <a:spcAft>
                    <a:spcPts val="0"/>
                  </a:spcAft>
                  <a:buClrTx/>
                  <a:buSzTx/>
                  <a:buFontTx/>
                  <a:buNone/>
                  <a:defRPr sz="1200">
                    <a:uFillTx/>
                    <a:latin typeface="Helvetica"/>
                    <a:ea typeface="Helvetica"/>
                    <a:cs typeface="Helvetica"/>
                    <a:sym typeface="Helvetica"/>
                  </a:defRPr>
                </a:pPr>
                <a:endParaRPr kumimoji="0" sz="1600" b="0" i="0" u="none" strike="noStrike" kern="0" cap="none" spc="0" normalizeH="0" baseline="0" noProof="0">
                  <a:ln>
                    <a:noFill/>
                  </a:ln>
                  <a:solidFill>
                    <a:srgbClr val="080808"/>
                  </a:solidFill>
                  <a:effectLst/>
                  <a:uLnTx/>
                  <a:uFillTx/>
                  <a:latin typeface="微软雅黑" panose="020B0503020204020204" pitchFamily="34" charset="-122"/>
                  <a:ea typeface="微软雅黑" panose="020B0503020204020204" pitchFamily="34" charset="-122"/>
                  <a:cs typeface="Helvetica"/>
                  <a:sym typeface="Helvetica"/>
                </a:endParaRPr>
              </a:p>
            </p:txBody>
          </p:sp>
          <p:sp>
            <p:nvSpPr>
              <p:cNvPr id="13" name="Shape 6929"/>
              <p:cNvSpPr/>
              <p:nvPr/>
            </p:nvSpPr>
            <p:spPr>
              <a:xfrm flipH="1">
                <a:off x="7275019" y="5145203"/>
                <a:ext cx="1341922" cy="0"/>
              </a:xfrm>
              <a:prstGeom prst="line">
                <a:avLst/>
              </a:prstGeom>
              <a:ln w="6350">
                <a:solidFill>
                  <a:srgbClr val="FFFFFF">
                    <a:lumMod val="65000"/>
                  </a:srgbClr>
                </a:solidFill>
                <a:prstDash val="dash"/>
                <a:miter lim="400000"/>
                <a:headEnd type="triangle"/>
              </a:ln>
            </p:spPr>
            <p:txBody>
              <a:bodyPr lIns="0" tIns="0" rIns="0" bIns="0"/>
              <a:lstStyle/>
              <a:p>
                <a:pPr marL="0" marR="0" lvl="0" indent="0" algn="l" defTabSz="575945" rtl="0" eaLnBrk="1" fontAlgn="auto" latinLnBrk="0" hangingPunct="1">
                  <a:lnSpc>
                    <a:spcPct val="100000"/>
                  </a:lnSpc>
                  <a:spcBef>
                    <a:spcPts val="0"/>
                  </a:spcBef>
                  <a:spcAft>
                    <a:spcPts val="0"/>
                  </a:spcAft>
                  <a:buClrTx/>
                  <a:buSzTx/>
                  <a:buFontTx/>
                  <a:buNone/>
                  <a:defRPr sz="1200">
                    <a:uFillTx/>
                    <a:latin typeface="Helvetica"/>
                    <a:ea typeface="Helvetica"/>
                    <a:cs typeface="Helvetica"/>
                    <a:sym typeface="Helvetica"/>
                  </a:defRPr>
                </a:pPr>
                <a:endParaRPr kumimoji="0" sz="1600" b="0" i="0" u="none" strike="noStrike" kern="0" cap="none" spc="0" normalizeH="0" baseline="0" noProof="0">
                  <a:ln>
                    <a:noFill/>
                  </a:ln>
                  <a:solidFill>
                    <a:srgbClr val="080808"/>
                  </a:solidFill>
                  <a:effectLst/>
                  <a:uLnTx/>
                  <a:uFillTx/>
                  <a:latin typeface="微软雅黑" panose="020B0503020204020204" pitchFamily="34" charset="-122"/>
                  <a:ea typeface="微软雅黑" panose="020B0503020204020204" pitchFamily="34" charset="-122"/>
                  <a:cs typeface="Helvetica"/>
                  <a:sym typeface="Helvetica"/>
                </a:endParaRPr>
              </a:p>
            </p:txBody>
          </p:sp>
        </p:grpSp>
      </p:grpSp>
      <p:sp>
        <p:nvSpPr>
          <p:cNvPr id="16" name="Freeform 870"/>
          <p:cNvSpPr>
            <a:spLocks noEditPoints="1"/>
          </p:cNvSpPr>
          <p:nvPr/>
        </p:nvSpPr>
        <p:spPr bwMode="auto">
          <a:xfrm>
            <a:off x="1967230" y="3126740"/>
            <a:ext cx="974090" cy="894080"/>
          </a:xfrm>
          <a:custGeom>
            <a:avLst/>
            <a:gdLst>
              <a:gd name="T0" fmla="*/ 196 w 290"/>
              <a:gd name="T1" fmla="*/ 9 h 266"/>
              <a:gd name="T2" fmla="*/ 251 w 290"/>
              <a:gd name="T3" fmla="*/ 22 h 266"/>
              <a:gd name="T4" fmla="*/ 266 w 290"/>
              <a:gd name="T5" fmla="*/ 6 h 266"/>
              <a:gd name="T6" fmla="*/ 273 w 290"/>
              <a:gd name="T7" fmla="*/ 86 h 266"/>
              <a:gd name="T8" fmla="*/ 214 w 290"/>
              <a:gd name="T9" fmla="*/ 130 h 266"/>
              <a:gd name="T10" fmla="*/ 214 w 290"/>
              <a:gd name="T11" fmla="*/ 142 h 266"/>
              <a:gd name="T12" fmla="*/ 169 w 290"/>
              <a:gd name="T13" fmla="*/ 170 h 266"/>
              <a:gd name="T14" fmla="*/ 98 w 290"/>
              <a:gd name="T15" fmla="*/ 249 h 266"/>
              <a:gd name="T16" fmla="*/ 62 w 290"/>
              <a:gd name="T17" fmla="*/ 261 h 266"/>
              <a:gd name="T18" fmla="*/ 14 w 290"/>
              <a:gd name="T19" fmla="*/ 166 h 266"/>
              <a:gd name="T20" fmla="*/ 61 w 290"/>
              <a:gd name="T21" fmla="*/ 130 h 266"/>
              <a:gd name="T22" fmla="*/ 106 w 290"/>
              <a:gd name="T23" fmla="*/ 93 h 266"/>
              <a:gd name="T24" fmla="*/ 151 w 290"/>
              <a:gd name="T25" fmla="*/ 61 h 266"/>
              <a:gd name="T26" fmla="*/ 196 w 290"/>
              <a:gd name="T27" fmla="*/ 9 h 266"/>
              <a:gd name="T28" fmla="*/ 204 w 290"/>
              <a:gd name="T29" fmla="*/ 17 h 266"/>
              <a:gd name="T30" fmla="*/ 165 w 290"/>
              <a:gd name="T31" fmla="*/ 65 h 266"/>
              <a:gd name="T32" fmla="*/ 196 w 290"/>
              <a:gd name="T33" fmla="*/ 83 h 266"/>
              <a:gd name="T34" fmla="*/ 242 w 290"/>
              <a:gd name="T35" fmla="*/ 31 h 266"/>
              <a:gd name="T36" fmla="*/ 204 w 290"/>
              <a:gd name="T37" fmla="*/ 17 h 266"/>
              <a:gd name="T38" fmla="*/ 202 w 290"/>
              <a:gd name="T39" fmla="*/ 92 h 266"/>
              <a:gd name="T40" fmla="*/ 212 w 290"/>
              <a:gd name="T41" fmla="*/ 116 h 266"/>
              <a:gd name="T42" fmla="*/ 265 w 290"/>
              <a:gd name="T43" fmla="*/ 77 h 266"/>
              <a:gd name="T44" fmla="*/ 265 w 290"/>
              <a:gd name="T45" fmla="*/ 25 h 266"/>
              <a:gd name="T46" fmla="*/ 202 w 290"/>
              <a:gd name="T47" fmla="*/ 92 h 266"/>
              <a:gd name="T48" fmla="*/ 124 w 290"/>
              <a:gd name="T49" fmla="*/ 102 h 266"/>
              <a:gd name="T50" fmla="*/ 54 w 290"/>
              <a:gd name="T51" fmla="*/ 148 h 266"/>
              <a:gd name="T52" fmla="*/ 81 w 290"/>
              <a:gd name="T53" fmla="*/ 194 h 266"/>
              <a:gd name="T54" fmla="*/ 94 w 290"/>
              <a:gd name="T55" fmla="*/ 190 h 266"/>
              <a:gd name="T56" fmla="*/ 83 w 290"/>
              <a:gd name="T57" fmla="*/ 162 h 266"/>
              <a:gd name="T58" fmla="*/ 159 w 290"/>
              <a:gd name="T59" fmla="*/ 110 h 266"/>
              <a:gd name="T60" fmla="*/ 124 w 290"/>
              <a:gd name="T61" fmla="*/ 102 h 266"/>
              <a:gd name="T62" fmla="*/ 98 w 290"/>
              <a:gd name="T63" fmla="*/ 166 h 266"/>
              <a:gd name="T64" fmla="*/ 108 w 290"/>
              <a:gd name="T65" fmla="*/ 218 h 266"/>
              <a:gd name="T66" fmla="*/ 178 w 290"/>
              <a:gd name="T67" fmla="*/ 145 h 266"/>
              <a:gd name="T68" fmla="*/ 168 w 290"/>
              <a:gd name="T69" fmla="*/ 121 h 266"/>
              <a:gd name="T70" fmla="*/ 98 w 290"/>
              <a:gd name="T71" fmla="*/ 166 h 266"/>
              <a:gd name="T72" fmla="*/ 25 w 290"/>
              <a:gd name="T73" fmla="*/ 171 h 266"/>
              <a:gd name="T74" fmla="*/ 61 w 290"/>
              <a:gd name="T75" fmla="*/ 249 h 266"/>
              <a:gd name="T76" fmla="*/ 87 w 290"/>
              <a:gd name="T77" fmla="*/ 244 h 266"/>
              <a:gd name="T78" fmla="*/ 96 w 290"/>
              <a:gd name="T79" fmla="*/ 199 h 266"/>
              <a:gd name="T80" fmla="*/ 67 w 290"/>
              <a:gd name="T81" fmla="*/ 225 h 266"/>
              <a:gd name="T82" fmla="*/ 34 w 290"/>
              <a:gd name="T83" fmla="*/ 197 h 266"/>
              <a:gd name="T84" fmla="*/ 64 w 290"/>
              <a:gd name="T85" fmla="*/ 175 h 266"/>
              <a:gd name="T86" fmla="*/ 39 w 290"/>
              <a:gd name="T87" fmla="*/ 156 h 266"/>
              <a:gd name="T88" fmla="*/ 25 w 290"/>
              <a:gd name="T89" fmla="*/ 171 h 266"/>
              <a:gd name="T90" fmla="*/ 46 w 290"/>
              <a:gd name="T91" fmla="*/ 202 h 266"/>
              <a:gd name="T92" fmla="*/ 64 w 290"/>
              <a:gd name="T93" fmla="*/ 218 h 266"/>
              <a:gd name="T94" fmla="*/ 68 w 290"/>
              <a:gd name="T95" fmla="*/ 187 h 266"/>
              <a:gd name="T96" fmla="*/ 46 w 290"/>
              <a:gd name="T97" fmla="*/ 202 h 266"/>
              <a:gd name="T98" fmla="*/ 188 w 290"/>
              <a:gd name="T99" fmla="*/ 175 h 266"/>
              <a:gd name="T100" fmla="*/ 208 w 290"/>
              <a:gd name="T101" fmla="*/ 263 h 266"/>
              <a:gd name="T102" fmla="*/ 213 w 290"/>
              <a:gd name="T103" fmla="*/ 241 h 266"/>
              <a:gd name="T104" fmla="*/ 232 w 290"/>
              <a:gd name="T105" fmla="*/ 246 h 266"/>
              <a:gd name="T106" fmla="*/ 206 w 290"/>
              <a:gd name="T107" fmla="*/ 180 h 266"/>
              <a:gd name="T108" fmla="*/ 218 w 290"/>
              <a:gd name="T109" fmla="*/ 148 h 266"/>
              <a:gd name="T110" fmla="*/ 188 w 290"/>
              <a:gd name="T111" fmla="*/ 175 h 266"/>
              <a:gd name="T112" fmla="*/ 210 w 290"/>
              <a:gd name="T113" fmla="*/ 184 h 266"/>
              <a:gd name="T114" fmla="*/ 270 w 290"/>
              <a:gd name="T115" fmla="*/ 228 h 266"/>
              <a:gd name="T116" fmla="*/ 260 w 290"/>
              <a:gd name="T117" fmla="*/ 206 h 266"/>
              <a:gd name="T118" fmla="*/ 280 w 290"/>
              <a:gd name="T119" fmla="*/ 200 h 266"/>
              <a:gd name="T120" fmla="*/ 224 w 290"/>
              <a:gd name="T121" fmla="*/ 167 h 266"/>
              <a:gd name="T122" fmla="*/ 210 w 290"/>
              <a:gd name="T123" fmla="*/ 184 h 2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90" h="266">
                <a:moveTo>
                  <a:pt x="196" y="9"/>
                </a:moveTo>
                <a:cubicBezTo>
                  <a:pt x="215" y="0"/>
                  <a:pt x="236" y="10"/>
                  <a:pt x="251" y="22"/>
                </a:cubicBezTo>
                <a:cubicBezTo>
                  <a:pt x="256" y="17"/>
                  <a:pt x="261" y="12"/>
                  <a:pt x="266" y="6"/>
                </a:cubicBezTo>
                <a:cubicBezTo>
                  <a:pt x="283" y="28"/>
                  <a:pt x="290" y="63"/>
                  <a:pt x="273" y="86"/>
                </a:cubicBezTo>
                <a:cubicBezTo>
                  <a:pt x="254" y="102"/>
                  <a:pt x="233" y="115"/>
                  <a:pt x="214" y="130"/>
                </a:cubicBezTo>
                <a:cubicBezTo>
                  <a:pt x="214" y="133"/>
                  <a:pt x="214" y="139"/>
                  <a:pt x="214" y="142"/>
                </a:cubicBezTo>
                <a:cubicBezTo>
                  <a:pt x="200" y="153"/>
                  <a:pt x="189" y="172"/>
                  <a:pt x="169" y="170"/>
                </a:cubicBezTo>
                <a:cubicBezTo>
                  <a:pt x="143" y="194"/>
                  <a:pt x="120" y="222"/>
                  <a:pt x="98" y="249"/>
                </a:cubicBezTo>
                <a:cubicBezTo>
                  <a:pt x="90" y="260"/>
                  <a:pt x="75" y="266"/>
                  <a:pt x="62" y="261"/>
                </a:cubicBezTo>
                <a:cubicBezTo>
                  <a:pt x="23" y="250"/>
                  <a:pt x="0" y="204"/>
                  <a:pt x="14" y="166"/>
                </a:cubicBezTo>
                <a:cubicBezTo>
                  <a:pt x="22" y="146"/>
                  <a:pt x="45" y="142"/>
                  <a:pt x="61" y="130"/>
                </a:cubicBezTo>
                <a:cubicBezTo>
                  <a:pt x="77" y="119"/>
                  <a:pt x="98" y="112"/>
                  <a:pt x="106" y="93"/>
                </a:cubicBezTo>
                <a:cubicBezTo>
                  <a:pt x="118" y="78"/>
                  <a:pt x="133" y="65"/>
                  <a:pt x="151" y="61"/>
                </a:cubicBezTo>
                <a:cubicBezTo>
                  <a:pt x="169" y="46"/>
                  <a:pt x="181" y="26"/>
                  <a:pt x="196" y="9"/>
                </a:cubicBezTo>
                <a:close/>
                <a:moveTo>
                  <a:pt x="204" y="17"/>
                </a:moveTo>
                <a:cubicBezTo>
                  <a:pt x="192" y="33"/>
                  <a:pt x="179" y="50"/>
                  <a:pt x="165" y="65"/>
                </a:cubicBezTo>
                <a:cubicBezTo>
                  <a:pt x="176" y="70"/>
                  <a:pt x="186" y="76"/>
                  <a:pt x="196" y="83"/>
                </a:cubicBezTo>
                <a:cubicBezTo>
                  <a:pt x="211" y="66"/>
                  <a:pt x="231" y="51"/>
                  <a:pt x="242" y="31"/>
                </a:cubicBezTo>
                <a:cubicBezTo>
                  <a:pt x="232" y="20"/>
                  <a:pt x="218" y="17"/>
                  <a:pt x="204" y="17"/>
                </a:cubicBezTo>
                <a:close/>
                <a:moveTo>
                  <a:pt x="202" y="92"/>
                </a:moveTo>
                <a:cubicBezTo>
                  <a:pt x="205" y="100"/>
                  <a:pt x="209" y="108"/>
                  <a:pt x="212" y="116"/>
                </a:cubicBezTo>
                <a:cubicBezTo>
                  <a:pt x="229" y="103"/>
                  <a:pt x="249" y="92"/>
                  <a:pt x="265" y="77"/>
                </a:cubicBezTo>
                <a:cubicBezTo>
                  <a:pt x="275" y="62"/>
                  <a:pt x="270" y="41"/>
                  <a:pt x="265" y="25"/>
                </a:cubicBezTo>
                <a:cubicBezTo>
                  <a:pt x="245" y="48"/>
                  <a:pt x="224" y="71"/>
                  <a:pt x="202" y="92"/>
                </a:cubicBezTo>
                <a:close/>
                <a:moveTo>
                  <a:pt x="124" y="102"/>
                </a:moveTo>
                <a:cubicBezTo>
                  <a:pt x="102" y="118"/>
                  <a:pt x="78" y="134"/>
                  <a:pt x="54" y="148"/>
                </a:cubicBezTo>
                <a:cubicBezTo>
                  <a:pt x="68" y="159"/>
                  <a:pt x="77" y="176"/>
                  <a:pt x="81" y="194"/>
                </a:cubicBezTo>
                <a:cubicBezTo>
                  <a:pt x="85" y="192"/>
                  <a:pt x="90" y="191"/>
                  <a:pt x="94" y="190"/>
                </a:cubicBezTo>
                <a:cubicBezTo>
                  <a:pt x="90" y="181"/>
                  <a:pt x="86" y="172"/>
                  <a:pt x="83" y="162"/>
                </a:cubicBezTo>
                <a:cubicBezTo>
                  <a:pt x="108" y="145"/>
                  <a:pt x="138" y="133"/>
                  <a:pt x="159" y="110"/>
                </a:cubicBezTo>
                <a:cubicBezTo>
                  <a:pt x="149" y="105"/>
                  <a:pt x="135" y="92"/>
                  <a:pt x="124" y="102"/>
                </a:cubicBezTo>
                <a:close/>
                <a:moveTo>
                  <a:pt x="98" y="166"/>
                </a:moveTo>
                <a:cubicBezTo>
                  <a:pt x="105" y="183"/>
                  <a:pt x="109" y="200"/>
                  <a:pt x="108" y="218"/>
                </a:cubicBezTo>
                <a:cubicBezTo>
                  <a:pt x="129" y="192"/>
                  <a:pt x="154" y="168"/>
                  <a:pt x="178" y="145"/>
                </a:cubicBezTo>
                <a:cubicBezTo>
                  <a:pt x="174" y="137"/>
                  <a:pt x="171" y="129"/>
                  <a:pt x="168" y="121"/>
                </a:cubicBezTo>
                <a:cubicBezTo>
                  <a:pt x="145" y="137"/>
                  <a:pt x="123" y="154"/>
                  <a:pt x="98" y="166"/>
                </a:cubicBezTo>
                <a:close/>
                <a:moveTo>
                  <a:pt x="25" y="171"/>
                </a:moveTo>
                <a:cubicBezTo>
                  <a:pt x="15" y="201"/>
                  <a:pt x="31" y="238"/>
                  <a:pt x="61" y="249"/>
                </a:cubicBezTo>
                <a:cubicBezTo>
                  <a:pt x="70" y="252"/>
                  <a:pt x="81" y="252"/>
                  <a:pt x="87" y="244"/>
                </a:cubicBezTo>
                <a:cubicBezTo>
                  <a:pt x="97" y="231"/>
                  <a:pt x="97" y="214"/>
                  <a:pt x="96" y="199"/>
                </a:cubicBezTo>
                <a:cubicBezTo>
                  <a:pt x="86" y="208"/>
                  <a:pt x="77" y="217"/>
                  <a:pt x="67" y="225"/>
                </a:cubicBezTo>
                <a:cubicBezTo>
                  <a:pt x="49" y="231"/>
                  <a:pt x="37" y="212"/>
                  <a:pt x="34" y="197"/>
                </a:cubicBezTo>
                <a:cubicBezTo>
                  <a:pt x="44" y="190"/>
                  <a:pt x="54" y="183"/>
                  <a:pt x="64" y="175"/>
                </a:cubicBezTo>
                <a:cubicBezTo>
                  <a:pt x="57" y="168"/>
                  <a:pt x="50" y="158"/>
                  <a:pt x="39" y="156"/>
                </a:cubicBezTo>
                <a:cubicBezTo>
                  <a:pt x="32" y="159"/>
                  <a:pt x="26" y="164"/>
                  <a:pt x="25" y="171"/>
                </a:cubicBezTo>
                <a:close/>
                <a:moveTo>
                  <a:pt x="46" y="202"/>
                </a:moveTo>
                <a:cubicBezTo>
                  <a:pt x="51" y="208"/>
                  <a:pt x="57" y="213"/>
                  <a:pt x="64" y="218"/>
                </a:cubicBezTo>
                <a:cubicBezTo>
                  <a:pt x="68" y="208"/>
                  <a:pt x="70" y="198"/>
                  <a:pt x="68" y="187"/>
                </a:cubicBezTo>
                <a:cubicBezTo>
                  <a:pt x="61" y="192"/>
                  <a:pt x="53" y="197"/>
                  <a:pt x="46" y="202"/>
                </a:cubicBezTo>
                <a:close/>
                <a:moveTo>
                  <a:pt x="188" y="175"/>
                </a:moveTo>
                <a:cubicBezTo>
                  <a:pt x="183" y="206"/>
                  <a:pt x="191" y="237"/>
                  <a:pt x="208" y="263"/>
                </a:cubicBezTo>
                <a:cubicBezTo>
                  <a:pt x="209" y="256"/>
                  <a:pt x="211" y="248"/>
                  <a:pt x="213" y="241"/>
                </a:cubicBezTo>
                <a:cubicBezTo>
                  <a:pt x="219" y="243"/>
                  <a:pt x="225" y="245"/>
                  <a:pt x="232" y="246"/>
                </a:cubicBezTo>
                <a:cubicBezTo>
                  <a:pt x="218" y="227"/>
                  <a:pt x="207" y="205"/>
                  <a:pt x="206" y="180"/>
                </a:cubicBezTo>
                <a:cubicBezTo>
                  <a:pt x="215" y="171"/>
                  <a:pt x="219" y="160"/>
                  <a:pt x="218" y="148"/>
                </a:cubicBezTo>
                <a:cubicBezTo>
                  <a:pt x="207" y="156"/>
                  <a:pt x="197" y="164"/>
                  <a:pt x="188" y="175"/>
                </a:cubicBezTo>
                <a:close/>
                <a:moveTo>
                  <a:pt x="210" y="184"/>
                </a:moveTo>
                <a:cubicBezTo>
                  <a:pt x="226" y="204"/>
                  <a:pt x="247" y="218"/>
                  <a:pt x="270" y="228"/>
                </a:cubicBezTo>
                <a:cubicBezTo>
                  <a:pt x="267" y="221"/>
                  <a:pt x="264" y="214"/>
                  <a:pt x="260" y="206"/>
                </a:cubicBezTo>
                <a:cubicBezTo>
                  <a:pt x="267" y="204"/>
                  <a:pt x="274" y="202"/>
                  <a:pt x="280" y="200"/>
                </a:cubicBezTo>
                <a:cubicBezTo>
                  <a:pt x="259" y="193"/>
                  <a:pt x="239" y="183"/>
                  <a:pt x="224" y="167"/>
                </a:cubicBezTo>
                <a:cubicBezTo>
                  <a:pt x="220" y="173"/>
                  <a:pt x="215" y="179"/>
                  <a:pt x="210" y="184"/>
                </a:cubicBezTo>
                <a:close/>
              </a:path>
            </a:pathLst>
          </a:custGeom>
          <a:gradFill>
            <a:gsLst>
              <a:gs pos="0">
                <a:srgbClr val="007BD3"/>
              </a:gs>
              <a:gs pos="100000">
                <a:srgbClr val="034373"/>
              </a:gs>
            </a:gsLst>
            <a:lin ang="5400000" scaled="0"/>
          </a:grad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endParaRPr>
          </a:p>
        </p:txBody>
      </p:sp>
      <p:grpSp>
        <p:nvGrpSpPr>
          <p:cNvPr id="21" name="组合 20"/>
          <p:cNvGrpSpPr/>
          <p:nvPr/>
        </p:nvGrpSpPr>
        <p:grpSpPr>
          <a:xfrm>
            <a:off x="0" y="792000"/>
            <a:ext cx="5611240" cy="659766"/>
            <a:chOff x="-9" y="1110"/>
            <a:chExt cx="8837" cy="1039"/>
          </a:xfrm>
        </p:grpSpPr>
        <p:grpSp>
          <p:nvGrpSpPr>
            <p:cNvPr id="22" name="组合 21"/>
            <p:cNvGrpSpPr/>
            <p:nvPr/>
          </p:nvGrpSpPr>
          <p:grpSpPr>
            <a:xfrm>
              <a:off x="2004" y="1110"/>
              <a:ext cx="6824" cy="1039"/>
              <a:chOff x="574557" y="613893"/>
              <a:chExt cx="4332551" cy="659964"/>
            </a:xfrm>
          </p:grpSpPr>
          <p:sp>
            <p:nvSpPr>
              <p:cNvPr id="24" name="文本框 23"/>
              <p:cNvSpPr txBox="1"/>
              <p:nvPr/>
            </p:nvSpPr>
            <p:spPr>
              <a:xfrm>
                <a:off x="574557" y="613893"/>
                <a:ext cx="4332551" cy="583740"/>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algn="l"/>
                <a:r>
                  <a:rPr lang="zh-CN" altLang="en-US" b="1" dirty="0" smtClean="0">
                    <a:solidFill>
                      <a:srgbClr val="0064D2"/>
                    </a:solidFill>
                    <a:latin typeface="+mn-ea"/>
                    <a:cs typeface="+mn-ea"/>
                    <a:sym typeface="+mn-lt"/>
                  </a:rPr>
                  <a:t>任务目标和</a:t>
                </a:r>
                <a:r>
                  <a:rPr lang="zh-CN" altLang="en-US" b="1" dirty="0" smtClean="0">
                    <a:solidFill>
                      <a:srgbClr val="0064D2"/>
                    </a:solidFill>
                    <a:latin typeface="+mn-ea"/>
                    <a:cs typeface="+mn-ea"/>
                    <a:sym typeface="+mn-lt"/>
                  </a:rPr>
                  <a:t>重难点</a:t>
                </a:r>
                <a:endParaRPr lang="zh-CN" altLang="en-US" b="1" dirty="0" smtClean="0">
                  <a:solidFill>
                    <a:srgbClr val="0064D2"/>
                  </a:solidFill>
                  <a:latin typeface="+mn-ea"/>
                  <a:cs typeface="+mn-ea"/>
                  <a:sym typeface="+mn-lt"/>
                </a:endParaRPr>
              </a:p>
            </p:txBody>
          </p:sp>
          <p:cxnSp>
            <p:nvCxnSpPr>
              <p:cNvPr id="25" name="直接连接符 24"/>
              <p:cNvCxnSpPr/>
              <p:nvPr/>
            </p:nvCxnSpPr>
            <p:spPr>
              <a:xfrm>
                <a:off x="873861" y="1273857"/>
                <a:ext cx="701130" cy="0"/>
              </a:xfrm>
              <a:prstGeom prst="line">
                <a:avLst/>
              </a:prstGeom>
              <a:ln w="190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grpSp>
        <p:sp>
          <p:nvSpPr>
            <p:cNvPr id="23" name="文本框 22"/>
            <p:cNvSpPr txBox="1"/>
            <p:nvPr/>
          </p:nvSpPr>
          <p:spPr>
            <a:xfrm>
              <a:off x="-9" y="1110"/>
              <a:ext cx="1429" cy="919"/>
            </a:xfrm>
            <a:prstGeom prst="rect">
              <a:avLst/>
            </a:prstGeom>
            <a:noFill/>
          </p:spPr>
          <p:txBody>
            <a:bodyPr wrap="square" rtlCol="0">
              <a:spAutoFit/>
              <a:scene3d>
                <a:camera prst="orthographicFront"/>
                <a:lightRig rig="threePt" dir="t"/>
              </a:scene3d>
              <a:sp3d contourW="12700"/>
            </a:bodyPr>
            <a:lstStyle/>
            <a:p>
              <a:pPr algn="ctr"/>
              <a:r>
                <a:rPr lang="en-US" altLang="zh-CN" sz="3200" dirty="0" smtClean="0">
                  <a:solidFill>
                    <a:srgbClr val="3F396C"/>
                  </a:solidFill>
                  <a:latin typeface="思源宋体" panose="02020700000000000000" charset="-122"/>
                  <a:ea typeface="思源宋体" panose="02020700000000000000" charset="-122"/>
                </a:rPr>
                <a:t>02</a:t>
              </a:r>
              <a:endParaRPr lang="en-US" altLang="zh-CN" sz="3200" dirty="0">
                <a:solidFill>
                  <a:srgbClr val="3F396C"/>
                </a:solidFill>
                <a:latin typeface="思源宋体" panose="02020700000000000000" charset="-122"/>
                <a:ea typeface="思源宋体" panose="02020700000000000000" charset="-122"/>
              </a:endParaRPr>
            </a:p>
          </p:txBody>
        </p:sp>
      </p:grpSp>
      <p:sp>
        <p:nvSpPr>
          <p:cNvPr id="18" name="文本框 17"/>
          <p:cNvSpPr txBox="1"/>
          <p:nvPr/>
        </p:nvSpPr>
        <p:spPr>
          <a:xfrm>
            <a:off x="4849495" y="1638000"/>
            <a:ext cx="2613025" cy="46037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algn="l"/>
            <a:r>
              <a:rPr lang="zh-CN" altLang="en-US" sz="2400" b="1" dirty="0" smtClean="0">
                <a:solidFill>
                  <a:srgbClr val="FFC000"/>
                </a:solidFill>
                <a:latin typeface="+mn-ea"/>
                <a:cs typeface="+mn-ea"/>
                <a:sym typeface="+mn-lt"/>
              </a:rPr>
              <a:t>任务目标</a:t>
            </a:r>
            <a:endParaRPr lang="zh-CN" altLang="zh-CN" sz="2400" b="1" dirty="0">
              <a:solidFill>
                <a:srgbClr val="FFC000"/>
              </a:solidFill>
              <a:latin typeface="+mn-ea"/>
              <a:cs typeface="+mn-ea"/>
              <a:sym typeface="+mn-lt"/>
            </a:endParaRPr>
          </a:p>
        </p:txBody>
      </p:sp>
      <p:sp>
        <p:nvSpPr>
          <p:cNvPr id="20" name="文本框 19"/>
          <p:cNvSpPr txBox="1"/>
          <p:nvPr/>
        </p:nvSpPr>
        <p:spPr>
          <a:xfrm>
            <a:off x="4848225" y="3963600"/>
            <a:ext cx="2085975" cy="4616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algn="l"/>
            <a:r>
              <a:rPr lang="zh-CN" altLang="en-US" sz="2400" b="1" dirty="0" smtClean="0">
                <a:solidFill>
                  <a:srgbClr val="FFC000"/>
                </a:solidFill>
                <a:latin typeface="+mn-ea"/>
                <a:cs typeface="+mn-ea"/>
                <a:sym typeface="+mn-lt"/>
              </a:rPr>
              <a:t>任务重难点</a:t>
            </a:r>
            <a:endParaRPr lang="zh-CN" altLang="zh-CN" sz="2400" b="1" dirty="0">
              <a:solidFill>
                <a:srgbClr val="FFC000"/>
              </a:solidFill>
              <a:latin typeface="+mn-ea"/>
              <a:cs typeface="+mn-ea"/>
              <a:sym typeface="+mn-lt"/>
            </a:endParaRPr>
          </a:p>
        </p:txBody>
      </p:sp>
      <p:sp>
        <p:nvSpPr>
          <p:cNvPr id="4" name="文本框 3"/>
          <p:cNvSpPr txBox="1"/>
          <p:nvPr/>
        </p:nvSpPr>
        <p:spPr>
          <a:xfrm>
            <a:off x="4850400" y="2502000"/>
            <a:ext cx="6883200" cy="468630"/>
          </a:xfrm>
          <a:prstGeom prst="rect">
            <a:avLst/>
          </a:prstGeom>
          <a:noFill/>
        </p:spPr>
        <p:txBody>
          <a:bodyPr wrap="square" rtlCol="0">
            <a:noAutofit/>
          </a:bodyPr>
          <a:p>
            <a:pPr marL="342900" lvl="0" indent="-342900" algn="l" fontAlgn="auto">
              <a:lnSpc>
                <a:spcPct val="150000"/>
              </a:lnSpc>
              <a:buFont typeface="Wingdings" panose="05000000000000000000" pitchFamily="2" charset="2"/>
              <a:buChar char="l"/>
            </a:pPr>
            <a:r>
              <a:rPr lang="zh-CN" dirty="0" smtClean="0">
                <a:latin typeface="Arial" panose="020B0604020202020204" pitchFamily="34" charset="0"/>
                <a:cs typeface="Times New Roman" panose="02020603050405020304" charset="0"/>
                <a:sym typeface="+mn-ea"/>
              </a:rPr>
              <a:t>从节点职责、变量契约、控制逻辑三维度评估工作流设计</a:t>
            </a:r>
            <a:endParaRPr lang="zh-CN" dirty="0" smtClean="0">
              <a:latin typeface="Arial" panose="020B0604020202020204" pitchFamily="34" charset="0"/>
              <a:cs typeface="Times New Roman" panose="02020603050405020304" charset="0"/>
              <a:sym typeface="+mn-ea"/>
            </a:endParaRPr>
          </a:p>
        </p:txBody>
      </p:sp>
      <p:sp>
        <p:nvSpPr>
          <p:cNvPr id="2" name="文本框 1"/>
          <p:cNvSpPr txBox="1"/>
          <p:nvPr/>
        </p:nvSpPr>
        <p:spPr>
          <a:xfrm>
            <a:off x="4850400" y="2034000"/>
            <a:ext cx="6883200" cy="468630"/>
          </a:xfrm>
          <a:prstGeom prst="rect">
            <a:avLst/>
          </a:prstGeom>
          <a:noFill/>
        </p:spPr>
        <p:txBody>
          <a:bodyPr wrap="square" rtlCol="0">
            <a:noAutofit/>
          </a:bodyPr>
          <a:p>
            <a:pPr marL="342900" lvl="0" indent="-342900" algn="l" fontAlgn="auto">
              <a:lnSpc>
                <a:spcPct val="150000"/>
              </a:lnSpc>
              <a:buFont typeface="Wingdings" panose="05000000000000000000" pitchFamily="2" charset="2"/>
              <a:buChar char="l"/>
            </a:pPr>
            <a:r>
              <a:rPr lang="zh-CN" dirty="0" smtClean="0">
                <a:latin typeface="Arial" panose="020B0604020202020204" pitchFamily="34" charset="0"/>
                <a:cs typeface="Arial" panose="020B0604020202020204" pitchFamily="34" charset="0"/>
                <a:sym typeface="+mn-ea"/>
              </a:rPr>
              <a:t>从系统编排视角理解</a:t>
            </a:r>
            <a:r>
              <a:rPr lang="en-US" altLang="zh-CN" dirty="0" smtClean="0">
                <a:latin typeface="Arial" panose="020B0604020202020204" pitchFamily="34" charset="0"/>
                <a:cs typeface="Arial" panose="020B0604020202020204" pitchFamily="34" charset="0"/>
                <a:sym typeface="+mn-ea"/>
              </a:rPr>
              <a:t>Agent</a:t>
            </a:r>
            <a:r>
              <a:rPr lang="zh-CN" altLang="en-US" dirty="0" smtClean="0">
                <a:latin typeface="Arial" panose="020B0604020202020204" pitchFamily="34" charset="0"/>
                <a:cs typeface="Arial" panose="020B0604020202020204" pitchFamily="34" charset="0"/>
                <a:sym typeface="+mn-ea"/>
              </a:rPr>
              <a:t>，不视大模型为唯一能力中心</a:t>
            </a:r>
            <a:endParaRPr lang="zh-CN" altLang="en-US" dirty="0" smtClean="0">
              <a:latin typeface="Arial" panose="020B0604020202020204" pitchFamily="34" charset="0"/>
              <a:cs typeface="Arial" panose="020B0604020202020204" pitchFamily="34" charset="0"/>
              <a:sym typeface="+mn-ea"/>
            </a:endParaRPr>
          </a:p>
        </p:txBody>
      </p:sp>
      <p:sp>
        <p:nvSpPr>
          <p:cNvPr id="3" name="文本框 2"/>
          <p:cNvSpPr txBox="1"/>
          <p:nvPr/>
        </p:nvSpPr>
        <p:spPr>
          <a:xfrm>
            <a:off x="4850400" y="2970000"/>
            <a:ext cx="6883200" cy="468630"/>
          </a:xfrm>
          <a:prstGeom prst="rect">
            <a:avLst/>
          </a:prstGeom>
          <a:noFill/>
        </p:spPr>
        <p:txBody>
          <a:bodyPr wrap="square" rtlCol="0">
            <a:noAutofit/>
          </a:bodyPr>
          <a:p>
            <a:pPr marL="342900" lvl="0" indent="-342900" algn="l" fontAlgn="auto">
              <a:lnSpc>
                <a:spcPct val="150000"/>
              </a:lnSpc>
              <a:buFont typeface="Wingdings" panose="05000000000000000000" pitchFamily="2" charset="2"/>
              <a:buChar char="l"/>
            </a:pPr>
            <a:r>
              <a:rPr lang="zh-CN" dirty="0" smtClean="0">
                <a:latin typeface="Arial" panose="020B0604020202020204" pitchFamily="34" charset="0"/>
                <a:cs typeface="Arial" panose="020B0604020202020204" pitchFamily="34" charset="0"/>
                <a:sym typeface="+mn-ea"/>
              </a:rPr>
              <a:t>在</a:t>
            </a:r>
            <a:r>
              <a:rPr lang="en-US" altLang="zh-CN" dirty="0" smtClean="0">
                <a:latin typeface="Arial" panose="020B0604020202020204" pitchFamily="34" charset="0"/>
                <a:cs typeface="Arial" panose="020B0604020202020204" pitchFamily="34" charset="0"/>
                <a:sym typeface="+mn-ea"/>
              </a:rPr>
              <a:t>Chatflow</a:t>
            </a:r>
            <a:r>
              <a:rPr lang="zh-CN" altLang="en-US" dirty="0" smtClean="0">
                <a:latin typeface="Arial" panose="020B0604020202020204" pitchFamily="34" charset="0"/>
                <a:cs typeface="Arial" panose="020B0604020202020204" pitchFamily="34" charset="0"/>
                <a:sym typeface="+mn-ea"/>
              </a:rPr>
              <a:t>中配置记忆机制，实现意图路由与多轮澄清</a:t>
            </a:r>
            <a:endParaRPr lang="zh-CN" altLang="en-US" dirty="0" smtClean="0">
              <a:latin typeface="Arial" panose="020B0604020202020204" pitchFamily="34" charset="0"/>
              <a:cs typeface="Arial" panose="020B0604020202020204" pitchFamily="34" charset="0"/>
              <a:sym typeface="+mn-ea"/>
            </a:endParaRPr>
          </a:p>
        </p:txBody>
      </p:sp>
      <p:sp>
        <p:nvSpPr>
          <p:cNvPr id="17" name="文本框 16"/>
          <p:cNvSpPr txBox="1"/>
          <p:nvPr/>
        </p:nvSpPr>
        <p:spPr>
          <a:xfrm>
            <a:off x="4850400" y="3438000"/>
            <a:ext cx="6883200" cy="468630"/>
          </a:xfrm>
          <a:prstGeom prst="rect">
            <a:avLst/>
          </a:prstGeom>
          <a:noFill/>
        </p:spPr>
        <p:txBody>
          <a:bodyPr wrap="square" rtlCol="0">
            <a:noAutofit/>
          </a:bodyPr>
          <a:p>
            <a:pPr marL="342900" lvl="0" indent="-342900" algn="l" fontAlgn="auto">
              <a:lnSpc>
                <a:spcPct val="150000"/>
              </a:lnSpc>
              <a:buFont typeface="Wingdings" panose="05000000000000000000" pitchFamily="2" charset="2"/>
              <a:buChar char="l"/>
            </a:pPr>
            <a:endParaRPr lang="en-US" dirty="0" smtClean="0">
              <a:latin typeface="Arial" panose="020B0604020202020204" pitchFamily="34" charset="0"/>
              <a:cs typeface="Arial" panose="020B0604020202020204" pitchFamily="34" charset="0"/>
              <a:sym typeface="+mn-ea"/>
            </a:endParaRPr>
          </a:p>
        </p:txBody>
      </p:sp>
      <p:sp>
        <p:nvSpPr>
          <p:cNvPr id="19" name="文本框 18"/>
          <p:cNvSpPr txBox="1"/>
          <p:nvPr/>
        </p:nvSpPr>
        <p:spPr>
          <a:xfrm>
            <a:off x="4848495" y="4374000"/>
            <a:ext cx="6883200" cy="468630"/>
          </a:xfrm>
          <a:prstGeom prst="rect">
            <a:avLst/>
          </a:prstGeom>
          <a:noFill/>
        </p:spPr>
        <p:txBody>
          <a:bodyPr wrap="square" rtlCol="0">
            <a:noAutofit/>
          </a:bodyPr>
          <a:p>
            <a:pPr marL="342900" lvl="0" indent="-342900" algn="l" fontAlgn="auto">
              <a:lnSpc>
                <a:spcPct val="150000"/>
              </a:lnSpc>
              <a:buFont typeface="Wingdings" panose="05000000000000000000" pitchFamily="2" charset="2"/>
              <a:buChar char="l"/>
            </a:pPr>
            <a:r>
              <a:rPr lang="zh-CN" altLang="en-US" dirty="0" smtClean="0">
                <a:latin typeface="Arial" panose="020B0604020202020204" pitchFamily="34" charset="0"/>
                <a:cs typeface="Times New Roman" panose="02020603050405020304" charset="0"/>
                <a:sym typeface="+mn-ea"/>
              </a:rPr>
              <a:t>重点：掌握节点编排、变量传递、控制流设计与对话状态管理的基本方法；</a:t>
            </a:r>
            <a:endParaRPr lang="zh-CN" altLang="en-US" dirty="0" smtClean="0">
              <a:latin typeface="Arial" panose="020B0604020202020204" pitchFamily="34" charset="0"/>
              <a:cs typeface="Times New Roman" panose="02020603050405020304" charset="0"/>
              <a:sym typeface="+mn-ea"/>
            </a:endParaRPr>
          </a:p>
        </p:txBody>
      </p:sp>
      <p:sp>
        <p:nvSpPr>
          <p:cNvPr id="28" name="文本框 27"/>
          <p:cNvSpPr txBox="1"/>
          <p:nvPr/>
        </p:nvSpPr>
        <p:spPr>
          <a:xfrm>
            <a:off x="4850400" y="4842000"/>
            <a:ext cx="6883200" cy="468630"/>
          </a:xfrm>
          <a:prstGeom prst="rect">
            <a:avLst/>
          </a:prstGeom>
          <a:noFill/>
        </p:spPr>
        <p:txBody>
          <a:bodyPr wrap="square" rtlCol="0">
            <a:noAutofit/>
          </a:bodyPr>
          <a:p>
            <a:pPr marL="342900" lvl="0" indent="-342900" algn="l" fontAlgn="auto">
              <a:lnSpc>
                <a:spcPct val="150000"/>
              </a:lnSpc>
              <a:buFont typeface="Wingdings" panose="05000000000000000000" pitchFamily="2" charset="2"/>
              <a:buChar char="l"/>
            </a:pPr>
            <a:r>
              <a:rPr lang="zh-CN" altLang="en-US" dirty="0" smtClean="0">
                <a:latin typeface="Arial" panose="020B0604020202020204" pitchFamily="34" charset="0"/>
                <a:cs typeface="Times New Roman" panose="02020603050405020304" charset="0"/>
                <a:sym typeface="+mn-ea"/>
              </a:rPr>
              <a:t>难点：从提示词调优过渡到系统编排思维，理解要素联动</a:t>
            </a:r>
            <a:endParaRPr lang="zh-CN" altLang="en-US" dirty="0" smtClean="0">
              <a:latin typeface="Arial" panose="020B0604020202020204" pitchFamily="34" charset="0"/>
              <a:cs typeface="Times New Roman" panose="02020603050405020304" charset="0"/>
              <a:sym typeface="+mn-ea"/>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5982970" y="2061210"/>
            <a:ext cx="528955" cy="71755"/>
            <a:chOff x="5831400" y="1495425"/>
            <a:chExt cx="529200" cy="72000"/>
          </a:xfrm>
        </p:grpSpPr>
        <p:sp>
          <p:nvSpPr>
            <p:cNvPr id="22" name="椭圆 21"/>
            <p:cNvSpPr/>
            <p:nvPr/>
          </p:nvSpPr>
          <p:spPr>
            <a:xfrm>
              <a:off x="5831400" y="1495425"/>
              <a:ext cx="72000" cy="720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50000"/>
                </a:lnSpc>
                <a:spcBef>
                  <a:spcPts val="0"/>
                </a:spcBef>
                <a:spcAft>
                  <a:spcPts val="0"/>
                </a:spcAft>
                <a:buClrTx/>
                <a:buSzTx/>
                <a:buFontTx/>
                <a:buNone/>
                <a:defRPr/>
              </a:pPr>
              <a:endParaRPr kumimoji="0" lang="en-US" sz="1800" b="0" i="0" u="none" strike="noStrike" kern="1200" cap="none" spc="0" normalizeH="0" baseline="0" noProof="0">
                <a:ln>
                  <a:noFill/>
                </a:ln>
                <a:solidFill>
                  <a:srgbClr val="303030"/>
                </a:solidFill>
                <a:effectLst/>
                <a:uLnTx/>
                <a:uFillTx/>
                <a:latin typeface="Arial" panose="020B0604020202020204"/>
                <a:ea typeface="微软雅黑" panose="020B0503020204020204" pitchFamily="34" charset="-122"/>
                <a:cs typeface="+mn-ea"/>
                <a:sym typeface="+mn-lt"/>
              </a:endParaRPr>
            </a:p>
          </p:txBody>
        </p:sp>
        <p:sp>
          <p:nvSpPr>
            <p:cNvPr id="23" name="椭圆 22"/>
            <p:cNvSpPr/>
            <p:nvPr/>
          </p:nvSpPr>
          <p:spPr>
            <a:xfrm>
              <a:off x="5983800" y="1495425"/>
              <a:ext cx="72000" cy="720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50000"/>
                </a:lnSpc>
                <a:spcBef>
                  <a:spcPts val="0"/>
                </a:spcBef>
                <a:spcAft>
                  <a:spcPts val="0"/>
                </a:spcAft>
                <a:buClrTx/>
                <a:buSzTx/>
                <a:buFontTx/>
                <a:buNone/>
                <a:defRPr/>
              </a:pPr>
              <a:endParaRPr kumimoji="0" lang="en-US" sz="1800" b="0" i="0" u="none" strike="noStrike" kern="1200" cap="none" spc="0" normalizeH="0" baseline="0" noProof="0">
                <a:ln>
                  <a:noFill/>
                </a:ln>
                <a:solidFill>
                  <a:srgbClr val="303030"/>
                </a:solidFill>
                <a:effectLst/>
                <a:uLnTx/>
                <a:uFillTx/>
                <a:latin typeface="Arial" panose="020B0604020202020204"/>
                <a:ea typeface="微软雅黑" panose="020B0503020204020204" pitchFamily="34" charset="-122"/>
                <a:cs typeface="+mn-ea"/>
                <a:sym typeface="+mn-lt"/>
              </a:endParaRPr>
            </a:p>
          </p:txBody>
        </p:sp>
        <p:sp>
          <p:nvSpPr>
            <p:cNvPr id="5" name="椭圆 4"/>
            <p:cNvSpPr/>
            <p:nvPr/>
          </p:nvSpPr>
          <p:spPr>
            <a:xfrm>
              <a:off x="6136200" y="1495425"/>
              <a:ext cx="72000" cy="7200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50000"/>
                </a:lnSpc>
                <a:spcBef>
                  <a:spcPts val="0"/>
                </a:spcBef>
                <a:spcAft>
                  <a:spcPts val="0"/>
                </a:spcAft>
                <a:buClrTx/>
                <a:buSzTx/>
                <a:buFontTx/>
                <a:buNone/>
                <a:defRPr/>
              </a:pPr>
              <a:endParaRPr kumimoji="0" lang="en-US" sz="1800" b="0" i="0" u="none" strike="noStrike" kern="1200" cap="none" spc="0" normalizeH="0" baseline="0" noProof="0">
                <a:ln>
                  <a:noFill/>
                </a:ln>
                <a:solidFill>
                  <a:srgbClr val="303030"/>
                </a:solidFill>
                <a:effectLst/>
                <a:uLnTx/>
                <a:uFillTx/>
                <a:latin typeface="Arial" panose="020B0604020202020204"/>
                <a:ea typeface="微软雅黑" panose="020B0503020204020204" pitchFamily="34" charset="-122"/>
                <a:cs typeface="+mn-ea"/>
                <a:sym typeface="+mn-lt"/>
              </a:endParaRPr>
            </a:p>
          </p:txBody>
        </p:sp>
        <p:sp>
          <p:nvSpPr>
            <p:cNvPr id="6" name="椭圆 5"/>
            <p:cNvSpPr/>
            <p:nvPr/>
          </p:nvSpPr>
          <p:spPr>
            <a:xfrm>
              <a:off x="6288600" y="1495425"/>
              <a:ext cx="72000" cy="7200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50000"/>
                </a:lnSpc>
                <a:spcBef>
                  <a:spcPts val="0"/>
                </a:spcBef>
                <a:spcAft>
                  <a:spcPts val="0"/>
                </a:spcAft>
                <a:buClrTx/>
                <a:buSzTx/>
                <a:buFontTx/>
                <a:buNone/>
                <a:defRPr/>
              </a:pPr>
              <a:endParaRPr kumimoji="0" lang="en-US" sz="1800" b="0" i="0" u="none" strike="noStrike" kern="1200" cap="none" spc="0" normalizeH="0" baseline="0" noProof="0">
                <a:ln>
                  <a:noFill/>
                </a:ln>
                <a:solidFill>
                  <a:srgbClr val="303030"/>
                </a:solidFill>
                <a:effectLst/>
                <a:uLnTx/>
                <a:uFillTx/>
                <a:latin typeface="Arial" panose="020B0604020202020204"/>
                <a:ea typeface="微软雅黑" panose="020B0503020204020204" pitchFamily="34" charset="-122"/>
                <a:cs typeface="+mn-ea"/>
                <a:sym typeface="+mn-lt"/>
              </a:endParaRPr>
            </a:p>
          </p:txBody>
        </p:sp>
      </p:grpSp>
      <p:grpSp>
        <p:nvGrpSpPr>
          <p:cNvPr id="18" name="组合 17"/>
          <p:cNvGrpSpPr/>
          <p:nvPr>
            <p:custDataLst>
              <p:tags r:id="rId1"/>
            </p:custDataLst>
          </p:nvPr>
        </p:nvGrpSpPr>
        <p:grpSpPr>
          <a:xfrm>
            <a:off x="1019810" y="2407403"/>
            <a:ext cx="3578068" cy="829945"/>
            <a:chOff x="1019810" y="2115568"/>
            <a:chExt cx="3578068" cy="829945"/>
          </a:xfrm>
        </p:grpSpPr>
        <p:sp>
          <p:nvSpPr>
            <p:cNvPr id="8" name="文本框 7"/>
            <p:cNvSpPr txBox="1"/>
            <p:nvPr>
              <p:custDataLst>
                <p:tags r:id="rId2"/>
              </p:custDataLst>
            </p:nvPr>
          </p:nvSpPr>
          <p:spPr>
            <a:xfrm flipH="1">
              <a:off x="2214341" y="2298448"/>
              <a:ext cx="2383537" cy="52197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ea"/>
                  <a:sym typeface="+mn-ea"/>
                </a:rPr>
                <a:t>任务描述</a:t>
              </a:r>
              <a:endParaRPr kumimoji="0" lang="zh-CN" altLang="en-US" sz="280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ea"/>
                <a:sym typeface="+mn-ea"/>
              </a:endParaRPr>
            </a:p>
          </p:txBody>
        </p:sp>
        <p:sp>
          <p:nvSpPr>
            <p:cNvPr id="14" name="文本框 13"/>
            <p:cNvSpPr txBox="1"/>
            <p:nvPr>
              <p:custDataLst>
                <p:tags r:id="rId3"/>
              </p:custDataLst>
            </p:nvPr>
          </p:nvSpPr>
          <p:spPr>
            <a:xfrm>
              <a:off x="1019810" y="2115568"/>
              <a:ext cx="961884" cy="82994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4800" b="0" i="0" u="none" strike="noStrike" kern="1200" cap="none" spc="0" normalizeH="0" baseline="0" noProof="0">
                  <a:ln>
                    <a:noFill/>
                  </a:ln>
                  <a:solidFill>
                    <a:srgbClr val="303030"/>
                  </a:solidFill>
                  <a:effectLst/>
                  <a:uLnTx/>
                  <a:uFillTx/>
                  <a:latin typeface="+mn-ea"/>
                  <a:cs typeface="+mn-ea"/>
                  <a:sym typeface="+mn-lt"/>
                </a:rPr>
                <a:t>01</a:t>
              </a:r>
              <a:endParaRPr kumimoji="0" lang="en-US" sz="4800" b="0" i="0" u="none" strike="noStrike" kern="1200" cap="none" spc="0" normalizeH="0" baseline="0" noProof="0">
                <a:ln>
                  <a:noFill/>
                </a:ln>
                <a:solidFill>
                  <a:srgbClr val="303030"/>
                </a:solidFill>
                <a:effectLst/>
                <a:uLnTx/>
                <a:uFillTx/>
                <a:latin typeface="+mn-ea"/>
                <a:cs typeface="+mn-ea"/>
                <a:sym typeface="+mn-lt"/>
              </a:endParaRPr>
            </a:p>
          </p:txBody>
        </p:sp>
        <p:cxnSp>
          <p:nvCxnSpPr>
            <p:cNvPr id="15" name="直接连接符 14"/>
            <p:cNvCxnSpPr/>
            <p:nvPr>
              <p:custDataLst>
                <p:tags r:id="rId4"/>
              </p:custDataLst>
            </p:nvPr>
          </p:nvCxnSpPr>
          <p:spPr>
            <a:xfrm flipH="1">
              <a:off x="1978973" y="2302258"/>
              <a:ext cx="127208" cy="45720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grpSp>
      <p:grpSp>
        <p:nvGrpSpPr>
          <p:cNvPr id="13" name="组合 12"/>
          <p:cNvGrpSpPr/>
          <p:nvPr>
            <p:custDataLst>
              <p:tags r:id="rId5"/>
            </p:custDataLst>
          </p:nvPr>
        </p:nvGrpSpPr>
        <p:grpSpPr>
          <a:xfrm>
            <a:off x="1019810" y="3342914"/>
            <a:ext cx="5267818" cy="829945"/>
            <a:chOff x="1019810" y="3241423"/>
            <a:chExt cx="5267818" cy="829945"/>
          </a:xfrm>
        </p:grpSpPr>
        <p:sp>
          <p:nvSpPr>
            <p:cNvPr id="21" name="文本框 20"/>
            <p:cNvSpPr txBox="1"/>
            <p:nvPr>
              <p:custDataLst>
                <p:tags r:id="rId6"/>
              </p:custDataLst>
            </p:nvPr>
          </p:nvSpPr>
          <p:spPr>
            <a:xfrm flipH="1">
              <a:off x="2214341" y="3424938"/>
              <a:ext cx="4073287" cy="521970"/>
            </a:xfrm>
            <a:prstGeom prst="rect">
              <a:avLst/>
            </a:prstGeom>
            <a:noFill/>
          </p:spPr>
          <p:txBody>
            <a:bodyPr wrap="square" rtlCol="0">
              <a:spAutoFit/>
            </a:bodyPr>
            <a:lstStyle/>
            <a:p>
              <a:pPr eaLnBrk="0" hangingPunct="0"/>
              <a:r>
                <a:rPr lang="zh-CN" altLang="en-US" sz="2800" dirty="0">
                  <a:solidFill>
                    <a:schemeClr val="tx1"/>
                  </a:solidFill>
                  <a:cs typeface="+mn-ea"/>
                  <a:sym typeface="+mn-lt"/>
                </a:rPr>
                <a:t>任务目标和重难点</a:t>
              </a:r>
              <a:endParaRPr lang="zh-CN" altLang="en-US" sz="2800" dirty="0">
                <a:solidFill>
                  <a:schemeClr val="tx1"/>
                </a:solidFill>
                <a:cs typeface="+mn-ea"/>
                <a:sym typeface="+mn-lt"/>
              </a:endParaRPr>
            </a:p>
          </p:txBody>
        </p:sp>
        <p:sp>
          <p:nvSpPr>
            <p:cNvPr id="34" name="文本框 33"/>
            <p:cNvSpPr txBox="1"/>
            <p:nvPr>
              <p:custDataLst>
                <p:tags r:id="rId7"/>
              </p:custDataLst>
            </p:nvPr>
          </p:nvSpPr>
          <p:spPr>
            <a:xfrm>
              <a:off x="1019810" y="3241423"/>
              <a:ext cx="870751" cy="82994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4800" b="0" i="0" u="none" strike="noStrike" kern="1200" cap="none" spc="0" normalizeH="0" baseline="0" noProof="0" dirty="0">
                  <a:ln>
                    <a:noFill/>
                  </a:ln>
                  <a:solidFill>
                    <a:srgbClr val="303030"/>
                  </a:solidFill>
                  <a:effectLst/>
                  <a:uLnTx/>
                  <a:uFillTx/>
                  <a:latin typeface="Arial" panose="020B0604020202020204"/>
                  <a:ea typeface="微软雅黑" panose="020B0503020204020204" pitchFamily="34" charset="-122"/>
                  <a:cs typeface="+mn-ea"/>
                  <a:sym typeface="+mn-lt"/>
                </a:rPr>
                <a:t>02</a:t>
              </a:r>
              <a:endParaRPr kumimoji="0" lang="en-US" sz="4800" b="0" i="0" u="none" strike="noStrike" kern="1200" cap="none" spc="0" normalizeH="0" baseline="0" noProof="0" dirty="0">
                <a:ln>
                  <a:noFill/>
                </a:ln>
                <a:solidFill>
                  <a:srgbClr val="303030"/>
                </a:solidFill>
                <a:effectLst/>
                <a:uLnTx/>
                <a:uFillTx/>
                <a:latin typeface="Arial" panose="020B0604020202020204"/>
                <a:ea typeface="微软雅黑" panose="020B0503020204020204" pitchFamily="34" charset="-122"/>
                <a:cs typeface="+mn-ea"/>
                <a:sym typeface="+mn-lt"/>
              </a:endParaRPr>
            </a:p>
          </p:txBody>
        </p:sp>
        <p:cxnSp>
          <p:nvCxnSpPr>
            <p:cNvPr id="35" name="直接连接符 34"/>
            <p:cNvCxnSpPr/>
            <p:nvPr>
              <p:custDataLst>
                <p:tags r:id="rId8"/>
              </p:custDataLst>
            </p:nvPr>
          </p:nvCxnSpPr>
          <p:spPr>
            <a:xfrm flipH="1">
              <a:off x="1978973" y="3428113"/>
              <a:ext cx="127208" cy="45720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grpSp>
      <p:grpSp>
        <p:nvGrpSpPr>
          <p:cNvPr id="26" name="组合 25"/>
          <p:cNvGrpSpPr/>
          <p:nvPr>
            <p:custDataLst>
              <p:tags r:id="rId9"/>
            </p:custDataLst>
          </p:nvPr>
        </p:nvGrpSpPr>
        <p:grpSpPr>
          <a:xfrm>
            <a:off x="1019810" y="4262394"/>
            <a:ext cx="4068621" cy="829945"/>
            <a:chOff x="1019810" y="5599430"/>
            <a:chExt cx="4068621" cy="829945"/>
          </a:xfrm>
        </p:grpSpPr>
        <p:sp>
          <p:nvSpPr>
            <p:cNvPr id="31" name="文本框 30"/>
            <p:cNvSpPr txBox="1"/>
            <p:nvPr>
              <p:custDataLst>
                <p:tags r:id="rId10"/>
              </p:custDataLst>
            </p:nvPr>
          </p:nvSpPr>
          <p:spPr>
            <a:xfrm flipH="1">
              <a:off x="2214342" y="5782945"/>
              <a:ext cx="2874089" cy="521970"/>
            </a:xfrm>
            <a:prstGeom prst="rect">
              <a:avLst/>
            </a:prstGeom>
            <a:noFill/>
          </p:spPr>
          <p:txBody>
            <a:bodyPr wrap="square" rtlCol="0">
              <a:spAutoFit/>
            </a:bodyPr>
            <a:lstStyle/>
            <a:p>
              <a:pPr eaLnBrk="0" hangingPunct="0"/>
              <a:r>
                <a:rPr kumimoji="0" lang="zh-CN" altLang="en-US" sz="2800" b="1" i="0" u="none" strike="noStrike" kern="1200" cap="none" spc="0" normalizeH="0" baseline="0" noProof="0" dirty="0">
                  <a:ln>
                    <a:noFill/>
                  </a:ln>
                  <a:solidFill>
                    <a:srgbClr val="0064D2"/>
                  </a:solidFill>
                  <a:effectLst/>
                  <a:uLnTx/>
                  <a:uFillTx/>
                  <a:latin typeface="Arial" panose="020B0604020202020204"/>
                  <a:ea typeface="微软雅黑" panose="020B0503020204020204" pitchFamily="34" charset="-122"/>
                  <a:cs typeface="+mn-ea"/>
                  <a:sym typeface="+mn-lt"/>
                </a:rPr>
                <a:t>知识储备</a:t>
              </a:r>
              <a:endParaRPr kumimoji="0" lang="zh-CN" altLang="en-US" sz="2800" b="1" i="0" u="none" strike="noStrike" kern="1200" cap="none" spc="0" normalizeH="0" baseline="0" noProof="0" dirty="0">
                <a:ln>
                  <a:noFill/>
                </a:ln>
                <a:solidFill>
                  <a:srgbClr val="0064D2"/>
                </a:solidFill>
                <a:effectLst/>
                <a:uLnTx/>
                <a:uFillTx/>
                <a:latin typeface="Arial" panose="020B0604020202020204"/>
                <a:ea typeface="微软雅黑" panose="020B0503020204020204" pitchFamily="34" charset="-122"/>
                <a:cs typeface="+mn-ea"/>
                <a:sym typeface="+mn-lt"/>
              </a:endParaRPr>
            </a:p>
          </p:txBody>
        </p:sp>
        <p:sp>
          <p:nvSpPr>
            <p:cNvPr id="32" name="文本框 31"/>
            <p:cNvSpPr txBox="1"/>
            <p:nvPr>
              <p:custDataLst>
                <p:tags r:id="rId11"/>
              </p:custDataLst>
            </p:nvPr>
          </p:nvSpPr>
          <p:spPr>
            <a:xfrm>
              <a:off x="1019810" y="5599430"/>
              <a:ext cx="870751" cy="82994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4800" b="0" i="0" u="none" strike="noStrike" kern="1200" cap="none" spc="0" normalizeH="0" baseline="0" noProof="0" dirty="0" smtClean="0">
                  <a:ln>
                    <a:noFill/>
                  </a:ln>
                  <a:solidFill>
                    <a:srgbClr val="303030"/>
                  </a:solidFill>
                  <a:effectLst/>
                  <a:uLnTx/>
                  <a:uFillTx/>
                  <a:latin typeface="Arial" panose="020B0604020202020204"/>
                  <a:ea typeface="微软雅黑" panose="020B0503020204020204" pitchFamily="34" charset="-122"/>
                  <a:cs typeface="+mn-ea"/>
                  <a:sym typeface="+mn-lt"/>
                </a:rPr>
                <a:t>03</a:t>
              </a:r>
              <a:endParaRPr kumimoji="0" lang="en-US" sz="4800" b="0" i="0" u="none" strike="noStrike" kern="1200" cap="none" spc="0" normalizeH="0" baseline="0" noProof="0" dirty="0">
                <a:ln>
                  <a:noFill/>
                </a:ln>
                <a:solidFill>
                  <a:srgbClr val="303030"/>
                </a:solidFill>
                <a:effectLst/>
                <a:uLnTx/>
                <a:uFillTx/>
                <a:latin typeface="Arial" panose="020B0604020202020204"/>
                <a:ea typeface="微软雅黑" panose="020B0503020204020204" pitchFamily="34" charset="-122"/>
                <a:cs typeface="+mn-ea"/>
                <a:sym typeface="+mn-lt"/>
              </a:endParaRPr>
            </a:p>
          </p:txBody>
        </p:sp>
        <p:cxnSp>
          <p:nvCxnSpPr>
            <p:cNvPr id="33" name="直接连接符 32"/>
            <p:cNvCxnSpPr/>
            <p:nvPr>
              <p:custDataLst>
                <p:tags r:id="rId12"/>
              </p:custDataLst>
            </p:nvPr>
          </p:nvCxnSpPr>
          <p:spPr>
            <a:xfrm flipH="1">
              <a:off x="1978973" y="5786120"/>
              <a:ext cx="127208" cy="45720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grpSp>
      <p:grpSp>
        <p:nvGrpSpPr>
          <p:cNvPr id="55" name="组合 54"/>
          <p:cNvGrpSpPr/>
          <p:nvPr>
            <p:custDataLst>
              <p:tags r:id="rId13"/>
            </p:custDataLst>
          </p:nvPr>
        </p:nvGrpSpPr>
        <p:grpSpPr>
          <a:xfrm>
            <a:off x="6848992" y="2405673"/>
            <a:ext cx="4068621" cy="829945"/>
            <a:chOff x="1019810" y="5599430"/>
            <a:chExt cx="4068621" cy="829945"/>
          </a:xfrm>
        </p:grpSpPr>
        <p:sp>
          <p:nvSpPr>
            <p:cNvPr id="56" name="文本框 55"/>
            <p:cNvSpPr txBox="1"/>
            <p:nvPr>
              <p:custDataLst>
                <p:tags r:id="rId14"/>
              </p:custDataLst>
            </p:nvPr>
          </p:nvSpPr>
          <p:spPr>
            <a:xfrm flipH="1">
              <a:off x="2214342" y="5782945"/>
              <a:ext cx="2874089" cy="521970"/>
            </a:xfrm>
            <a:prstGeom prst="rect">
              <a:avLst/>
            </a:prstGeom>
            <a:noFill/>
          </p:spPr>
          <p:txBody>
            <a:bodyPr wrap="square" rtlCol="0">
              <a:spAutoFit/>
            </a:bodyPr>
            <a:lstStyle/>
            <a:p>
              <a:pPr eaLnBrk="0" hangingPunct="0"/>
              <a:r>
                <a:rPr kumimoji="0" lang="zh-CN" altLang="en-US" sz="2800" b="0" i="0" u="none" strike="noStrike" kern="1200" cap="none" spc="0" normalizeH="0" baseline="0" noProof="0" dirty="0">
                  <a:ln>
                    <a:noFill/>
                  </a:ln>
                  <a:solidFill>
                    <a:schemeClr val="tx1"/>
                  </a:solidFill>
                  <a:effectLst/>
                  <a:uLnTx/>
                  <a:uFillTx/>
                  <a:latin typeface="Arial" panose="020B0604020202020204"/>
                  <a:ea typeface="微软雅黑" panose="020B0503020204020204" pitchFamily="34" charset="-122"/>
                  <a:cs typeface="+mn-ea"/>
                  <a:sym typeface="+mn-lt"/>
                </a:rPr>
                <a:t>任务</a:t>
              </a:r>
              <a:r>
                <a:rPr kumimoji="0" lang="zh-CN" altLang="en-US" sz="2800" b="0" i="0" u="none" strike="noStrike" kern="1200" cap="none" spc="0" normalizeH="0" baseline="0" noProof="0" dirty="0">
                  <a:ln>
                    <a:noFill/>
                  </a:ln>
                  <a:solidFill>
                    <a:schemeClr val="tx1"/>
                  </a:solidFill>
                  <a:effectLst/>
                  <a:uLnTx/>
                  <a:uFillTx/>
                  <a:latin typeface="Arial" panose="020B0604020202020204"/>
                  <a:ea typeface="微软雅黑" panose="020B0503020204020204" pitchFamily="34" charset="-122"/>
                  <a:cs typeface="+mn-ea"/>
                  <a:sym typeface="+mn-lt"/>
                </a:rPr>
                <a:t>实施</a:t>
              </a:r>
              <a:endParaRPr kumimoji="0" lang="zh-CN" altLang="en-US" sz="2800" b="0" i="0" u="none" strike="noStrike" kern="1200" cap="none" spc="0" normalizeH="0" baseline="0" noProof="0" dirty="0">
                <a:ln>
                  <a:noFill/>
                </a:ln>
                <a:solidFill>
                  <a:schemeClr val="tx1"/>
                </a:solidFill>
                <a:effectLst/>
                <a:uLnTx/>
                <a:uFillTx/>
                <a:latin typeface="Arial" panose="020B0604020202020204"/>
                <a:ea typeface="微软雅黑" panose="020B0503020204020204" pitchFamily="34" charset="-122"/>
                <a:cs typeface="+mn-ea"/>
                <a:sym typeface="+mn-lt"/>
              </a:endParaRPr>
            </a:p>
          </p:txBody>
        </p:sp>
        <p:sp>
          <p:nvSpPr>
            <p:cNvPr id="57" name="文本框 56"/>
            <p:cNvSpPr txBox="1"/>
            <p:nvPr>
              <p:custDataLst>
                <p:tags r:id="rId15"/>
              </p:custDataLst>
            </p:nvPr>
          </p:nvSpPr>
          <p:spPr>
            <a:xfrm>
              <a:off x="1019810" y="5599430"/>
              <a:ext cx="870751" cy="82994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4800" b="0" i="0" u="none" strike="noStrike" kern="1200" cap="none" spc="0" normalizeH="0" baseline="0" noProof="0" dirty="0" smtClean="0">
                  <a:ln>
                    <a:noFill/>
                  </a:ln>
                  <a:solidFill>
                    <a:srgbClr val="303030"/>
                  </a:solidFill>
                  <a:effectLst/>
                  <a:uLnTx/>
                  <a:uFillTx/>
                  <a:latin typeface="Arial" panose="020B0604020202020204"/>
                  <a:ea typeface="微软雅黑" panose="020B0503020204020204" pitchFamily="34" charset="-122"/>
                  <a:cs typeface="+mn-ea"/>
                  <a:sym typeface="+mn-lt"/>
                </a:rPr>
                <a:t>04</a:t>
              </a:r>
              <a:endParaRPr kumimoji="0" lang="en-US" sz="4800" b="0" i="0" u="none" strike="noStrike" kern="1200" cap="none" spc="0" normalizeH="0" baseline="0" noProof="0" dirty="0">
                <a:ln>
                  <a:noFill/>
                </a:ln>
                <a:solidFill>
                  <a:srgbClr val="303030"/>
                </a:solidFill>
                <a:effectLst/>
                <a:uLnTx/>
                <a:uFillTx/>
                <a:latin typeface="Arial" panose="020B0604020202020204"/>
                <a:ea typeface="微软雅黑" panose="020B0503020204020204" pitchFamily="34" charset="-122"/>
                <a:cs typeface="+mn-ea"/>
                <a:sym typeface="+mn-lt"/>
              </a:endParaRPr>
            </a:p>
          </p:txBody>
        </p:sp>
        <p:cxnSp>
          <p:nvCxnSpPr>
            <p:cNvPr id="58" name="直接连接符 57"/>
            <p:cNvCxnSpPr/>
            <p:nvPr>
              <p:custDataLst>
                <p:tags r:id="rId16"/>
              </p:custDataLst>
            </p:nvPr>
          </p:nvCxnSpPr>
          <p:spPr>
            <a:xfrm flipH="1">
              <a:off x="1978973" y="5786120"/>
              <a:ext cx="127208" cy="45720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grpSp>
      <p:grpSp>
        <p:nvGrpSpPr>
          <p:cNvPr id="59" name="组合 58"/>
          <p:cNvGrpSpPr/>
          <p:nvPr>
            <p:custDataLst>
              <p:tags r:id="rId17"/>
            </p:custDataLst>
          </p:nvPr>
        </p:nvGrpSpPr>
        <p:grpSpPr>
          <a:xfrm>
            <a:off x="6848992" y="3342705"/>
            <a:ext cx="4068621" cy="829945"/>
            <a:chOff x="1019810" y="5599430"/>
            <a:chExt cx="4068621" cy="829945"/>
          </a:xfrm>
        </p:grpSpPr>
        <p:sp>
          <p:nvSpPr>
            <p:cNvPr id="60" name="文本框 59"/>
            <p:cNvSpPr txBox="1"/>
            <p:nvPr>
              <p:custDataLst>
                <p:tags r:id="rId18"/>
              </p:custDataLst>
            </p:nvPr>
          </p:nvSpPr>
          <p:spPr>
            <a:xfrm flipH="1">
              <a:off x="2214342" y="5782945"/>
              <a:ext cx="2874089" cy="521970"/>
            </a:xfrm>
            <a:prstGeom prst="rect">
              <a:avLst/>
            </a:prstGeom>
            <a:noFill/>
          </p:spPr>
          <p:txBody>
            <a:bodyPr wrap="square" rtlCol="0">
              <a:spAutoFit/>
            </a:bodyPr>
            <a:lstStyle/>
            <a:p>
              <a:pPr eaLnBrk="0" hangingPunct="0"/>
              <a:r>
                <a:rPr lang="zh-CN" altLang="en-US" sz="2800" dirty="0">
                  <a:solidFill>
                    <a:schemeClr val="tx1"/>
                  </a:solidFill>
                  <a:cs typeface="+mn-ea"/>
                  <a:sym typeface="+mn-lt"/>
                </a:rPr>
                <a:t>任务</a:t>
              </a:r>
              <a:r>
                <a:rPr lang="zh-CN" altLang="en-US" sz="2800" dirty="0">
                  <a:solidFill>
                    <a:schemeClr val="tx1"/>
                  </a:solidFill>
                  <a:cs typeface="+mn-ea"/>
                  <a:sym typeface="+mn-lt"/>
                </a:rPr>
                <a:t>小结</a:t>
              </a:r>
              <a:endParaRPr lang="zh-CN" altLang="en-US" sz="2800" dirty="0">
                <a:solidFill>
                  <a:schemeClr val="tx1"/>
                </a:solidFill>
                <a:cs typeface="+mn-ea"/>
                <a:sym typeface="+mn-lt"/>
              </a:endParaRPr>
            </a:p>
          </p:txBody>
        </p:sp>
        <p:sp>
          <p:nvSpPr>
            <p:cNvPr id="61" name="文本框 60"/>
            <p:cNvSpPr txBox="1"/>
            <p:nvPr>
              <p:custDataLst>
                <p:tags r:id="rId19"/>
              </p:custDataLst>
            </p:nvPr>
          </p:nvSpPr>
          <p:spPr>
            <a:xfrm>
              <a:off x="1019810" y="5599430"/>
              <a:ext cx="870751" cy="82994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4800" b="0" i="0" u="none" strike="noStrike" kern="1200" cap="none" spc="0" normalizeH="0" baseline="0" noProof="0" dirty="0" smtClean="0">
                  <a:ln>
                    <a:noFill/>
                  </a:ln>
                  <a:solidFill>
                    <a:srgbClr val="303030"/>
                  </a:solidFill>
                  <a:effectLst/>
                  <a:uLnTx/>
                  <a:uFillTx/>
                  <a:latin typeface="Arial" panose="020B0604020202020204"/>
                  <a:ea typeface="微软雅黑" panose="020B0503020204020204" pitchFamily="34" charset="-122"/>
                  <a:cs typeface="+mn-ea"/>
                  <a:sym typeface="+mn-lt"/>
                </a:rPr>
                <a:t>05</a:t>
              </a:r>
              <a:endParaRPr kumimoji="0" lang="en-US" sz="4800" b="0" i="0" u="none" strike="noStrike" kern="1200" cap="none" spc="0" normalizeH="0" baseline="0" noProof="0" dirty="0">
                <a:ln>
                  <a:noFill/>
                </a:ln>
                <a:solidFill>
                  <a:srgbClr val="303030"/>
                </a:solidFill>
                <a:effectLst/>
                <a:uLnTx/>
                <a:uFillTx/>
                <a:latin typeface="Arial" panose="020B0604020202020204"/>
                <a:ea typeface="微软雅黑" panose="020B0503020204020204" pitchFamily="34" charset="-122"/>
                <a:cs typeface="+mn-ea"/>
                <a:sym typeface="+mn-lt"/>
              </a:endParaRPr>
            </a:p>
          </p:txBody>
        </p:sp>
        <p:cxnSp>
          <p:nvCxnSpPr>
            <p:cNvPr id="62" name="直接连接符 61"/>
            <p:cNvCxnSpPr/>
            <p:nvPr>
              <p:custDataLst>
                <p:tags r:id="rId20"/>
              </p:custDataLst>
            </p:nvPr>
          </p:nvCxnSpPr>
          <p:spPr>
            <a:xfrm flipH="1">
              <a:off x="1978973" y="5786120"/>
              <a:ext cx="127208" cy="45720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grpSp>
      <p:grpSp>
        <p:nvGrpSpPr>
          <p:cNvPr id="2" name="组合 1"/>
          <p:cNvGrpSpPr/>
          <p:nvPr>
            <p:custDataLst>
              <p:tags r:id="rId21"/>
            </p:custDataLst>
          </p:nvPr>
        </p:nvGrpSpPr>
        <p:grpSpPr>
          <a:xfrm>
            <a:off x="6848992" y="4253930"/>
            <a:ext cx="4068621" cy="829945"/>
            <a:chOff x="1019810" y="5599430"/>
            <a:chExt cx="4068621" cy="829945"/>
          </a:xfrm>
        </p:grpSpPr>
        <p:sp>
          <p:nvSpPr>
            <p:cNvPr id="3" name="文本框 2"/>
            <p:cNvSpPr txBox="1"/>
            <p:nvPr>
              <p:custDataLst>
                <p:tags r:id="rId22"/>
              </p:custDataLst>
            </p:nvPr>
          </p:nvSpPr>
          <p:spPr>
            <a:xfrm flipH="1">
              <a:off x="2214342" y="5782945"/>
              <a:ext cx="2874089" cy="521970"/>
            </a:xfrm>
            <a:prstGeom prst="rect">
              <a:avLst/>
            </a:prstGeom>
            <a:noFill/>
          </p:spPr>
          <p:txBody>
            <a:bodyPr wrap="square" rtlCol="0">
              <a:spAutoFit/>
            </a:bodyPr>
            <a:lstStyle/>
            <a:p>
              <a:pPr eaLnBrk="0" hangingPunct="0"/>
              <a:r>
                <a:rPr lang="zh-CN" altLang="en-US" sz="2800" dirty="0">
                  <a:solidFill>
                    <a:schemeClr val="tx1"/>
                  </a:solidFill>
                  <a:cs typeface="+mn-ea"/>
                  <a:sym typeface="+mn-lt"/>
                </a:rPr>
                <a:t>任务</a:t>
              </a:r>
              <a:r>
                <a:rPr lang="zh-CN" altLang="en-US" sz="2800" dirty="0">
                  <a:solidFill>
                    <a:schemeClr val="tx1"/>
                  </a:solidFill>
                  <a:cs typeface="+mn-ea"/>
                  <a:sym typeface="+mn-lt"/>
                </a:rPr>
                <a:t>拓展</a:t>
              </a:r>
              <a:endParaRPr lang="zh-CN" altLang="en-US" sz="2800" dirty="0">
                <a:solidFill>
                  <a:schemeClr val="tx1"/>
                </a:solidFill>
                <a:cs typeface="+mn-ea"/>
                <a:sym typeface="+mn-lt"/>
              </a:endParaRPr>
            </a:p>
          </p:txBody>
        </p:sp>
        <p:sp>
          <p:nvSpPr>
            <p:cNvPr id="9" name="文本框 8"/>
            <p:cNvSpPr txBox="1"/>
            <p:nvPr>
              <p:custDataLst>
                <p:tags r:id="rId23"/>
              </p:custDataLst>
            </p:nvPr>
          </p:nvSpPr>
          <p:spPr>
            <a:xfrm>
              <a:off x="1019810" y="5599430"/>
              <a:ext cx="870751" cy="82994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4800" b="0" i="0" u="none" strike="noStrike" kern="1200" cap="none" spc="0" normalizeH="0" baseline="0" noProof="0" dirty="0" smtClean="0">
                  <a:ln>
                    <a:noFill/>
                  </a:ln>
                  <a:solidFill>
                    <a:srgbClr val="303030"/>
                  </a:solidFill>
                  <a:effectLst/>
                  <a:uLnTx/>
                  <a:uFillTx/>
                  <a:latin typeface="Arial" panose="020B0604020202020204"/>
                  <a:ea typeface="微软雅黑" panose="020B0503020204020204" pitchFamily="34" charset="-122"/>
                  <a:cs typeface="+mn-ea"/>
                  <a:sym typeface="+mn-lt"/>
                </a:rPr>
                <a:t>06</a:t>
              </a:r>
              <a:endParaRPr kumimoji="0" lang="en-US" sz="4800" b="0" i="0" u="none" strike="noStrike" kern="1200" cap="none" spc="0" normalizeH="0" baseline="0" noProof="0" dirty="0">
                <a:ln>
                  <a:noFill/>
                </a:ln>
                <a:solidFill>
                  <a:srgbClr val="303030"/>
                </a:solidFill>
                <a:effectLst/>
                <a:uLnTx/>
                <a:uFillTx/>
                <a:latin typeface="Arial" panose="020B0604020202020204"/>
                <a:ea typeface="微软雅黑" panose="020B0503020204020204" pitchFamily="34" charset="-122"/>
                <a:cs typeface="+mn-ea"/>
                <a:sym typeface="+mn-lt"/>
              </a:endParaRPr>
            </a:p>
          </p:txBody>
        </p:sp>
        <p:cxnSp>
          <p:nvCxnSpPr>
            <p:cNvPr id="10" name="直接连接符 9"/>
            <p:cNvCxnSpPr/>
            <p:nvPr>
              <p:custDataLst>
                <p:tags r:id="rId24"/>
              </p:custDataLst>
            </p:nvPr>
          </p:nvCxnSpPr>
          <p:spPr>
            <a:xfrm flipH="1">
              <a:off x="1978973" y="5786120"/>
              <a:ext cx="127208" cy="45720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grpSp>
      <p:sp>
        <p:nvSpPr>
          <p:cNvPr id="11" name="文本框 10"/>
          <p:cNvSpPr txBox="1"/>
          <p:nvPr/>
        </p:nvSpPr>
        <p:spPr>
          <a:xfrm>
            <a:off x="208915" y="946785"/>
            <a:ext cx="11774170" cy="706755"/>
          </a:xfrm>
          <a:prstGeom prst="rect">
            <a:avLst/>
          </a:prstGeom>
          <a:noFill/>
        </p:spPr>
        <p:txBody>
          <a:bodyPr wrap="square" rtlCol="0">
            <a:spAutoFit/>
          </a:bodyPr>
          <a:lstStyle/>
          <a:p>
            <a:pPr algn="ctr"/>
            <a:r>
              <a:rPr lang="zh-CN" altLang="en-US" sz="4000" b="1" dirty="0">
                <a:latin typeface="微软雅黑" panose="020B0503020204020204" pitchFamily="34" charset="-122"/>
                <a:ea typeface="微软雅黑" panose="020B0503020204020204" pitchFamily="34" charset="-122"/>
                <a:cs typeface="微软雅黑" panose="020B0503020204020204" pitchFamily="34" charset="-122"/>
                <a:sym typeface="+mn-lt"/>
              </a:rPr>
              <a:t>任务三</a:t>
            </a:r>
            <a:r>
              <a:rPr lang="en-US" altLang="zh-CN" sz="4000" b="1" dirty="0">
                <a:latin typeface="微软雅黑" panose="020B0503020204020204" pitchFamily="34" charset="-122"/>
                <a:ea typeface="微软雅黑" panose="020B0503020204020204" pitchFamily="34" charset="-122"/>
                <a:cs typeface="微软雅黑" panose="020B0503020204020204" pitchFamily="34" charset="-122"/>
                <a:sym typeface="+mn-lt"/>
              </a:rPr>
              <a:t>    </a:t>
            </a:r>
            <a:r>
              <a:rPr lang="zh-CN" altLang="en-US" sz="4000" b="1" dirty="0">
                <a:latin typeface="微软雅黑" panose="020B0503020204020204" pitchFamily="34" charset="-122"/>
                <a:ea typeface="微软雅黑" panose="020B0503020204020204" pitchFamily="34" charset="-122"/>
                <a:cs typeface="微软雅黑" panose="020B0503020204020204" pitchFamily="34" charset="-122"/>
                <a:sym typeface="+mn-lt"/>
              </a:rPr>
              <a:t>工作流编排与对话状态管理</a:t>
            </a:r>
            <a:endParaRPr lang="zh-CN" altLang="en-US" sz="4000" b="1" dirty="0">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圆角矩形 34"/>
          <p:cNvSpPr/>
          <p:nvPr>
            <p:custDataLst>
              <p:tags r:id="rId1"/>
            </p:custDataLst>
          </p:nvPr>
        </p:nvSpPr>
        <p:spPr>
          <a:xfrm rot="2700000">
            <a:off x="4053840" y="2520315"/>
            <a:ext cx="1509395" cy="1517015"/>
          </a:xfrm>
          <a:prstGeom prst="roundRect">
            <a:avLst>
              <a:gd name="adj" fmla="val 6319"/>
            </a:avLst>
          </a:prstGeom>
          <a:solidFill>
            <a:schemeClr val="bg1">
              <a:lumMod val="95000"/>
            </a:schemeClr>
          </a:solidFill>
          <a:ln>
            <a:noFill/>
          </a:ln>
          <a:effectLst>
            <a:outerShdw blurRad="152400" dist="63500" dir="8100000" algn="tl" rotWithShape="0">
              <a:prstClr val="black">
                <a:alpha val="30000"/>
              </a:prstClr>
            </a:outerShdw>
          </a:effectLst>
          <a:scene3d>
            <a:camera prst="orthographicFront"/>
            <a:lightRig rig="threePt" dir="t"/>
          </a:scene3d>
          <a:sp3d prstMaterial="softEdge">
            <a:bevelT w="3810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0" i="0" u="none" strike="noStrike" kern="1200" cap="none" spc="0" normalizeH="0" baseline="0" noProof="0" dirty="0">
              <a:ln>
                <a:noFill/>
              </a:ln>
              <a:solidFill>
                <a:prstClr val="white"/>
              </a:solidFill>
              <a:effectLst/>
              <a:uLnTx/>
              <a:uFillTx/>
              <a:latin typeface="DIN-BoldItalic" pitchFamily="50" charset="0"/>
              <a:ea typeface="微软雅黑" panose="020B0503020204020204" pitchFamily="34" charset="-122"/>
              <a:cs typeface="+mn-cs"/>
            </a:endParaRPr>
          </a:p>
        </p:txBody>
      </p:sp>
      <p:sp>
        <p:nvSpPr>
          <p:cNvPr id="2" name="圆角矩形 38"/>
          <p:cNvSpPr/>
          <p:nvPr>
            <p:custDataLst>
              <p:tags r:id="rId2"/>
            </p:custDataLst>
          </p:nvPr>
        </p:nvSpPr>
        <p:spPr>
          <a:xfrm rot="2700000">
            <a:off x="4272915" y="2696845"/>
            <a:ext cx="1068070" cy="1068070"/>
          </a:xfrm>
          <a:prstGeom prst="roundRect">
            <a:avLst>
              <a:gd name="adj" fmla="val 6319"/>
            </a:avLst>
          </a:prstGeom>
          <a:solidFill>
            <a:schemeClr val="tx1">
              <a:lumMod val="65000"/>
              <a:lumOff val="35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sp>
        <p:nvSpPr>
          <p:cNvPr id="21" name="任意多边形 44"/>
          <p:cNvSpPr/>
          <p:nvPr>
            <p:custDataLst>
              <p:tags r:id="rId3"/>
            </p:custDataLst>
          </p:nvPr>
        </p:nvSpPr>
        <p:spPr>
          <a:xfrm flipV="1">
            <a:off x="4055110" y="3601085"/>
            <a:ext cx="1842770" cy="1015365"/>
          </a:xfrm>
          <a:custGeom>
            <a:avLst/>
            <a:gdLst>
              <a:gd name="connsiteX0" fmla="*/ 0 w 1940313"/>
              <a:gd name="connsiteY0" fmla="*/ 791737 h 1148576"/>
              <a:gd name="connsiteX1" fmla="*/ 791737 w 1940313"/>
              <a:gd name="connsiteY1" fmla="*/ 0 h 1148576"/>
              <a:gd name="connsiteX2" fmla="*/ 1940313 w 1940313"/>
              <a:gd name="connsiteY2" fmla="*/ 1148576 h 1148576"/>
            </a:gdLst>
            <a:ahLst/>
            <a:cxnLst>
              <a:cxn ang="0">
                <a:pos x="connsiteX0" y="connsiteY0"/>
              </a:cxn>
              <a:cxn ang="0">
                <a:pos x="connsiteX1" y="connsiteY1"/>
              </a:cxn>
              <a:cxn ang="0">
                <a:pos x="connsiteX2" y="connsiteY2"/>
              </a:cxn>
            </a:cxnLst>
            <a:rect l="l" t="t" r="r" b="b"/>
            <a:pathLst>
              <a:path w="1940313" h="1148576">
                <a:moveTo>
                  <a:pt x="0" y="791737"/>
                </a:moveTo>
                <a:lnTo>
                  <a:pt x="791737" y="0"/>
                </a:lnTo>
                <a:lnTo>
                  <a:pt x="1940313" y="1148576"/>
                </a:lnTo>
              </a:path>
            </a:pathLst>
          </a:custGeom>
          <a:noFill/>
          <a:ln w="12700">
            <a:solidFill>
              <a:srgbClr val="8A8B8F"/>
            </a:solidFill>
            <a:prstDash val="dash"/>
            <a:headEnd type="oval"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sp>
        <p:nvSpPr>
          <p:cNvPr id="10" name="文本框 9"/>
          <p:cNvSpPr txBox="1"/>
          <p:nvPr>
            <p:custDataLst>
              <p:tags r:id="rId4"/>
            </p:custDataLst>
          </p:nvPr>
        </p:nvSpPr>
        <p:spPr>
          <a:xfrm>
            <a:off x="4513479" y="2762250"/>
            <a:ext cx="682625" cy="1014730"/>
          </a:xfrm>
          <a:prstGeom prst="rect">
            <a:avLst/>
          </a:prstGeom>
          <a:noFill/>
        </p:spPr>
        <p:txBody>
          <a:bodyPr wrap="square" rtlCol="0">
            <a:spAutoFit/>
          </a:bodyPr>
          <a:lstStyle/>
          <a:p>
            <a:r>
              <a:rPr lang="en-US" altLang="zh-CN" sz="6000" b="1">
                <a:solidFill>
                  <a:schemeClr val="bg1"/>
                </a:solidFill>
                <a:latin typeface="+mj-ea"/>
                <a:ea typeface="+mj-ea"/>
              </a:rPr>
              <a:t>2</a:t>
            </a:r>
            <a:endParaRPr lang="en-US" altLang="zh-CN" sz="6000" b="1">
              <a:solidFill>
                <a:schemeClr val="bg1"/>
              </a:solidFill>
              <a:latin typeface="+mj-ea"/>
              <a:ea typeface="+mj-ea"/>
            </a:endParaRPr>
          </a:p>
        </p:txBody>
      </p:sp>
      <p:grpSp>
        <p:nvGrpSpPr>
          <p:cNvPr id="11" name="组合 10"/>
          <p:cNvGrpSpPr/>
          <p:nvPr>
            <p:custDataLst>
              <p:tags r:id="rId5"/>
            </p:custDataLst>
          </p:nvPr>
        </p:nvGrpSpPr>
        <p:grpSpPr>
          <a:xfrm>
            <a:off x="1248410" y="2000885"/>
            <a:ext cx="1597025" cy="1935480"/>
            <a:chOff x="4536" y="3212"/>
            <a:chExt cx="3287" cy="4048"/>
          </a:xfrm>
        </p:grpSpPr>
        <p:sp>
          <p:nvSpPr>
            <p:cNvPr id="13" name="圆角矩形 34"/>
            <p:cNvSpPr/>
            <p:nvPr>
              <p:custDataLst>
                <p:tags r:id="rId6"/>
              </p:custDataLst>
            </p:nvPr>
          </p:nvSpPr>
          <p:spPr>
            <a:xfrm rot="2700000">
              <a:off x="4536" y="4280"/>
              <a:ext cx="2980" cy="2980"/>
            </a:xfrm>
            <a:prstGeom prst="roundRect">
              <a:avLst>
                <a:gd name="adj" fmla="val 6319"/>
              </a:avLst>
            </a:prstGeom>
            <a:solidFill>
              <a:schemeClr val="bg1">
                <a:lumMod val="95000"/>
              </a:schemeClr>
            </a:solidFill>
            <a:ln>
              <a:noFill/>
            </a:ln>
            <a:effectLst>
              <a:outerShdw blurRad="152400" dist="63500" dir="8100000" algn="tl" rotWithShape="0">
                <a:prstClr val="black">
                  <a:alpha val="30000"/>
                </a:prstClr>
              </a:outerShdw>
            </a:effectLst>
            <a:scene3d>
              <a:camera prst="orthographicFront"/>
              <a:lightRig rig="threePt" dir="t"/>
            </a:scene3d>
            <a:sp3d prstMaterial="softEdge">
              <a:bevelT w="3810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0" i="0" u="none" strike="noStrike" kern="1200" cap="none" spc="0" normalizeH="0" baseline="0" noProof="0" dirty="0">
                <a:ln>
                  <a:noFill/>
                </a:ln>
                <a:solidFill>
                  <a:prstClr val="white"/>
                </a:solidFill>
                <a:effectLst/>
                <a:uLnTx/>
                <a:uFillTx/>
                <a:latin typeface="DIN-BoldItalic" pitchFamily="50" charset="0"/>
                <a:ea typeface="微软雅黑" panose="020B0503020204020204" pitchFamily="34" charset="-122"/>
                <a:cs typeface="+mn-cs"/>
              </a:endParaRPr>
            </a:p>
          </p:txBody>
        </p:sp>
        <p:sp>
          <p:nvSpPr>
            <p:cNvPr id="14" name="圆角矩形 38"/>
            <p:cNvSpPr/>
            <p:nvPr>
              <p:custDataLst>
                <p:tags r:id="rId7"/>
              </p:custDataLst>
            </p:nvPr>
          </p:nvSpPr>
          <p:spPr>
            <a:xfrm rot="2700000">
              <a:off x="4943" y="4671"/>
              <a:ext cx="2185" cy="2185"/>
            </a:xfrm>
            <a:prstGeom prst="roundRect">
              <a:avLst>
                <a:gd name="adj" fmla="val 6319"/>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sp>
          <p:nvSpPr>
            <p:cNvPr id="15" name="任意多边形 42"/>
            <p:cNvSpPr/>
            <p:nvPr/>
          </p:nvSpPr>
          <p:spPr>
            <a:xfrm>
              <a:off x="4767" y="3212"/>
              <a:ext cx="3056" cy="1809"/>
            </a:xfrm>
            <a:custGeom>
              <a:avLst/>
              <a:gdLst>
                <a:gd name="connsiteX0" fmla="*/ 0 w 1940313"/>
                <a:gd name="connsiteY0" fmla="*/ 791737 h 1148576"/>
                <a:gd name="connsiteX1" fmla="*/ 791737 w 1940313"/>
                <a:gd name="connsiteY1" fmla="*/ 0 h 1148576"/>
                <a:gd name="connsiteX2" fmla="*/ 1940313 w 1940313"/>
                <a:gd name="connsiteY2" fmla="*/ 1148576 h 1148576"/>
              </a:gdLst>
              <a:ahLst/>
              <a:cxnLst>
                <a:cxn ang="0">
                  <a:pos x="connsiteX0" y="connsiteY0"/>
                </a:cxn>
                <a:cxn ang="0">
                  <a:pos x="connsiteX1" y="connsiteY1"/>
                </a:cxn>
                <a:cxn ang="0">
                  <a:pos x="connsiteX2" y="connsiteY2"/>
                </a:cxn>
              </a:cxnLst>
              <a:rect l="l" t="t" r="r" b="b"/>
              <a:pathLst>
                <a:path w="1940313" h="1148576">
                  <a:moveTo>
                    <a:pt x="0" y="791737"/>
                  </a:moveTo>
                  <a:lnTo>
                    <a:pt x="791737" y="0"/>
                  </a:lnTo>
                  <a:lnTo>
                    <a:pt x="1940313" y="1148576"/>
                  </a:lnTo>
                </a:path>
              </a:pathLst>
            </a:custGeom>
            <a:noFill/>
            <a:ln w="12700">
              <a:solidFill>
                <a:srgbClr val="8A8B8F"/>
              </a:solidFill>
              <a:prstDash val="dash"/>
              <a:headEnd type="oval"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grpSp>
      <p:sp>
        <p:nvSpPr>
          <p:cNvPr id="17" name="文本框 16"/>
          <p:cNvSpPr txBox="1"/>
          <p:nvPr>
            <p:custDataLst>
              <p:tags r:id="rId8"/>
            </p:custDataLst>
          </p:nvPr>
        </p:nvSpPr>
        <p:spPr>
          <a:xfrm>
            <a:off x="1662430" y="2762250"/>
            <a:ext cx="541020" cy="949325"/>
          </a:xfrm>
          <a:prstGeom prst="rect">
            <a:avLst/>
          </a:prstGeom>
          <a:noFill/>
        </p:spPr>
        <p:txBody>
          <a:bodyPr wrap="square" rtlCol="0">
            <a:noAutofit/>
          </a:bodyPr>
          <a:lstStyle/>
          <a:p>
            <a:r>
              <a:rPr lang="en-US" altLang="zh-CN" sz="6000" b="1">
                <a:solidFill>
                  <a:schemeClr val="bg1"/>
                </a:solidFill>
                <a:latin typeface="+mj-ea"/>
                <a:ea typeface="+mj-ea"/>
              </a:rPr>
              <a:t>1</a:t>
            </a:r>
            <a:endParaRPr lang="en-US" altLang="zh-CN" sz="6000" b="1">
              <a:solidFill>
                <a:schemeClr val="bg1"/>
              </a:solidFill>
              <a:latin typeface="+mj-ea"/>
              <a:ea typeface="+mj-ea"/>
            </a:endParaRPr>
          </a:p>
        </p:txBody>
      </p:sp>
      <p:sp>
        <p:nvSpPr>
          <p:cNvPr id="3" name="文本框1"/>
          <p:cNvSpPr txBox="1"/>
          <p:nvPr>
            <p:custDataLst>
              <p:tags r:id="rId9"/>
            </p:custDataLst>
          </p:nvPr>
        </p:nvSpPr>
        <p:spPr>
          <a:xfrm>
            <a:off x="3457869" y="4770120"/>
            <a:ext cx="2700000" cy="4603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zh-CN" sz="2400" dirty="0" smtClean="0">
                <a:solidFill>
                  <a:schemeClr val="tx1"/>
                </a:solidFill>
                <a:latin typeface="微软雅黑" panose="020B0503020204020204" pitchFamily="34" charset="-122"/>
                <a:ea typeface="微软雅黑" panose="020B0503020204020204" pitchFamily="34" charset="-122"/>
                <a:sym typeface="+mn-ea"/>
              </a:rPr>
              <a:t>构建工作流的</a:t>
            </a:r>
            <a:r>
              <a:rPr lang="en-US" altLang="zh-CN" sz="2400" dirty="0" smtClean="0">
                <a:solidFill>
                  <a:schemeClr val="tx1"/>
                </a:solidFill>
                <a:latin typeface="微软雅黑" panose="020B0503020204020204" pitchFamily="34" charset="-122"/>
                <a:ea typeface="微软雅黑" panose="020B0503020204020204" pitchFamily="34" charset="-122"/>
                <a:sym typeface="+mn-ea"/>
              </a:rPr>
              <a:t>“</a:t>
            </a:r>
            <a:r>
              <a:rPr lang="zh-CN" altLang="en-US" sz="2400" dirty="0" smtClean="0">
                <a:solidFill>
                  <a:schemeClr val="tx1"/>
                </a:solidFill>
                <a:latin typeface="微软雅黑" panose="020B0503020204020204" pitchFamily="34" charset="-122"/>
                <a:ea typeface="微软雅黑" panose="020B0503020204020204" pitchFamily="34" charset="-122"/>
                <a:sym typeface="+mn-ea"/>
              </a:rPr>
              <a:t>积木</a:t>
            </a:r>
            <a:r>
              <a:rPr lang="en-US" altLang="zh-CN" sz="2400" dirty="0" smtClean="0">
                <a:solidFill>
                  <a:schemeClr val="tx1"/>
                </a:solidFill>
                <a:latin typeface="微软雅黑" panose="020B0503020204020204" pitchFamily="34" charset="-122"/>
                <a:ea typeface="微软雅黑" panose="020B0503020204020204" pitchFamily="34" charset="-122"/>
                <a:sym typeface="+mn-ea"/>
              </a:rPr>
              <a:t>”</a:t>
            </a:r>
            <a:r>
              <a:rPr lang="zh-CN" altLang="en-US" sz="2400" dirty="0" smtClean="0">
                <a:solidFill>
                  <a:schemeClr val="tx1"/>
                </a:solidFill>
                <a:latin typeface="微软雅黑" panose="020B0503020204020204" pitchFamily="34" charset="-122"/>
                <a:ea typeface="微软雅黑" panose="020B0503020204020204" pitchFamily="34" charset="-122"/>
                <a:sym typeface="+mn-ea"/>
              </a:rPr>
              <a:t>：组件功能和选择</a:t>
            </a:r>
            <a:endParaRPr lang="zh-CN" altLang="en-US" sz="2400" dirty="0" smtClean="0">
              <a:solidFill>
                <a:schemeClr val="tx1"/>
              </a:solidFill>
              <a:latin typeface="微软雅黑" panose="020B0503020204020204" pitchFamily="34" charset="-122"/>
              <a:ea typeface="微软雅黑" panose="020B0503020204020204" pitchFamily="34" charset="-122"/>
              <a:sym typeface="+mn-ea"/>
            </a:endParaRPr>
          </a:p>
        </p:txBody>
      </p:sp>
      <p:sp>
        <p:nvSpPr>
          <p:cNvPr id="4" name="文本框1"/>
          <p:cNvSpPr txBox="1"/>
          <p:nvPr>
            <p:custDataLst>
              <p:tags r:id="rId10"/>
            </p:custDataLst>
          </p:nvPr>
        </p:nvSpPr>
        <p:spPr>
          <a:xfrm>
            <a:off x="622292" y="4770120"/>
            <a:ext cx="2700000" cy="460800"/>
          </a:xfrm>
          <a:prstGeom prst="rect">
            <a:avLst/>
          </a:prstGeom>
          <a:noFill/>
        </p:spPr>
        <p:txBody>
          <a:bodyPr wrap="square" rtlCol="0">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zh-CN" sz="2400" b="1" dirty="0" smtClean="0">
                <a:solidFill>
                  <a:srgbClr val="0064D2"/>
                </a:solidFill>
                <a:latin typeface="微软雅黑" panose="020B0503020204020204" pitchFamily="34" charset="-122"/>
                <a:ea typeface="微软雅黑" panose="020B0503020204020204" pitchFamily="34" charset="-122"/>
                <a:sym typeface="+mn-ea"/>
              </a:rPr>
              <a:t>一、从提示词到工作流</a:t>
            </a:r>
            <a:endParaRPr lang="zh-CN" altLang="zh-CN" sz="2400" b="1" dirty="0" smtClean="0">
              <a:solidFill>
                <a:srgbClr val="0064D2"/>
              </a:solidFill>
              <a:latin typeface="微软雅黑" panose="020B0503020204020204" pitchFamily="34" charset="-122"/>
              <a:ea typeface="微软雅黑" panose="020B0503020204020204" pitchFamily="34" charset="-122"/>
              <a:sym typeface="+mn-ea"/>
            </a:endParaRPr>
          </a:p>
        </p:txBody>
      </p:sp>
      <p:sp>
        <p:nvSpPr>
          <p:cNvPr id="5" name="圆角矩形 34"/>
          <p:cNvSpPr/>
          <p:nvPr>
            <p:custDataLst>
              <p:tags r:id="rId11"/>
            </p:custDataLst>
          </p:nvPr>
        </p:nvSpPr>
        <p:spPr>
          <a:xfrm rot="2700000">
            <a:off x="6995795" y="2531745"/>
            <a:ext cx="1492885" cy="1393825"/>
          </a:xfrm>
          <a:prstGeom prst="roundRect">
            <a:avLst>
              <a:gd name="adj" fmla="val 6319"/>
            </a:avLst>
          </a:prstGeom>
          <a:solidFill>
            <a:schemeClr val="bg1">
              <a:lumMod val="95000"/>
            </a:schemeClr>
          </a:solidFill>
          <a:ln>
            <a:noFill/>
          </a:ln>
          <a:effectLst>
            <a:outerShdw blurRad="152400" dist="63500" dir="8100000" algn="tl" rotWithShape="0">
              <a:prstClr val="black">
                <a:alpha val="30000"/>
              </a:prstClr>
            </a:outerShdw>
          </a:effectLst>
          <a:scene3d>
            <a:camera prst="orthographicFront"/>
            <a:lightRig rig="threePt" dir="t"/>
          </a:scene3d>
          <a:sp3d prstMaterial="softEdge">
            <a:bevelT w="3810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0" i="0" u="none" strike="noStrike" kern="1200" cap="none" spc="0" normalizeH="0" baseline="0" noProof="0" dirty="0">
              <a:ln>
                <a:noFill/>
              </a:ln>
              <a:solidFill>
                <a:prstClr val="white"/>
              </a:solidFill>
              <a:effectLst/>
              <a:uLnTx/>
              <a:uFillTx/>
              <a:latin typeface="DIN-BoldItalic" pitchFamily="50" charset="0"/>
              <a:ea typeface="微软雅黑" panose="020B0503020204020204" pitchFamily="34" charset="-122"/>
              <a:cs typeface="+mn-cs"/>
            </a:endParaRPr>
          </a:p>
        </p:txBody>
      </p:sp>
      <p:sp>
        <p:nvSpPr>
          <p:cNvPr id="6" name="圆角矩形 38"/>
          <p:cNvSpPr/>
          <p:nvPr>
            <p:custDataLst>
              <p:tags r:id="rId12"/>
            </p:custDataLst>
          </p:nvPr>
        </p:nvSpPr>
        <p:spPr>
          <a:xfrm rot="2700000">
            <a:off x="7209155" y="2696845"/>
            <a:ext cx="1068070" cy="1068070"/>
          </a:xfrm>
          <a:prstGeom prst="roundRect">
            <a:avLst>
              <a:gd name="adj" fmla="val 6319"/>
            </a:avLst>
          </a:prstGeom>
          <a:solidFill>
            <a:schemeClr val="tx1">
              <a:lumMod val="65000"/>
              <a:lumOff val="35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sp>
        <p:nvSpPr>
          <p:cNvPr id="8" name="圆角矩形 34"/>
          <p:cNvSpPr/>
          <p:nvPr>
            <p:custDataLst>
              <p:tags r:id="rId13"/>
            </p:custDataLst>
          </p:nvPr>
        </p:nvSpPr>
        <p:spPr>
          <a:xfrm rot="2700000">
            <a:off x="9720580" y="2510790"/>
            <a:ext cx="1454785" cy="1449070"/>
          </a:xfrm>
          <a:prstGeom prst="roundRect">
            <a:avLst>
              <a:gd name="adj" fmla="val 6319"/>
            </a:avLst>
          </a:prstGeom>
          <a:solidFill>
            <a:schemeClr val="bg1">
              <a:lumMod val="95000"/>
            </a:schemeClr>
          </a:solidFill>
          <a:ln>
            <a:noFill/>
          </a:ln>
          <a:effectLst>
            <a:outerShdw blurRad="152400" dist="63500" dir="8100000" algn="tl" rotWithShape="0">
              <a:prstClr val="black">
                <a:alpha val="30000"/>
              </a:prstClr>
            </a:outerShdw>
          </a:effectLst>
          <a:scene3d>
            <a:camera prst="orthographicFront"/>
            <a:lightRig rig="threePt" dir="t"/>
          </a:scene3d>
          <a:sp3d prstMaterial="softEdge">
            <a:bevelT w="3810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0" i="0" u="none" strike="noStrike" kern="1200" cap="none" spc="0" normalizeH="0" baseline="0" noProof="0" dirty="0">
              <a:ln>
                <a:noFill/>
              </a:ln>
              <a:solidFill>
                <a:prstClr val="white"/>
              </a:solidFill>
              <a:effectLst/>
              <a:uLnTx/>
              <a:uFillTx/>
              <a:latin typeface="DIN-BoldItalic" pitchFamily="50" charset="0"/>
              <a:ea typeface="微软雅黑" panose="020B0503020204020204" pitchFamily="34" charset="-122"/>
              <a:cs typeface="+mn-cs"/>
            </a:endParaRPr>
          </a:p>
        </p:txBody>
      </p:sp>
      <p:sp>
        <p:nvSpPr>
          <p:cNvPr id="7" name="圆角矩形 38"/>
          <p:cNvSpPr/>
          <p:nvPr>
            <p:custDataLst>
              <p:tags r:id="rId14"/>
            </p:custDataLst>
          </p:nvPr>
        </p:nvSpPr>
        <p:spPr>
          <a:xfrm rot="2700000">
            <a:off x="9920605" y="2696210"/>
            <a:ext cx="1068070" cy="1068070"/>
          </a:xfrm>
          <a:prstGeom prst="roundRect">
            <a:avLst>
              <a:gd name="adj" fmla="val 6319"/>
            </a:avLst>
          </a:prstGeom>
          <a:solidFill>
            <a:schemeClr val="tx1">
              <a:lumMod val="65000"/>
              <a:lumOff val="35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sp>
        <p:nvSpPr>
          <p:cNvPr id="9" name="文本框 8"/>
          <p:cNvSpPr txBox="1"/>
          <p:nvPr>
            <p:custDataLst>
              <p:tags r:id="rId15"/>
            </p:custDataLst>
          </p:nvPr>
        </p:nvSpPr>
        <p:spPr>
          <a:xfrm>
            <a:off x="7457339" y="2762250"/>
            <a:ext cx="682625" cy="1014730"/>
          </a:xfrm>
          <a:prstGeom prst="rect">
            <a:avLst/>
          </a:prstGeom>
          <a:noFill/>
        </p:spPr>
        <p:txBody>
          <a:bodyPr wrap="square" rtlCol="0">
            <a:spAutoFit/>
          </a:bodyPr>
          <a:lstStyle/>
          <a:p>
            <a:r>
              <a:rPr lang="en-US" altLang="zh-CN" sz="6000" b="1" dirty="0">
                <a:solidFill>
                  <a:schemeClr val="bg1"/>
                </a:solidFill>
                <a:latin typeface="+mj-ea"/>
                <a:ea typeface="+mj-ea"/>
              </a:rPr>
              <a:t>3</a:t>
            </a:r>
            <a:endParaRPr lang="en-US" altLang="zh-CN" sz="6000" b="1" dirty="0">
              <a:solidFill>
                <a:schemeClr val="bg1"/>
              </a:solidFill>
              <a:latin typeface="+mj-ea"/>
              <a:ea typeface="+mj-ea"/>
            </a:endParaRPr>
          </a:p>
        </p:txBody>
      </p:sp>
      <p:sp>
        <p:nvSpPr>
          <p:cNvPr id="16" name="文本框 15"/>
          <p:cNvSpPr txBox="1"/>
          <p:nvPr>
            <p:custDataLst>
              <p:tags r:id="rId16"/>
            </p:custDataLst>
          </p:nvPr>
        </p:nvSpPr>
        <p:spPr>
          <a:xfrm>
            <a:off x="10102114" y="2696845"/>
            <a:ext cx="682625" cy="1014730"/>
          </a:xfrm>
          <a:prstGeom prst="rect">
            <a:avLst/>
          </a:prstGeom>
          <a:noFill/>
        </p:spPr>
        <p:txBody>
          <a:bodyPr wrap="square" rtlCol="0">
            <a:spAutoFit/>
          </a:bodyPr>
          <a:lstStyle/>
          <a:p>
            <a:r>
              <a:rPr lang="en-US" altLang="zh-CN" sz="6000" b="1">
                <a:solidFill>
                  <a:schemeClr val="bg1"/>
                </a:solidFill>
                <a:latin typeface="+mj-ea"/>
                <a:ea typeface="+mj-ea"/>
              </a:rPr>
              <a:t>4</a:t>
            </a:r>
            <a:endParaRPr lang="en-US" altLang="zh-CN" sz="6000" b="1">
              <a:solidFill>
                <a:schemeClr val="bg1"/>
              </a:solidFill>
              <a:latin typeface="+mj-ea"/>
              <a:ea typeface="+mj-ea"/>
            </a:endParaRPr>
          </a:p>
        </p:txBody>
      </p:sp>
      <p:sp>
        <p:nvSpPr>
          <p:cNvPr id="20" name="任意多边形 42"/>
          <p:cNvSpPr/>
          <p:nvPr>
            <p:custDataLst>
              <p:tags r:id="rId17"/>
            </p:custDataLst>
          </p:nvPr>
        </p:nvSpPr>
        <p:spPr>
          <a:xfrm>
            <a:off x="7089614" y="2000885"/>
            <a:ext cx="1484791" cy="864942"/>
          </a:xfrm>
          <a:custGeom>
            <a:avLst/>
            <a:gdLst>
              <a:gd name="connsiteX0" fmla="*/ 0 w 1940313"/>
              <a:gd name="connsiteY0" fmla="*/ 791737 h 1148576"/>
              <a:gd name="connsiteX1" fmla="*/ 791737 w 1940313"/>
              <a:gd name="connsiteY1" fmla="*/ 0 h 1148576"/>
              <a:gd name="connsiteX2" fmla="*/ 1940313 w 1940313"/>
              <a:gd name="connsiteY2" fmla="*/ 1148576 h 1148576"/>
            </a:gdLst>
            <a:ahLst/>
            <a:cxnLst>
              <a:cxn ang="0">
                <a:pos x="connsiteX0" y="connsiteY0"/>
              </a:cxn>
              <a:cxn ang="0">
                <a:pos x="connsiteX1" y="connsiteY1"/>
              </a:cxn>
              <a:cxn ang="0">
                <a:pos x="connsiteX2" y="connsiteY2"/>
              </a:cxn>
            </a:cxnLst>
            <a:rect l="l" t="t" r="r" b="b"/>
            <a:pathLst>
              <a:path w="1940313" h="1148576">
                <a:moveTo>
                  <a:pt x="0" y="791737"/>
                </a:moveTo>
                <a:lnTo>
                  <a:pt x="791737" y="0"/>
                </a:lnTo>
                <a:lnTo>
                  <a:pt x="1940313" y="1148576"/>
                </a:lnTo>
              </a:path>
            </a:pathLst>
          </a:custGeom>
          <a:noFill/>
          <a:ln w="12700">
            <a:solidFill>
              <a:srgbClr val="8A8B8F"/>
            </a:solidFill>
            <a:prstDash val="dash"/>
            <a:headEnd type="oval"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sp>
        <p:nvSpPr>
          <p:cNvPr id="23" name="任意多边形 44"/>
          <p:cNvSpPr/>
          <p:nvPr>
            <p:custDataLst>
              <p:tags r:id="rId18"/>
            </p:custDataLst>
          </p:nvPr>
        </p:nvSpPr>
        <p:spPr>
          <a:xfrm flipV="1">
            <a:off x="9700260" y="3601085"/>
            <a:ext cx="1842770" cy="1015365"/>
          </a:xfrm>
          <a:custGeom>
            <a:avLst/>
            <a:gdLst>
              <a:gd name="connsiteX0" fmla="*/ 0 w 1940313"/>
              <a:gd name="connsiteY0" fmla="*/ 791737 h 1148576"/>
              <a:gd name="connsiteX1" fmla="*/ 791737 w 1940313"/>
              <a:gd name="connsiteY1" fmla="*/ 0 h 1148576"/>
              <a:gd name="connsiteX2" fmla="*/ 1940313 w 1940313"/>
              <a:gd name="connsiteY2" fmla="*/ 1148576 h 1148576"/>
            </a:gdLst>
            <a:ahLst/>
            <a:cxnLst>
              <a:cxn ang="0">
                <a:pos x="connsiteX0" y="connsiteY0"/>
              </a:cxn>
              <a:cxn ang="0">
                <a:pos x="connsiteX1" y="connsiteY1"/>
              </a:cxn>
              <a:cxn ang="0">
                <a:pos x="connsiteX2" y="connsiteY2"/>
              </a:cxn>
            </a:cxnLst>
            <a:rect l="l" t="t" r="r" b="b"/>
            <a:pathLst>
              <a:path w="1940313" h="1148576">
                <a:moveTo>
                  <a:pt x="0" y="791737"/>
                </a:moveTo>
                <a:lnTo>
                  <a:pt x="791737" y="0"/>
                </a:lnTo>
                <a:lnTo>
                  <a:pt x="1940313" y="1148576"/>
                </a:lnTo>
              </a:path>
            </a:pathLst>
          </a:custGeom>
          <a:noFill/>
          <a:ln w="12700">
            <a:solidFill>
              <a:srgbClr val="8A8B8F"/>
            </a:solidFill>
            <a:prstDash val="dash"/>
            <a:headEnd type="oval"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sp>
        <p:nvSpPr>
          <p:cNvPr id="24" name="文本框1"/>
          <p:cNvSpPr txBox="1"/>
          <p:nvPr>
            <p:custDataLst>
              <p:tags r:id="rId19"/>
            </p:custDataLst>
          </p:nvPr>
        </p:nvSpPr>
        <p:spPr>
          <a:xfrm>
            <a:off x="6392065" y="4769465"/>
            <a:ext cx="2700000" cy="460800"/>
          </a:xfrm>
          <a:prstGeom prst="rect">
            <a:avLst/>
          </a:prstGeom>
          <a:noFill/>
        </p:spPr>
        <p:txBody>
          <a:bodyPr wrap="square" rtlCol="0">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zh-CN" sz="2400" dirty="0" smtClean="0">
                <a:solidFill>
                  <a:schemeClr val="tx1"/>
                </a:solidFill>
                <a:latin typeface="微软雅黑" panose="020B0503020204020204" pitchFamily="34" charset="-122"/>
                <a:ea typeface="微软雅黑" panose="020B0503020204020204" pitchFamily="34" charset="-122"/>
                <a:sym typeface="+mn-ea"/>
              </a:rPr>
              <a:t>变量管理与数据传递</a:t>
            </a:r>
            <a:endParaRPr lang="zh-CN" altLang="zh-CN" sz="2400" dirty="0" smtClean="0">
              <a:solidFill>
                <a:schemeClr val="tx1"/>
              </a:solidFill>
              <a:latin typeface="微软雅黑" panose="020B0503020204020204" pitchFamily="34" charset="-122"/>
              <a:ea typeface="微软雅黑" panose="020B0503020204020204" pitchFamily="34" charset="-122"/>
              <a:sym typeface="+mn-ea"/>
            </a:endParaRPr>
          </a:p>
        </p:txBody>
      </p:sp>
      <p:sp>
        <p:nvSpPr>
          <p:cNvPr id="25" name="文本框1"/>
          <p:cNvSpPr txBox="1"/>
          <p:nvPr>
            <p:custDataLst>
              <p:tags r:id="rId20"/>
            </p:custDataLst>
          </p:nvPr>
        </p:nvSpPr>
        <p:spPr>
          <a:xfrm>
            <a:off x="9104439" y="4770120"/>
            <a:ext cx="2700000" cy="460800"/>
          </a:xfrm>
          <a:prstGeom prst="rect">
            <a:avLst/>
          </a:prstGeom>
          <a:noFill/>
        </p:spPr>
        <p:txBody>
          <a:bodyPr wrap="square" rtlCol="0">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zh-CN" sz="2400" dirty="0" smtClean="0">
                <a:latin typeface="微软雅黑" panose="020B0503020204020204" pitchFamily="34" charset="-122"/>
                <a:ea typeface="微软雅黑" panose="020B0503020204020204" pitchFamily="34" charset="-122"/>
                <a:sym typeface="+mn-ea"/>
              </a:rPr>
              <a:t>对话型工作流</a:t>
            </a:r>
            <a:endParaRPr lang="zh-CN" altLang="zh-CN" sz="2400" dirty="0" smtClean="0">
              <a:latin typeface="微软雅黑" panose="020B0503020204020204" pitchFamily="34" charset="-122"/>
              <a:ea typeface="微软雅黑" panose="020B0503020204020204" pitchFamily="34" charset="-122"/>
              <a:sym typeface="+mn-ea"/>
            </a:endParaRPr>
          </a:p>
        </p:txBody>
      </p:sp>
      <p:sp>
        <p:nvSpPr>
          <p:cNvPr id="19" name="文本框 18"/>
          <p:cNvSpPr txBox="1"/>
          <p:nvPr/>
        </p:nvSpPr>
        <p:spPr>
          <a:xfrm>
            <a:off x="0" y="793750"/>
            <a:ext cx="1351262" cy="2061210"/>
          </a:xfrm>
          <a:prstGeom prst="rect">
            <a:avLst/>
          </a:prstGeom>
          <a:noFill/>
        </p:spPr>
        <p:txBody>
          <a:bodyPr wrap="square" rtlCol="0">
            <a:spAutoFit/>
            <a:scene3d>
              <a:camera prst="orthographicFront"/>
              <a:lightRig rig="threePt" dir="t"/>
            </a:scene3d>
            <a:sp3d contourW="12700"/>
          </a:bodyPr>
          <a:lstStyle/>
          <a:p>
            <a:pPr algn="ctr"/>
            <a:r>
              <a:rPr lang="en-US" altLang="zh-CN" sz="3200" dirty="0" smtClean="0">
                <a:solidFill>
                  <a:srgbClr val="3F396C"/>
                </a:solidFill>
                <a:latin typeface="思源宋体" panose="02020700000000000000" charset="-122"/>
                <a:ea typeface="思源宋体" panose="02020700000000000000" charset="-122"/>
              </a:rPr>
              <a:t>03</a:t>
            </a:r>
            <a:endParaRPr lang="en-US" altLang="zh-CN" sz="3200" dirty="0" smtClean="0">
              <a:solidFill>
                <a:srgbClr val="3F396C"/>
              </a:solidFill>
              <a:latin typeface="思源宋体" panose="02020700000000000000" charset="-122"/>
              <a:ea typeface="思源宋体" panose="02020700000000000000" charset="-122"/>
            </a:endParaRPr>
          </a:p>
        </p:txBody>
      </p:sp>
      <p:sp>
        <p:nvSpPr>
          <p:cNvPr id="22" name="文本框 21"/>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zh-CN"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知识储备</a:t>
            </a:r>
            <a:endParaRPr lang="zh-CN" altLang="zh-CN"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519834" y="2368911"/>
            <a:ext cx="3494356" cy="299148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教材对应知识的图片</a:t>
            </a:r>
            <a:endParaRPr lang="zh-CN" altLang="en-US" dirty="0">
              <a:solidFill>
                <a:schemeClr val="tx1"/>
              </a:solidFill>
            </a:endParaRPr>
          </a:p>
        </p:txBody>
      </p:sp>
      <p:grpSp>
        <p:nvGrpSpPr>
          <p:cNvPr id="11" name="组合 10"/>
          <p:cNvGrpSpPr/>
          <p:nvPr/>
        </p:nvGrpSpPr>
        <p:grpSpPr>
          <a:xfrm rot="0">
            <a:off x="4238625" y="1424305"/>
            <a:ext cx="7423785" cy="4859020"/>
            <a:chOff x="3838575" y="2105025"/>
            <a:chExt cx="4355782" cy="2518409"/>
          </a:xfrm>
        </p:grpSpPr>
        <p:sp>
          <p:nvSpPr>
            <p:cNvPr id="13" name="图形 5"/>
            <p:cNvSpPr/>
            <p:nvPr>
              <p:custDataLst>
                <p:tags r:id="rId1"/>
              </p:custDataLst>
            </p:nvPr>
          </p:nvSpPr>
          <p:spPr>
            <a:xfrm>
              <a:off x="3838575" y="2439352"/>
              <a:ext cx="4278630" cy="2184082"/>
            </a:xfrm>
            <a:custGeom>
              <a:avLst/>
              <a:gdLst>
                <a:gd name="connsiteX0" fmla="*/ 0 w 4278630"/>
                <a:gd name="connsiteY0" fmla="*/ 0 h 2184082"/>
                <a:gd name="connsiteX1" fmla="*/ 4278630 w 4278630"/>
                <a:gd name="connsiteY1" fmla="*/ 0 h 2184082"/>
                <a:gd name="connsiteX2" fmla="*/ 4278630 w 4278630"/>
                <a:gd name="connsiteY2" fmla="*/ 2184083 h 2184082"/>
                <a:gd name="connsiteX3" fmla="*/ 0 w 4278630"/>
                <a:gd name="connsiteY3" fmla="*/ 2184083 h 2184082"/>
              </a:gdLst>
              <a:ahLst/>
              <a:cxnLst>
                <a:cxn ang="0">
                  <a:pos x="connsiteX0" y="connsiteY0"/>
                </a:cxn>
                <a:cxn ang="0">
                  <a:pos x="connsiteX1" y="connsiteY1"/>
                </a:cxn>
                <a:cxn ang="0">
                  <a:pos x="connsiteX2" y="connsiteY2"/>
                </a:cxn>
                <a:cxn ang="0">
                  <a:pos x="connsiteX3" y="connsiteY3"/>
                </a:cxn>
              </a:cxnLst>
              <a:rect l="l" t="t" r="r" b="b"/>
              <a:pathLst>
                <a:path w="4278630" h="2184082">
                  <a:moveTo>
                    <a:pt x="0" y="0"/>
                  </a:moveTo>
                  <a:lnTo>
                    <a:pt x="4278630" y="0"/>
                  </a:lnTo>
                  <a:lnTo>
                    <a:pt x="4278630" y="2184083"/>
                  </a:lnTo>
                  <a:lnTo>
                    <a:pt x="0" y="2184083"/>
                  </a:lnTo>
                  <a:close/>
                </a:path>
              </a:pathLst>
            </a:custGeom>
            <a:solidFill>
              <a:srgbClr val="E8E8E8"/>
            </a:solidFill>
            <a:ln w="9525" cap="flat">
              <a:noFill/>
              <a:prstDash val="solid"/>
              <a:miter/>
            </a:ln>
          </p:spPr>
          <p:txBody>
            <a:bodyPr rtlCol="0" anchor="ctr"/>
            <a:lstStyle/>
            <a:p>
              <a:endParaRPr lang="zh-CN" altLang="en-US"/>
            </a:p>
          </p:txBody>
        </p:sp>
        <p:sp>
          <p:nvSpPr>
            <p:cNvPr id="14" name="图形 5"/>
            <p:cNvSpPr/>
            <p:nvPr>
              <p:custDataLst>
                <p:tags r:id="rId2"/>
              </p:custDataLst>
            </p:nvPr>
          </p:nvSpPr>
          <p:spPr>
            <a:xfrm>
              <a:off x="7632382" y="2110740"/>
              <a:ext cx="218122" cy="501967"/>
            </a:xfrm>
            <a:custGeom>
              <a:avLst/>
              <a:gdLst>
                <a:gd name="connsiteX0" fmla="*/ 184785 w 218122"/>
                <a:gd name="connsiteY0" fmla="*/ 501968 h 501967"/>
                <a:gd name="connsiteX1" fmla="*/ 0 w 218122"/>
                <a:gd name="connsiteY1" fmla="*/ 482918 h 501967"/>
                <a:gd name="connsiteX2" fmla="*/ 33338 w 218122"/>
                <a:gd name="connsiteY2" fmla="*/ 0 h 501967"/>
                <a:gd name="connsiteX3" fmla="*/ 218123 w 218122"/>
                <a:gd name="connsiteY3" fmla="*/ 18098 h 501967"/>
              </a:gdLst>
              <a:ahLst/>
              <a:cxnLst>
                <a:cxn ang="0">
                  <a:pos x="connsiteX0" y="connsiteY0"/>
                </a:cxn>
                <a:cxn ang="0">
                  <a:pos x="connsiteX1" y="connsiteY1"/>
                </a:cxn>
                <a:cxn ang="0">
                  <a:pos x="connsiteX2" y="connsiteY2"/>
                </a:cxn>
                <a:cxn ang="0">
                  <a:pos x="connsiteX3" y="connsiteY3"/>
                </a:cxn>
              </a:cxnLst>
              <a:rect l="l" t="t" r="r" b="b"/>
              <a:pathLst>
                <a:path w="218122" h="501967">
                  <a:moveTo>
                    <a:pt x="184785" y="501968"/>
                  </a:moveTo>
                  <a:lnTo>
                    <a:pt x="0" y="482918"/>
                  </a:lnTo>
                  <a:lnTo>
                    <a:pt x="33338" y="0"/>
                  </a:lnTo>
                  <a:lnTo>
                    <a:pt x="218123" y="18098"/>
                  </a:lnTo>
                  <a:close/>
                </a:path>
              </a:pathLst>
            </a:custGeom>
            <a:solidFill>
              <a:srgbClr val="DEBF90"/>
            </a:solidFill>
            <a:ln w="9525" cap="flat">
              <a:noFill/>
              <a:prstDash val="solid"/>
              <a:miter/>
            </a:ln>
          </p:spPr>
          <p:txBody>
            <a:bodyPr rtlCol="0" anchor="ctr"/>
            <a:lstStyle/>
            <a:p>
              <a:endParaRPr lang="zh-CN" altLang="en-US"/>
            </a:p>
          </p:txBody>
        </p:sp>
        <p:sp>
          <p:nvSpPr>
            <p:cNvPr id="15" name="图形 5"/>
            <p:cNvSpPr/>
            <p:nvPr>
              <p:custDataLst>
                <p:tags r:id="rId3"/>
              </p:custDataLst>
            </p:nvPr>
          </p:nvSpPr>
          <p:spPr>
            <a:xfrm>
              <a:off x="4259580" y="2110740"/>
              <a:ext cx="217169" cy="501967"/>
            </a:xfrm>
            <a:custGeom>
              <a:avLst/>
              <a:gdLst>
                <a:gd name="connsiteX0" fmla="*/ 32385 w 217169"/>
                <a:gd name="connsiteY0" fmla="*/ 501968 h 501967"/>
                <a:gd name="connsiteX1" fmla="*/ 217170 w 217169"/>
                <a:gd name="connsiteY1" fmla="*/ 482918 h 501967"/>
                <a:gd name="connsiteX2" fmla="*/ 183833 w 217169"/>
                <a:gd name="connsiteY2" fmla="*/ 0 h 501967"/>
                <a:gd name="connsiteX3" fmla="*/ 0 w 217169"/>
                <a:gd name="connsiteY3" fmla="*/ 18098 h 501967"/>
              </a:gdLst>
              <a:ahLst/>
              <a:cxnLst>
                <a:cxn ang="0">
                  <a:pos x="connsiteX0" y="connsiteY0"/>
                </a:cxn>
                <a:cxn ang="0">
                  <a:pos x="connsiteX1" y="connsiteY1"/>
                </a:cxn>
                <a:cxn ang="0">
                  <a:pos x="connsiteX2" y="connsiteY2"/>
                </a:cxn>
                <a:cxn ang="0">
                  <a:pos x="connsiteX3" y="connsiteY3"/>
                </a:cxn>
              </a:cxnLst>
              <a:rect l="l" t="t" r="r" b="b"/>
              <a:pathLst>
                <a:path w="217169" h="501967">
                  <a:moveTo>
                    <a:pt x="32385" y="501968"/>
                  </a:moveTo>
                  <a:lnTo>
                    <a:pt x="217170" y="482918"/>
                  </a:lnTo>
                  <a:lnTo>
                    <a:pt x="183833" y="0"/>
                  </a:lnTo>
                  <a:lnTo>
                    <a:pt x="0" y="18098"/>
                  </a:lnTo>
                  <a:close/>
                </a:path>
              </a:pathLst>
            </a:custGeom>
            <a:solidFill>
              <a:srgbClr val="DEBF90"/>
            </a:solidFill>
            <a:ln w="9525" cap="flat">
              <a:noFill/>
              <a:prstDash val="solid"/>
              <a:miter/>
            </a:ln>
          </p:spPr>
          <p:txBody>
            <a:bodyPr rtlCol="0" anchor="ctr"/>
            <a:lstStyle/>
            <a:p>
              <a:endParaRPr lang="zh-CN" altLang="en-US"/>
            </a:p>
          </p:txBody>
        </p:sp>
        <p:sp>
          <p:nvSpPr>
            <p:cNvPr id="16" name="图形 5"/>
            <p:cNvSpPr/>
            <p:nvPr>
              <p:custDataLst>
                <p:tags r:id="rId4"/>
              </p:custDataLst>
            </p:nvPr>
          </p:nvSpPr>
          <p:spPr>
            <a:xfrm>
              <a:off x="3915727" y="2349817"/>
              <a:ext cx="4278630" cy="2184082"/>
            </a:xfrm>
            <a:custGeom>
              <a:avLst/>
              <a:gdLst>
                <a:gd name="connsiteX0" fmla="*/ 0 w 4278630"/>
                <a:gd name="connsiteY0" fmla="*/ 0 h 2184082"/>
                <a:gd name="connsiteX1" fmla="*/ 4278630 w 4278630"/>
                <a:gd name="connsiteY1" fmla="*/ 0 h 2184082"/>
                <a:gd name="connsiteX2" fmla="*/ 4278630 w 4278630"/>
                <a:gd name="connsiteY2" fmla="*/ 2184083 h 2184082"/>
                <a:gd name="connsiteX3" fmla="*/ 0 w 4278630"/>
                <a:gd name="connsiteY3" fmla="*/ 2184083 h 2184082"/>
              </a:gdLst>
              <a:ahLst/>
              <a:cxnLst>
                <a:cxn ang="0">
                  <a:pos x="connsiteX0" y="connsiteY0"/>
                </a:cxn>
                <a:cxn ang="0">
                  <a:pos x="connsiteX1" y="connsiteY1"/>
                </a:cxn>
                <a:cxn ang="0">
                  <a:pos x="connsiteX2" y="connsiteY2"/>
                </a:cxn>
                <a:cxn ang="0">
                  <a:pos x="connsiteX3" y="connsiteY3"/>
                </a:cxn>
              </a:cxnLst>
              <a:rect l="l" t="t" r="r" b="b"/>
              <a:pathLst>
                <a:path w="4278630" h="2184082">
                  <a:moveTo>
                    <a:pt x="0" y="0"/>
                  </a:moveTo>
                  <a:lnTo>
                    <a:pt x="4278630" y="0"/>
                  </a:lnTo>
                  <a:lnTo>
                    <a:pt x="4278630" y="2184083"/>
                  </a:lnTo>
                  <a:lnTo>
                    <a:pt x="0" y="2184083"/>
                  </a:lnTo>
                  <a:close/>
                </a:path>
              </a:pathLst>
            </a:custGeom>
            <a:solidFill>
              <a:srgbClr val="FFFFFF"/>
            </a:solidFill>
            <a:ln w="9525" cap="flat">
              <a:solidFill>
                <a:srgbClr val="231815"/>
              </a:solidFill>
              <a:prstDash val="solid"/>
              <a:miter/>
            </a:ln>
          </p:spPr>
          <p:txBody>
            <a:bodyPr rtlCol="0" anchor="ctr"/>
            <a:lstStyle/>
            <a:p>
              <a:endParaRPr lang="zh-CN" altLang="en-US"/>
            </a:p>
          </p:txBody>
        </p:sp>
        <p:sp>
          <p:nvSpPr>
            <p:cNvPr id="17" name="图形 5"/>
            <p:cNvSpPr/>
            <p:nvPr>
              <p:custDataLst>
                <p:tags r:id="rId5"/>
              </p:custDataLst>
            </p:nvPr>
          </p:nvSpPr>
          <p:spPr>
            <a:xfrm>
              <a:off x="7632382" y="2105025"/>
              <a:ext cx="244792" cy="507682"/>
            </a:xfrm>
            <a:custGeom>
              <a:avLst/>
              <a:gdLst>
                <a:gd name="connsiteX0" fmla="*/ 184785 w 244792"/>
                <a:gd name="connsiteY0" fmla="*/ 507683 h 507682"/>
                <a:gd name="connsiteX1" fmla="*/ 0 w 244792"/>
                <a:gd name="connsiteY1" fmla="*/ 488633 h 507682"/>
                <a:gd name="connsiteX2" fmla="*/ 60960 w 244792"/>
                <a:gd name="connsiteY2" fmla="*/ 0 h 507682"/>
                <a:gd name="connsiteX3" fmla="*/ 244793 w 244792"/>
                <a:gd name="connsiteY3" fmla="*/ 19050 h 507682"/>
              </a:gdLst>
              <a:ahLst/>
              <a:cxnLst>
                <a:cxn ang="0">
                  <a:pos x="connsiteX0" y="connsiteY0"/>
                </a:cxn>
                <a:cxn ang="0">
                  <a:pos x="connsiteX1" y="connsiteY1"/>
                </a:cxn>
                <a:cxn ang="0">
                  <a:pos x="connsiteX2" y="connsiteY2"/>
                </a:cxn>
                <a:cxn ang="0">
                  <a:pos x="connsiteX3" y="connsiteY3"/>
                </a:cxn>
              </a:cxnLst>
              <a:rect l="l" t="t" r="r" b="b"/>
              <a:pathLst>
                <a:path w="244792" h="507682">
                  <a:moveTo>
                    <a:pt x="184785" y="507683"/>
                  </a:moveTo>
                  <a:lnTo>
                    <a:pt x="0" y="488633"/>
                  </a:lnTo>
                  <a:lnTo>
                    <a:pt x="60960" y="0"/>
                  </a:lnTo>
                  <a:lnTo>
                    <a:pt x="244793" y="19050"/>
                  </a:lnTo>
                  <a:close/>
                </a:path>
              </a:pathLst>
            </a:custGeom>
            <a:solidFill>
              <a:srgbClr val="FFDBA6"/>
            </a:solidFill>
            <a:ln w="9525" cap="flat">
              <a:noFill/>
              <a:prstDash val="solid"/>
              <a:miter/>
            </a:ln>
          </p:spPr>
          <p:txBody>
            <a:bodyPr rtlCol="0" anchor="ctr"/>
            <a:lstStyle/>
            <a:p>
              <a:endParaRPr lang="zh-CN" altLang="en-US"/>
            </a:p>
          </p:txBody>
        </p:sp>
        <p:sp>
          <p:nvSpPr>
            <p:cNvPr id="18" name="图形 5"/>
            <p:cNvSpPr/>
            <p:nvPr>
              <p:custDataLst>
                <p:tags r:id="rId6"/>
              </p:custDataLst>
            </p:nvPr>
          </p:nvSpPr>
          <p:spPr>
            <a:xfrm>
              <a:off x="7632382" y="2105025"/>
              <a:ext cx="65722" cy="489585"/>
            </a:xfrm>
            <a:custGeom>
              <a:avLst/>
              <a:gdLst>
                <a:gd name="connsiteX0" fmla="*/ 60960 w 65722"/>
                <a:gd name="connsiteY0" fmla="*/ 0 h 489585"/>
                <a:gd name="connsiteX1" fmla="*/ 0 w 65722"/>
                <a:gd name="connsiteY1" fmla="*/ 488633 h 489585"/>
                <a:gd name="connsiteX2" fmla="*/ 5715 w 65722"/>
                <a:gd name="connsiteY2" fmla="*/ 489585 h 489585"/>
                <a:gd name="connsiteX3" fmla="*/ 65723 w 65722"/>
                <a:gd name="connsiteY3" fmla="*/ 953 h 489585"/>
              </a:gdLst>
              <a:ahLst/>
              <a:cxnLst>
                <a:cxn ang="0">
                  <a:pos x="connsiteX0" y="connsiteY0"/>
                </a:cxn>
                <a:cxn ang="0">
                  <a:pos x="connsiteX1" y="connsiteY1"/>
                </a:cxn>
                <a:cxn ang="0">
                  <a:pos x="connsiteX2" y="connsiteY2"/>
                </a:cxn>
                <a:cxn ang="0">
                  <a:pos x="connsiteX3" y="connsiteY3"/>
                </a:cxn>
              </a:cxnLst>
              <a:rect l="l" t="t" r="r" b="b"/>
              <a:pathLst>
                <a:path w="65722" h="489585">
                  <a:moveTo>
                    <a:pt x="60960" y="0"/>
                  </a:moveTo>
                  <a:lnTo>
                    <a:pt x="0" y="488633"/>
                  </a:lnTo>
                  <a:lnTo>
                    <a:pt x="5715" y="489585"/>
                  </a:lnTo>
                  <a:lnTo>
                    <a:pt x="65723" y="953"/>
                  </a:lnTo>
                  <a:close/>
                </a:path>
              </a:pathLst>
            </a:custGeom>
            <a:solidFill>
              <a:srgbClr val="EBCA98"/>
            </a:solidFill>
            <a:ln w="9525" cap="flat">
              <a:noFill/>
              <a:prstDash val="solid"/>
              <a:miter/>
            </a:ln>
          </p:spPr>
          <p:txBody>
            <a:bodyPr rtlCol="0" anchor="ctr"/>
            <a:lstStyle/>
            <a:p>
              <a:endParaRPr lang="zh-CN" altLang="en-US"/>
            </a:p>
          </p:txBody>
        </p:sp>
        <p:sp>
          <p:nvSpPr>
            <p:cNvPr id="19" name="图形 5"/>
            <p:cNvSpPr/>
            <p:nvPr>
              <p:custDataLst>
                <p:tags r:id="rId7"/>
              </p:custDataLst>
            </p:nvPr>
          </p:nvSpPr>
          <p:spPr>
            <a:xfrm>
              <a:off x="4231957" y="2105025"/>
              <a:ext cx="244792" cy="507682"/>
            </a:xfrm>
            <a:custGeom>
              <a:avLst/>
              <a:gdLst>
                <a:gd name="connsiteX0" fmla="*/ 60007 w 244792"/>
                <a:gd name="connsiteY0" fmla="*/ 507683 h 507682"/>
                <a:gd name="connsiteX1" fmla="*/ 244793 w 244792"/>
                <a:gd name="connsiteY1" fmla="*/ 488633 h 507682"/>
                <a:gd name="connsiteX2" fmla="*/ 184785 w 244792"/>
                <a:gd name="connsiteY2" fmla="*/ 0 h 507682"/>
                <a:gd name="connsiteX3" fmla="*/ 0 w 244792"/>
                <a:gd name="connsiteY3" fmla="*/ 19050 h 507682"/>
              </a:gdLst>
              <a:ahLst/>
              <a:cxnLst>
                <a:cxn ang="0">
                  <a:pos x="connsiteX0" y="connsiteY0"/>
                </a:cxn>
                <a:cxn ang="0">
                  <a:pos x="connsiteX1" y="connsiteY1"/>
                </a:cxn>
                <a:cxn ang="0">
                  <a:pos x="connsiteX2" y="connsiteY2"/>
                </a:cxn>
                <a:cxn ang="0">
                  <a:pos x="connsiteX3" y="connsiteY3"/>
                </a:cxn>
              </a:cxnLst>
              <a:rect l="l" t="t" r="r" b="b"/>
              <a:pathLst>
                <a:path w="244792" h="507682">
                  <a:moveTo>
                    <a:pt x="60007" y="507683"/>
                  </a:moveTo>
                  <a:lnTo>
                    <a:pt x="244793" y="488633"/>
                  </a:lnTo>
                  <a:lnTo>
                    <a:pt x="184785" y="0"/>
                  </a:lnTo>
                  <a:lnTo>
                    <a:pt x="0" y="19050"/>
                  </a:lnTo>
                  <a:close/>
                </a:path>
              </a:pathLst>
            </a:custGeom>
            <a:solidFill>
              <a:srgbClr val="FFDBA6"/>
            </a:solidFill>
            <a:ln w="9525" cap="flat">
              <a:noFill/>
              <a:prstDash val="solid"/>
              <a:miter/>
            </a:ln>
          </p:spPr>
          <p:txBody>
            <a:bodyPr rtlCol="0" anchor="ctr"/>
            <a:lstStyle/>
            <a:p>
              <a:endParaRPr lang="zh-CN" altLang="en-US"/>
            </a:p>
          </p:txBody>
        </p:sp>
        <p:sp>
          <p:nvSpPr>
            <p:cNvPr id="20" name="图形 5"/>
            <p:cNvSpPr/>
            <p:nvPr>
              <p:custDataLst>
                <p:tags r:id="rId8"/>
              </p:custDataLst>
            </p:nvPr>
          </p:nvSpPr>
          <p:spPr>
            <a:xfrm>
              <a:off x="4411980" y="2105025"/>
              <a:ext cx="64769" cy="489585"/>
            </a:xfrm>
            <a:custGeom>
              <a:avLst/>
              <a:gdLst>
                <a:gd name="connsiteX0" fmla="*/ 4763 w 64769"/>
                <a:gd name="connsiteY0" fmla="*/ 0 h 489585"/>
                <a:gd name="connsiteX1" fmla="*/ 64770 w 64769"/>
                <a:gd name="connsiteY1" fmla="*/ 488633 h 489585"/>
                <a:gd name="connsiteX2" fmla="*/ 60007 w 64769"/>
                <a:gd name="connsiteY2" fmla="*/ 489585 h 489585"/>
                <a:gd name="connsiteX3" fmla="*/ 0 w 64769"/>
                <a:gd name="connsiteY3" fmla="*/ 953 h 489585"/>
              </a:gdLst>
              <a:ahLst/>
              <a:cxnLst>
                <a:cxn ang="0">
                  <a:pos x="connsiteX0" y="connsiteY0"/>
                </a:cxn>
                <a:cxn ang="0">
                  <a:pos x="connsiteX1" y="connsiteY1"/>
                </a:cxn>
                <a:cxn ang="0">
                  <a:pos x="connsiteX2" y="connsiteY2"/>
                </a:cxn>
                <a:cxn ang="0">
                  <a:pos x="connsiteX3" y="connsiteY3"/>
                </a:cxn>
              </a:cxnLst>
              <a:rect l="l" t="t" r="r" b="b"/>
              <a:pathLst>
                <a:path w="64769" h="489585">
                  <a:moveTo>
                    <a:pt x="4763" y="0"/>
                  </a:moveTo>
                  <a:lnTo>
                    <a:pt x="64770" y="488633"/>
                  </a:lnTo>
                  <a:lnTo>
                    <a:pt x="60007" y="489585"/>
                  </a:lnTo>
                  <a:lnTo>
                    <a:pt x="0" y="953"/>
                  </a:lnTo>
                  <a:close/>
                </a:path>
              </a:pathLst>
            </a:custGeom>
            <a:solidFill>
              <a:srgbClr val="EBCA98"/>
            </a:solidFill>
            <a:ln w="9525" cap="flat">
              <a:noFill/>
              <a:prstDash val="solid"/>
              <a:miter/>
            </a:ln>
          </p:spPr>
          <p:txBody>
            <a:bodyPr rtlCol="0" anchor="ctr"/>
            <a:lstStyle/>
            <a:p>
              <a:endParaRPr lang="zh-CN" altLang="en-US"/>
            </a:p>
          </p:txBody>
        </p:sp>
        <p:sp>
          <p:nvSpPr>
            <p:cNvPr id="21" name="图形 5"/>
            <p:cNvSpPr/>
            <p:nvPr>
              <p:custDataLst>
                <p:tags r:id="rId9"/>
              </p:custDataLst>
            </p:nvPr>
          </p:nvSpPr>
          <p:spPr>
            <a:xfrm>
              <a:off x="4259580" y="2331720"/>
              <a:ext cx="180022" cy="18097"/>
            </a:xfrm>
            <a:custGeom>
              <a:avLst/>
              <a:gdLst>
                <a:gd name="connsiteX0" fmla="*/ 0 w 180022"/>
                <a:gd name="connsiteY0" fmla="*/ 18098 h 18097"/>
                <a:gd name="connsiteX1" fmla="*/ 180022 w 180022"/>
                <a:gd name="connsiteY1" fmla="*/ 0 h 18097"/>
              </a:gdLst>
              <a:ahLst/>
              <a:cxnLst>
                <a:cxn ang="0">
                  <a:pos x="connsiteX0" y="connsiteY0"/>
                </a:cxn>
                <a:cxn ang="0">
                  <a:pos x="connsiteX1" y="connsiteY1"/>
                </a:cxn>
              </a:cxnLst>
              <a:rect l="l" t="t" r="r" b="b"/>
              <a:pathLst>
                <a:path w="180022" h="18097">
                  <a:moveTo>
                    <a:pt x="0" y="18098"/>
                  </a:moveTo>
                  <a:lnTo>
                    <a:pt x="180022" y="0"/>
                  </a:lnTo>
                </a:path>
              </a:pathLst>
            </a:custGeom>
            <a:ln w="9525" cap="flat">
              <a:solidFill>
                <a:srgbClr val="EBC999"/>
              </a:solidFill>
              <a:prstDash val="solid"/>
              <a:miter/>
            </a:ln>
          </p:spPr>
          <p:txBody>
            <a:bodyPr rtlCol="0" anchor="ctr"/>
            <a:lstStyle/>
            <a:p>
              <a:endParaRPr lang="zh-CN" altLang="en-US"/>
            </a:p>
          </p:txBody>
        </p:sp>
        <p:sp>
          <p:nvSpPr>
            <p:cNvPr id="22" name="图形 5"/>
            <p:cNvSpPr/>
            <p:nvPr>
              <p:custDataLst>
                <p:tags r:id="rId10"/>
              </p:custDataLst>
            </p:nvPr>
          </p:nvSpPr>
          <p:spPr>
            <a:xfrm>
              <a:off x="7669530" y="2331720"/>
              <a:ext cx="180022" cy="18097"/>
            </a:xfrm>
            <a:custGeom>
              <a:avLst/>
              <a:gdLst>
                <a:gd name="connsiteX0" fmla="*/ 180023 w 180022"/>
                <a:gd name="connsiteY0" fmla="*/ 18098 h 18097"/>
                <a:gd name="connsiteX1" fmla="*/ 0 w 180022"/>
                <a:gd name="connsiteY1" fmla="*/ 0 h 18097"/>
              </a:gdLst>
              <a:ahLst/>
              <a:cxnLst>
                <a:cxn ang="0">
                  <a:pos x="connsiteX0" y="connsiteY0"/>
                </a:cxn>
                <a:cxn ang="0">
                  <a:pos x="connsiteX1" y="connsiteY1"/>
                </a:cxn>
              </a:cxnLst>
              <a:rect l="l" t="t" r="r" b="b"/>
              <a:pathLst>
                <a:path w="180022" h="18097">
                  <a:moveTo>
                    <a:pt x="180023" y="18098"/>
                  </a:moveTo>
                  <a:lnTo>
                    <a:pt x="0" y="0"/>
                  </a:lnTo>
                </a:path>
              </a:pathLst>
            </a:custGeom>
            <a:ln w="9525" cap="flat">
              <a:solidFill>
                <a:srgbClr val="EBC999"/>
              </a:solidFill>
              <a:prstDash val="solid"/>
              <a:miter/>
            </a:ln>
          </p:spPr>
          <p:txBody>
            <a:bodyPr rtlCol="0" anchor="ctr"/>
            <a:lstStyle/>
            <a:p>
              <a:endParaRPr lang="zh-CN" altLang="en-US"/>
            </a:p>
          </p:txBody>
        </p:sp>
      </p:grpSp>
      <p:sp>
        <p:nvSpPr>
          <p:cNvPr id="3" name="文本框 2"/>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03</a:t>
            </a:r>
            <a:endParaRPr lang="en-US" sz="3200" dirty="0" smtClean="0">
              <a:solidFill>
                <a:srgbClr val="3F396C"/>
              </a:solidFill>
              <a:latin typeface="思源宋体" panose="02020700000000000000" charset="-122"/>
              <a:ea typeface="思源宋体" panose="02020700000000000000" charset="-122"/>
            </a:endParaRPr>
          </a:p>
        </p:txBody>
      </p:sp>
      <p:sp>
        <p:nvSpPr>
          <p:cNvPr id="4" name="文本框 3"/>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知识</a:t>
            </a: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储备</a:t>
            </a:r>
            <a:endPar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
        <p:nvSpPr>
          <p:cNvPr id="24" name="文本框 23"/>
          <p:cNvSpPr txBox="1"/>
          <p:nvPr/>
        </p:nvSpPr>
        <p:spPr>
          <a:xfrm>
            <a:off x="4370070" y="2366010"/>
            <a:ext cx="7292975" cy="3677920"/>
          </a:xfrm>
          <a:prstGeom prst="rect">
            <a:avLst/>
          </a:prstGeom>
          <a:noFill/>
        </p:spPr>
        <p:txBody>
          <a:bodyPr wrap="square" rtlCol="0">
            <a:noAutofit/>
          </a:bodyPr>
          <a:lstStyle/>
          <a:p>
            <a:pPr indent="457200" fontAlgn="auto">
              <a:lnSpc>
                <a:spcPct val="150000"/>
              </a:lnSpc>
            </a:pPr>
            <a:r>
              <a:rPr lang="zh-CN" dirty="0">
                <a:latin typeface="微软雅黑" panose="020B0503020204020204" pitchFamily="34" charset="-122"/>
                <a:ea typeface="微软雅黑" panose="020B0503020204020204" pitchFamily="34" charset="-122"/>
                <a:cs typeface="微软雅黑" panose="020B0503020204020204" pitchFamily="34" charset="-122"/>
                <a:sym typeface="+mn-ea"/>
              </a:rPr>
              <a:t>在项目一中，我们通过提示词工程解决了</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如何告诉模型做什么</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的问题。但在真实的</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Agent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系统中，仅有一个优质</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Prompt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仍然不够。因为企业场景中的任务往往不是一步完成的，而是要经历输入接收、意图判断、知识检索、信息补全、工具计算、结果格式化、状态保存等多个环节。提示词可以说是节点的行为说明书，而</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Workflow</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或</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Chatflow</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则是这些说明书被组织起来之后的执行流程。如果没有工作流，模型虽然会回答，但不会稳定地接收变量、判断分支、调用工具，也不会在多轮对话中持续保持上下文。</a:t>
            </a:r>
            <a:endPar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圆角矩形 22"/>
          <p:cNvSpPr/>
          <p:nvPr/>
        </p:nvSpPr>
        <p:spPr>
          <a:xfrm>
            <a:off x="546265" y="1728470"/>
            <a:ext cx="7468870" cy="4835525"/>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文本框 23"/>
          <p:cNvSpPr txBox="1"/>
          <p:nvPr/>
        </p:nvSpPr>
        <p:spPr>
          <a:xfrm>
            <a:off x="922171" y="1860550"/>
            <a:ext cx="6771164" cy="4554000"/>
          </a:xfrm>
          <a:prstGeom prst="rect">
            <a:avLst/>
          </a:prstGeom>
          <a:noFill/>
        </p:spPr>
        <p:txBody>
          <a:bodyPr wrap="square" rtlCol="0">
            <a:noAutofit/>
          </a:bodyPr>
          <a:lstStyle/>
          <a:p>
            <a:pPr indent="457200" fontAlgn="auto">
              <a:lnSpc>
                <a:spcPct val="150000"/>
              </a:lnSpc>
            </a:pPr>
            <a:r>
              <a:rPr lang="zh-CN" dirty="0">
                <a:latin typeface="微软雅黑" panose="020B0503020204020204" pitchFamily="34" charset="-122"/>
                <a:ea typeface="微软雅黑" panose="020B0503020204020204" pitchFamily="34" charset="-122"/>
                <a:cs typeface="微软雅黑" panose="020B0503020204020204" pitchFamily="34" charset="-122"/>
                <a:sym typeface="+mn-ea"/>
              </a:rPr>
              <a:t>因此，学员需要建立一个新的视角：</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Agent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不是一个节点，而是一条链路。节点不是随便堆砌，而是要承担明确职责。变量不是</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临时文本</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，而是流程里的数据载体。多轮对话不是依赖模型本身的上下文记录，而是系统显式地管理会话和历史。很多初学者刚接触工作流平台时，容易把它理解成</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把几个</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Prompt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连起来</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这种理解并不完整。工作流中真正重要的，不只是每个节点说了什么，更包括：上一个节点输出了什么字段，下一个节点期待接收什么类型的数据，条件分支依据什么变量做判断，哪些信息要进入上下文、哪些不能进入，哪些结果需要持久化到会话中、哪些只用于本轮计算。工作流设计的核心不是节点越多越复杂越高级，而是每个节点各司其职，节点之间传得稳、接得住、判得清。</a:t>
            </a:r>
            <a:endPar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25" name="矩形 24"/>
          <p:cNvSpPr/>
          <p:nvPr/>
        </p:nvSpPr>
        <p:spPr>
          <a:xfrm>
            <a:off x="8336934" y="1792605"/>
            <a:ext cx="3494356" cy="477139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教材对应知识的图片</a:t>
            </a:r>
            <a:endParaRPr lang="zh-CN" altLang="en-US" dirty="0">
              <a:solidFill>
                <a:schemeClr val="tx1"/>
              </a:solidFill>
            </a:endParaRPr>
          </a:p>
        </p:txBody>
      </p:sp>
      <p:sp>
        <p:nvSpPr>
          <p:cNvPr id="2" name="文本框 1"/>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03</a:t>
            </a:r>
            <a:endParaRPr lang="en-US" sz="3200" dirty="0" smtClean="0">
              <a:solidFill>
                <a:srgbClr val="3F396C"/>
              </a:solidFill>
              <a:latin typeface="思源宋体" panose="02020700000000000000" charset="-122"/>
              <a:ea typeface="思源宋体" panose="02020700000000000000" charset="-122"/>
            </a:endParaRPr>
          </a:p>
        </p:txBody>
      </p:sp>
      <p:sp>
        <p:nvSpPr>
          <p:cNvPr id="17" name="文本框 16"/>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知识储备</a:t>
            </a:r>
            <a:endParaRPr lang="en-US" altLang="zh-CN"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圆角矩形 34"/>
          <p:cNvSpPr/>
          <p:nvPr>
            <p:custDataLst>
              <p:tags r:id="rId1"/>
            </p:custDataLst>
          </p:nvPr>
        </p:nvSpPr>
        <p:spPr>
          <a:xfrm rot="2700000">
            <a:off x="4053840" y="2520315"/>
            <a:ext cx="1509395" cy="1517015"/>
          </a:xfrm>
          <a:prstGeom prst="roundRect">
            <a:avLst>
              <a:gd name="adj" fmla="val 6319"/>
            </a:avLst>
          </a:prstGeom>
          <a:solidFill>
            <a:schemeClr val="bg1">
              <a:lumMod val="95000"/>
            </a:schemeClr>
          </a:solidFill>
          <a:ln>
            <a:noFill/>
          </a:ln>
          <a:effectLst>
            <a:outerShdw blurRad="152400" dist="63500" dir="8100000" algn="tl" rotWithShape="0">
              <a:prstClr val="black">
                <a:alpha val="30000"/>
              </a:prstClr>
            </a:outerShdw>
          </a:effectLst>
          <a:scene3d>
            <a:camera prst="orthographicFront"/>
            <a:lightRig rig="threePt" dir="t"/>
          </a:scene3d>
          <a:sp3d prstMaterial="softEdge">
            <a:bevelT w="3810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0" i="0" u="none" strike="noStrike" kern="1200" cap="none" spc="0" normalizeH="0" baseline="0" noProof="0" dirty="0">
              <a:ln>
                <a:noFill/>
              </a:ln>
              <a:solidFill>
                <a:prstClr val="white"/>
              </a:solidFill>
              <a:effectLst/>
              <a:uLnTx/>
              <a:uFillTx/>
              <a:latin typeface="DIN-BoldItalic" pitchFamily="50" charset="0"/>
              <a:ea typeface="微软雅黑" panose="020B0503020204020204" pitchFamily="34" charset="-122"/>
              <a:cs typeface="+mn-cs"/>
            </a:endParaRPr>
          </a:p>
        </p:txBody>
      </p:sp>
      <p:sp>
        <p:nvSpPr>
          <p:cNvPr id="2" name="圆角矩形 38"/>
          <p:cNvSpPr/>
          <p:nvPr>
            <p:custDataLst>
              <p:tags r:id="rId2"/>
            </p:custDataLst>
          </p:nvPr>
        </p:nvSpPr>
        <p:spPr>
          <a:xfrm rot="2700000">
            <a:off x="4272915" y="2696845"/>
            <a:ext cx="1068070" cy="1068070"/>
          </a:xfrm>
          <a:prstGeom prst="roundRect">
            <a:avLst>
              <a:gd name="adj" fmla="val 6319"/>
            </a:avLst>
          </a:prstGeom>
          <a:solidFill>
            <a:srgbClr val="0064D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sp>
        <p:nvSpPr>
          <p:cNvPr id="21" name="任意多边形 44"/>
          <p:cNvSpPr/>
          <p:nvPr>
            <p:custDataLst>
              <p:tags r:id="rId3"/>
            </p:custDataLst>
          </p:nvPr>
        </p:nvSpPr>
        <p:spPr>
          <a:xfrm flipV="1">
            <a:off x="4055110" y="3601085"/>
            <a:ext cx="1842770" cy="1015365"/>
          </a:xfrm>
          <a:custGeom>
            <a:avLst/>
            <a:gdLst>
              <a:gd name="connsiteX0" fmla="*/ 0 w 1940313"/>
              <a:gd name="connsiteY0" fmla="*/ 791737 h 1148576"/>
              <a:gd name="connsiteX1" fmla="*/ 791737 w 1940313"/>
              <a:gd name="connsiteY1" fmla="*/ 0 h 1148576"/>
              <a:gd name="connsiteX2" fmla="*/ 1940313 w 1940313"/>
              <a:gd name="connsiteY2" fmla="*/ 1148576 h 1148576"/>
            </a:gdLst>
            <a:ahLst/>
            <a:cxnLst>
              <a:cxn ang="0">
                <a:pos x="connsiteX0" y="connsiteY0"/>
              </a:cxn>
              <a:cxn ang="0">
                <a:pos x="connsiteX1" y="connsiteY1"/>
              </a:cxn>
              <a:cxn ang="0">
                <a:pos x="connsiteX2" y="connsiteY2"/>
              </a:cxn>
            </a:cxnLst>
            <a:rect l="l" t="t" r="r" b="b"/>
            <a:pathLst>
              <a:path w="1940313" h="1148576">
                <a:moveTo>
                  <a:pt x="0" y="791737"/>
                </a:moveTo>
                <a:lnTo>
                  <a:pt x="791737" y="0"/>
                </a:lnTo>
                <a:lnTo>
                  <a:pt x="1940313" y="1148576"/>
                </a:lnTo>
              </a:path>
            </a:pathLst>
          </a:custGeom>
          <a:noFill/>
          <a:ln w="12700">
            <a:solidFill>
              <a:srgbClr val="8A8B8F"/>
            </a:solidFill>
            <a:prstDash val="dash"/>
            <a:headEnd type="oval"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sp>
        <p:nvSpPr>
          <p:cNvPr id="10" name="文本框 9"/>
          <p:cNvSpPr txBox="1"/>
          <p:nvPr>
            <p:custDataLst>
              <p:tags r:id="rId4"/>
            </p:custDataLst>
          </p:nvPr>
        </p:nvSpPr>
        <p:spPr>
          <a:xfrm>
            <a:off x="4513479" y="2762250"/>
            <a:ext cx="682625" cy="1014730"/>
          </a:xfrm>
          <a:prstGeom prst="rect">
            <a:avLst/>
          </a:prstGeom>
          <a:noFill/>
        </p:spPr>
        <p:txBody>
          <a:bodyPr wrap="square" rtlCol="0">
            <a:spAutoFit/>
          </a:bodyPr>
          <a:lstStyle/>
          <a:p>
            <a:r>
              <a:rPr lang="en-US" altLang="zh-CN" sz="6000" b="1">
                <a:solidFill>
                  <a:schemeClr val="bg1"/>
                </a:solidFill>
                <a:latin typeface="+mj-ea"/>
                <a:ea typeface="+mj-ea"/>
              </a:rPr>
              <a:t>2</a:t>
            </a:r>
            <a:endParaRPr lang="en-US" altLang="zh-CN" sz="6000" b="1">
              <a:solidFill>
                <a:schemeClr val="bg1"/>
              </a:solidFill>
              <a:latin typeface="+mj-ea"/>
              <a:ea typeface="+mj-ea"/>
            </a:endParaRPr>
          </a:p>
        </p:txBody>
      </p:sp>
      <p:grpSp>
        <p:nvGrpSpPr>
          <p:cNvPr id="11" name="组合 10"/>
          <p:cNvGrpSpPr/>
          <p:nvPr>
            <p:custDataLst>
              <p:tags r:id="rId5"/>
            </p:custDataLst>
          </p:nvPr>
        </p:nvGrpSpPr>
        <p:grpSpPr>
          <a:xfrm>
            <a:off x="1248410" y="2000885"/>
            <a:ext cx="1597025" cy="1935480"/>
            <a:chOff x="4536" y="3212"/>
            <a:chExt cx="3287" cy="4048"/>
          </a:xfrm>
        </p:grpSpPr>
        <p:sp>
          <p:nvSpPr>
            <p:cNvPr id="13" name="圆角矩形 34"/>
            <p:cNvSpPr/>
            <p:nvPr>
              <p:custDataLst>
                <p:tags r:id="rId6"/>
              </p:custDataLst>
            </p:nvPr>
          </p:nvSpPr>
          <p:spPr>
            <a:xfrm rot="2700000">
              <a:off x="4536" y="4280"/>
              <a:ext cx="2980" cy="2980"/>
            </a:xfrm>
            <a:prstGeom prst="roundRect">
              <a:avLst>
                <a:gd name="adj" fmla="val 6319"/>
              </a:avLst>
            </a:prstGeom>
            <a:solidFill>
              <a:schemeClr val="bg1">
                <a:lumMod val="95000"/>
              </a:schemeClr>
            </a:solidFill>
            <a:ln>
              <a:noFill/>
            </a:ln>
            <a:effectLst>
              <a:outerShdw blurRad="152400" dist="63500" dir="8100000" algn="tl" rotWithShape="0">
                <a:prstClr val="black">
                  <a:alpha val="30000"/>
                </a:prstClr>
              </a:outerShdw>
            </a:effectLst>
            <a:scene3d>
              <a:camera prst="orthographicFront"/>
              <a:lightRig rig="threePt" dir="t"/>
            </a:scene3d>
            <a:sp3d prstMaterial="softEdge">
              <a:bevelT w="3810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0" i="0" u="none" strike="noStrike" kern="1200" cap="none" spc="0" normalizeH="0" baseline="0" noProof="0" dirty="0">
                <a:ln>
                  <a:noFill/>
                </a:ln>
                <a:solidFill>
                  <a:prstClr val="white"/>
                </a:solidFill>
                <a:effectLst/>
                <a:uLnTx/>
                <a:uFillTx/>
                <a:latin typeface="DIN-BoldItalic" pitchFamily="50" charset="0"/>
                <a:ea typeface="微软雅黑" panose="020B0503020204020204" pitchFamily="34" charset="-122"/>
                <a:cs typeface="+mn-cs"/>
              </a:endParaRPr>
            </a:p>
          </p:txBody>
        </p:sp>
        <p:sp>
          <p:nvSpPr>
            <p:cNvPr id="14" name="圆角矩形 38"/>
            <p:cNvSpPr/>
            <p:nvPr>
              <p:custDataLst>
                <p:tags r:id="rId7"/>
              </p:custDataLst>
            </p:nvPr>
          </p:nvSpPr>
          <p:spPr>
            <a:xfrm rot="2700000">
              <a:off x="4943" y="4671"/>
              <a:ext cx="2185" cy="2185"/>
            </a:xfrm>
            <a:prstGeom prst="roundRect">
              <a:avLst>
                <a:gd name="adj" fmla="val 6319"/>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sp>
          <p:nvSpPr>
            <p:cNvPr id="15" name="任意多边形 42"/>
            <p:cNvSpPr/>
            <p:nvPr/>
          </p:nvSpPr>
          <p:spPr>
            <a:xfrm>
              <a:off x="4767" y="3212"/>
              <a:ext cx="3056" cy="1809"/>
            </a:xfrm>
            <a:custGeom>
              <a:avLst/>
              <a:gdLst>
                <a:gd name="connsiteX0" fmla="*/ 0 w 1940313"/>
                <a:gd name="connsiteY0" fmla="*/ 791737 h 1148576"/>
                <a:gd name="connsiteX1" fmla="*/ 791737 w 1940313"/>
                <a:gd name="connsiteY1" fmla="*/ 0 h 1148576"/>
                <a:gd name="connsiteX2" fmla="*/ 1940313 w 1940313"/>
                <a:gd name="connsiteY2" fmla="*/ 1148576 h 1148576"/>
              </a:gdLst>
              <a:ahLst/>
              <a:cxnLst>
                <a:cxn ang="0">
                  <a:pos x="connsiteX0" y="connsiteY0"/>
                </a:cxn>
                <a:cxn ang="0">
                  <a:pos x="connsiteX1" y="connsiteY1"/>
                </a:cxn>
                <a:cxn ang="0">
                  <a:pos x="connsiteX2" y="connsiteY2"/>
                </a:cxn>
              </a:cxnLst>
              <a:rect l="l" t="t" r="r" b="b"/>
              <a:pathLst>
                <a:path w="1940313" h="1148576">
                  <a:moveTo>
                    <a:pt x="0" y="791737"/>
                  </a:moveTo>
                  <a:lnTo>
                    <a:pt x="791737" y="0"/>
                  </a:lnTo>
                  <a:lnTo>
                    <a:pt x="1940313" y="1148576"/>
                  </a:lnTo>
                </a:path>
              </a:pathLst>
            </a:custGeom>
            <a:noFill/>
            <a:ln w="12700">
              <a:solidFill>
                <a:srgbClr val="8A8B8F"/>
              </a:solidFill>
              <a:prstDash val="dash"/>
              <a:headEnd type="oval"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grpSp>
      <p:sp>
        <p:nvSpPr>
          <p:cNvPr id="17" name="文本框 16"/>
          <p:cNvSpPr txBox="1"/>
          <p:nvPr>
            <p:custDataLst>
              <p:tags r:id="rId8"/>
            </p:custDataLst>
          </p:nvPr>
        </p:nvSpPr>
        <p:spPr>
          <a:xfrm>
            <a:off x="1662430" y="2762250"/>
            <a:ext cx="541020" cy="949325"/>
          </a:xfrm>
          <a:prstGeom prst="rect">
            <a:avLst/>
          </a:prstGeom>
          <a:noFill/>
        </p:spPr>
        <p:txBody>
          <a:bodyPr wrap="square" rtlCol="0">
            <a:noAutofit/>
          </a:bodyPr>
          <a:lstStyle/>
          <a:p>
            <a:r>
              <a:rPr lang="en-US" altLang="zh-CN" sz="6000" b="1">
                <a:solidFill>
                  <a:schemeClr val="bg1"/>
                </a:solidFill>
                <a:latin typeface="+mj-ea"/>
                <a:ea typeface="+mj-ea"/>
              </a:rPr>
              <a:t>1</a:t>
            </a:r>
            <a:endParaRPr lang="en-US" altLang="zh-CN" sz="6000" b="1">
              <a:solidFill>
                <a:schemeClr val="bg1"/>
              </a:solidFill>
              <a:latin typeface="+mj-ea"/>
              <a:ea typeface="+mj-ea"/>
            </a:endParaRPr>
          </a:p>
        </p:txBody>
      </p:sp>
      <p:sp>
        <p:nvSpPr>
          <p:cNvPr id="3" name="文本框1"/>
          <p:cNvSpPr txBox="1"/>
          <p:nvPr>
            <p:custDataLst>
              <p:tags r:id="rId9"/>
            </p:custDataLst>
          </p:nvPr>
        </p:nvSpPr>
        <p:spPr>
          <a:xfrm>
            <a:off x="3457869" y="4770120"/>
            <a:ext cx="2700000" cy="82994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zh-CN" sz="2400" b="1" dirty="0" smtClean="0">
                <a:solidFill>
                  <a:srgbClr val="0064D2"/>
                </a:solidFill>
                <a:latin typeface="微软雅黑" panose="020B0503020204020204" pitchFamily="34" charset="-122"/>
                <a:ea typeface="微软雅黑" panose="020B0503020204020204" pitchFamily="34" charset="-122"/>
                <a:sym typeface="+mn-ea"/>
              </a:rPr>
              <a:t>构建工作流的</a:t>
            </a:r>
            <a:r>
              <a:rPr lang="en-US" altLang="zh-CN" sz="2400" b="1" dirty="0" smtClean="0">
                <a:solidFill>
                  <a:srgbClr val="0064D2"/>
                </a:solidFill>
                <a:latin typeface="微软雅黑" panose="020B0503020204020204" pitchFamily="34" charset="-122"/>
                <a:ea typeface="微软雅黑" panose="020B0503020204020204" pitchFamily="34" charset="-122"/>
                <a:sym typeface="+mn-ea"/>
              </a:rPr>
              <a:t>“</a:t>
            </a:r>
            <a:r>
              <a:rPr lang="zh-CN" altLang="en-US" sz="2400" b="1" dirty="0" smtClean="0">
                <a:solidFill>
                  <a:srgbClr val="0064D2"/>
                </a:solidFill>
                <a:latin typeface="微软雅黑" panose="020B0503020204020204" pitchFamily="34" charset="-122"/>
                <a:ea typeface="微软雅黑" panose="020B0503020204020204" pitchFamily="34" charset="-122"/>
                <a:sym typeface="+mn-ea"/>
              </a:rPr>
              <a:t>积木</a:t>
            </a:r>
            <a:r>
              <a:rPr lang="en-US" altLang="zh-CN" sz="2400" b="1" dirty="0" smtClean="0">
                <a:solidFill>
                  <a:srgbClr val="0064D2"/>
                </a:solidFill>
                <a:latin typeface="微软雅黑" panose="020B0503020204020204" pitchFamily="34" charset="-122"/>
                <a:ea typeface="微软雅黑" panose="020B0503020204020204" pitchFamily="34" charset="-122"/>
                <a:sym typeface="+mn-ea"/>
              </a:rPr>
              <a:t>”</a:t>
            </a:r>
            <a:r>
              <a:rPr lang="zh-CN" altLang="en-US" sz="2400" b="1" dirty="0" smtClean="0">
                <a:solidFill>
                  <a:srgbClr val="0064D2"/>
                </a:solidFill>
                <a:latin typeface="微软雅黑" panose="020B0503020204020204" pitchFamily="34" charset="-122"/>
                <a:ea typeface="微软雅黑" panose="020B0503020204020204" pitchFamily="34" charset="-122"/>
                <a:sym typeface="+mn-ea"/>
              </a:rPr>
              <a:t>：组件功能和选择</a:t>
            </a:r>
            <a:endParaRPr lang="zh-CN" altLang="en-US" sz="2400" b="1" dirty="0" smtClean="0">
              <a:solidFill>
                <a:srgbClr val="0064D2"/>
              </a:solidFill>
              <a:latin typeface="微软雅黑" panose="020B0503020204020204" pitchFamily="34" charset="-122"/>
              <a:ea typeface="微软雅黑" panose="020B0503020204020204" pitchFamily="34" charset="-122"/>
              <a:sym typeface="+mn-ea"/>
            </a:endParaRPr>
          </a:p>
        </p:txBody>
      </p:sp>
      <p:sp>
        <p:nvSpPr>
          <p:cNvPr id="4" name="文本框1"/>
          <p:cNvSpPr txBox="1"/>
          <p:nvPr>
            <p:custDataLst>
              <p:tags r:id="rId10"/>
            </p:custDataLst>
          </p:nvPr>
        </p:nvSpPr>
        <p:spPr>
          <a:xfrm>
            <a:off x="622292" y="4770120"/>
            <a:ext cx="2700000" cy="460800"/>
          </a:xfrm>
          <a:prstGeom prst="rect">
            <a:avLst/>
          </a:prstGeom>
          <a:noFill/>
        </p:spPr>
        <p:txBody>
          <a:bodyPr wrap="square" rtlCol="0">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zh-CN" sz="2400" dirty="0" smtClean="0">
                <a:solidFill>
                  <a:schemeClr val="tx1"/>
                </a:solidFill>
                <a:latin typeface="微软雅黑" panose="020B0503020204020204" pitchFamily="34" charset="-122"/>
                <a:ea typeface="微软雅黑" panose="020B0503020204020204" pitchFamily="34" charset="-122"/>
                <a:sym typeface="+mn-ea"/>
              </a:rPr>
              <a:t>一、从提示词到工作流</a:t>
            </a:r>
            <a:endParaRPr lang="zh-CN" altLang="zh-CN" sz="2400" dirty="0" smtClean="0">
              <a:solidFill>
                <a:schemeClr val="tx1"/>
              </a:solidFill>
              <a:latin typeface="微软雅黑" panose="020B0503020204020204" pitchFamily="34" charset="-122"/>
              <a:ea typeface="微软雅黑" panose="020B0503020204020204" pitchFamily="34" charset="-122"/>
              <a:sym typeface="+mn-ea"/>
            </a:endParaRPr>
          </a:p>
        </p:txBody>
      </p:sp>
      <p:sp>
        <p:nvSpPr>
          <p:cNvPr id="5" name="圆角矩形 34"/>
          <p:cNvSpPr/>
          <p:nvPr>
            <p:custDataLst>
              <p:tags r:id="rId11"/>
            </p:custDataLst>
          </p:nvPr>
        </p:nvSpPr>
        <p:spPr>
          <a:xfrm rot="2700000">
            <a:off x="6995795" y="2531745"/>
            <a:ext cx="1492885" cy="1393825"/>
          </a:xfrm>
          <a:prstGeom prst="roundRect">
            <a:avLst>
              <a:gd name="adj" fmla="val 6319"/>
            </a:avLst>
          </a:prstGeom>
          <a:solidFill>
            <a:schemeClr val="bg1">
              <a:lumMod val="95000"/>
            </a:schemeClr>
          </a:solidFill>
          <a:ln>
            <a:noFill/>
          </a:ln>
          <a:effectLst>
            <a:outerShdw blurRad="152400" dist="63500" dir="8100000" algn="tl" rotWithShape="0">
              <a:prstClr val="black">
                <a:alpha val="30000"/>
              </a:prstClr>
            </a:outerShdw>
          </a:effectLst>
          <a:scene3d>
            <a:camera prst="orthographicFront"/>
            <a:lightRig rig="threePt" dir="t"/>
          </a:scene3d>
          <a:sp3d prstMaterial="softEdge">
            <a:bevelT w="3810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0" i="0" u="none" strike="noStrike" kern="1200" cap="none" spc="0" normalizeH="0" baseline="0" noProof="0" dirty="0">
              <a:ln>
                <a:noFill/>
              </a:ln>
              <a:solidFill>
                <a:prstClr val="white"/>
              </a:solidFill>
              <a:effectLst/>
              <a:uLnTx/>
              <a:uFillTx/>
              <a:latin typeface="DIN-BoldItalic" pitchFamily="50" charset="0"/>
              <a:ea typeface="微软雅黑" panose="020B0503020204020204" pitchFamily="34" charset="-122"/>
              <a:cs typeface="+mn-cs"/>
            </a:endParaRPr>
          </a:p>
        </p:txBody>
      </p:sp>
      <p:sp>
        <p:nvSpPr>
          <p:cNvPr id="6" name="圆角矩形 38"/>
          <p:cNvSpPr/>
          <p:nvPr>
            <p:custDataLst>
              <p:tags r:id="rId12"/>
            </p:custDataLst>
          </p:nvPr>
        </p:nvSpPr>
        <p:spPr>
          <a:xfrm rot="2700000">
            <a:off x="7209155" y="2696845"/>
            <a:ext cx="1068070" cy="1068070"/>
          </a:xfrm>
          <a:prstGeom prst="roundRect">
            <a:avLst>
              <a:gd name="adj" fmla="val 6319"/>
            </a:avLst>
          </a:prstGeom>
          <a:solidFill>
            <a:schemeClr val="tx1">
              <a:lumMod val="65000"/>
              <a:lumOff val="35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sp>
        <p:nvSpPr>
          <p:cNvPr id="8" name="圆角矩形 34"/>
          <p:cNvSpPr/>
          <p:nvPr>
            <p:custDataLst>
              <p:tags r:id="rId13"/>
            </p:custDataLst>
          </p:nvPr>
        </p:nvSpPr>
        <p:spPr>
          <a:xfrm rot="2700000">
            <a:off x="9720580" y="2510790"/>
            <a:ext cx="1454785" cy="1449070"/>
          </a:xfrm>
          <a:prstGeom prst="roundRect">
            <a:avLst>
              <a:gd name="adj" fmla="val 6319"/>
            </a:avLst>
          </a:prstGeom>
          <a:solidFill>
            <a:schemeClr val="bg1">
              <a:lumMod val="95000"/>
            </a:schemeClr>
          </a:solidFill>
          <a:ln>
            <a:noFill/>
          </a:ln>
          <a:effectLst>
            <a:outerShdw blurRad="152400" dist="63500" dir="8100000" algn="tl" rotWithShape="0">
              <a:prstClr val="black">
                <a:alpha val="30000"/>
              </a:prstClr>
            </a:outerShdw>
          </a:effectLst>
          <a:scene3d>
            <a:camera prst="orthographicFront"/>
            <a:lightRig rig="threePt" dir="t"/>
          </a:scene3d>
          <a:sp3d prstMaterial="softEdge">
            <a:bevelT w="3810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0" i="0" u="none" strike="noStrike" kern="1200" cap="none" spc="0" normalizeH="0" baseline="0" noProof="0" dirty="0">
              <a:ln>
                <a:noFill/>
              </a:ln>
              <a:solidFill>
                <a:prstClr val="white"/>
              </a:solidFill>
              <a:effectLst/>
              <a:uLnTx/>
              <a:uFillTx/>
              <a:latin typeface="DIN-BoldItalic" pitchFamily="50" charset="0"/>
              <a:ea typeface="微软雅黑" panose="020B0503020204020204" pitchFamily="34" charset="-122"/>
              <a:cs typeface="+mn-cs"/>
            </a:endParaRPr>
          </a:p>
        </p:txBody>
      </p:sp>
      <p:sp>
        <p:nvSpPr>
          <p:cNvPr id="7" name="圆角矩形 38"/>
          <p:cNvSpPr/>
          <p:nvPr>
            <p:custDataLst>
              <p:tags r:id="rId14"/>
            </p:custDataLst>
          </p:nvPr>
        </p:nvSpPr>
        <p:spPr>
          <a:xfrm rot="2700000">
            <a:off x="9920605" y="2696210"/>
            <a:ext cx="1068070" cy="1068070"/>
          </a:xfrm>
          <a:prstGeom prst="roundRect">
            <a:avLst>
              <a:gd name="adj" fmla="val 6319"/>
            </a:avLst>
          </a:prstGeom>
          <a:solidFill>
            <a:schemeClr val="tx1">
              <a:lumMod val="65000"/>
              <a:lumOff val="35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sp>
        <p:nvSpPr>
          <p:cNvPr id="9" name="文本框 8"/>
          <p:cNvSpPr txBox="1"/>
          <p:nvPr>
            <p:custDataLst>
              <p:tags r:id="rId15"/>
            </p:custDataLst>
          </p:nvPr>
        </p:nvSpPr>
        <p:spPr>
          <a:xfrm>
            <a:off x="7457339" y="2762250"/>
            <a:ext cx="682625" cy="1014730"/>
          </a:xfrm>
          <a:prstGeom prst="rect">
            <a:avLst/>
          </a:prstGeom>
          <a:noFill/>
        </p:spPr>
        <p:txBody>
          <a:bodyPr wrap="square" rtlCol="0">
            <a:spAutoFit/>
          </a:bodyPr>
          <a:lstStyle/>
          <a:p>
            <a:r>
              <a:rPr lang="en-US" altLang="zh-CN" sz="6000" b="1" dirty="0">
                <a:solidFill>
                  <a:schemeClr val="bg1"/>
                </a:solidFill>
                <a:latin typeface="+mj-ea"/>
                <a:ea typeface="+mj-ea"/>
              </a:rPr>
              <a:t>3</a:t>
            </a:r>
            <a:endParaRPr lang="en-US" altLang="zh-CN" sz="6000" b="1" dirty="0">
              <a:solidFill>
                <a:schemeClr val="bg1"/>
              </a:solidFill>
              <a:latin typeface="+mj-ea"/>
              <a:ea typeface="+mj-ea"/>
            </a:endParaRPr>
          </a:p>
        </p:txBody>
      </p:sp>
      <p:sp>
        <p:nvSpPr>
          <p:cNvPr id="16" name="文本框 15"/>
          <p:cNvSpPr txBox="1"/>
          <p:nvPr>
            <p:custDataLst>
              <p:tags r:id="rId16"/>
            </p:custDataLst>
          </p:nvPr>
        </p:nvSpPr>
        <p:spPr>
          <a:xfrm>
            <a:off x="10102114" y="2696845"/>
            <a:ext cx="682625" cy="1014730"/>
          </a:xfrm>
          <a:prstGeom prst="rect">
            <a:avLst/>
          </a:prstGeom>
          <a:noFill/>
        </p:spPr>
        <p:txBody>
          <a:bodyPr wrap="square" rtlCol="0">
            <a:spAutoFit/>
          </a:bodyPr>
          <a:lstStyle/>
          <a:p>
            <a:r>
              <a:rPr lang="en-US" altLang="zh-CN" sz="6000" b="1">
                <a:solidFill>
                  <a:schemeClr val="bg1"/>
                </a:solidFill>
                <a:latin typeface="+mj-ea"/>
                <a:ea typeface="+mj-ea"/>
              </a:rPr>
              <a:t>4</a:t>
            </a:r>
            <a:endParaRPr lang="en-US" altLang="zh-CN" sz="6000" b="1">
              <a:solidFill>
                <a:schemeClr val="bg1"/>
              </a:solidFill>
              <a:latin typeface="+mj-ea"/>
              <a:ea typeface="+mj-ea"/>
            </a:endParaRPr>
          </a:p>
        </p:txBody>
      </p:sp>
      <p:sp>
        <p:nvSpPr>
          <p:cNvPr id="20" name="任意多边形 42"/>
          <p:cNvSpPr/>
          <p:nvPr>
            <p:custDataLst>
              <p:tags r:id="rId17"/>
            </p:custDataLst>
          </p:nvPr>
        </p:nvSpPr>
        <p:spPr>
          <a:xfrm>
            <a:off x="7089614" y="2000885"/>
            <a:ext cx="1484791" cy="864942"/>
          </a:xfrm>
          <a:custGeom>
            <a:avLst/>
            <a:gdLst>
              <a:gd name="connsiteX0" fmla="*/ 0 w 1940313"/>
              <a:gd name="connsiteY0" fmla="*/ 791737 h 1148576"/>
              <a:gd name="connsiteX1" fmla="*/ 791737 w 1940313"/>
              <a:gd name="connsiteY1" fmla="*/ 0 h 1148576"/>
              <a:gd name="connsiteX2" fmla="*/ 1940313 w 1940313"/>
              <a:gd name="connsiteY2" fmla="*/ 1148576 h 1148576"/>
            </a:gdLst>
            <a:ahLst/>
            <a:cxnLst>
              <a:cxn ang="0">
                <a:pos x="connsiteX0" y="connsiteY0"/>
              </a:cxn>
              <a:cxn ang="0">
                <a:pos x="connsiteX1" y="connsiteY1"/>
              </a:cxn>
              <a:cxn ang="0">
                <a:pos x="connsiteX2" y="connsiteY2"/>
              </a:cxn>
            </a:cxnLst>
            <a:rect l="l" t="t" r="r" b="b"/>
            <a:pathLst>
              <a:path w="1940313" h="1148576">
                <a:moveTo>
                  <a:pt x="0" y="791737"/>
                </a:moveTo>
                <a:lnTo>
                  <a:pt x="791737" y="0"/>
                </a:lnTo>
                <a:lnTo>
                  <a:pt x="1940313" y="1148576"/>
                </a:lnTo>
              </a:path>
            </a:pathLst>
          </a:custGeom>
          <a:noFill/>
          <a:ln w="12700">
            <a:solidFill>
              <a:srgbClr val="8A8B8F"/>
            </a:solidFill>
            <a:prstDash val="dash"/>
            <a:headEnd type="oval"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sp>
        <p:nvSpPr>
          <p:cNvPr id="23" name="任意多边形 44"/>
          <p:cNvSpPr/>
          <p:nvPr>
            <p:custDataLst>
              <p:tags r:id="rId18"/>
            </p:custDataLst>
          </p:nvPr>
        </p:nvSpPr>
        <p:spPr>
          <a:xfrm flipV="1">
            <a:off x="9700260" y="3601085"/>
            <a:ext cx="1842770" cy="1015365"/>
          </a:xfrm>
          <a:custGeom>
            <a:avLst/>
            <a:gdLst>
              <a:gd name="connsiteX0" fmla="*/ 0 w 1940313"/>
              <a:gd name="connsiteY0" fmla="*/ 791737 h 1148576"/>
              <a:gd name="connsiteX1" fmla="*/ 791737 w 1940313"/>
              <a:gd name="connsiteY1" fmla="*/ 0 h 1148576"/>
              <a:gd name="connsiteX2" fmla="*/ 1940313 w 1940313"/>
              <a:gd name="connsiteY2" fmla="*/ 1148576 h 1148576"/>
            </a:gdLst>
            <a:ahLst/>
            <a:cxnLst>
              <a:cxn ang="0">
                <a:pos x="connsiteX0" y="connsiteY0"/>
              </a:cxn>
              <a:cxn ang="0">
                <a:pos x="connsiteX1" y="connsiteY1"/>
              </a:cxn>
              <a:cxn ang="0">
                <a:pos x="connsiteX2" y="connsiteY2"/>
              </a:cxn>
            </a:cxnLst>
            <a:rect l="l" t="t" r="r" b="b"/>
            <a:pathLst>
              <a:path w="1940313" h="1148576">
                <a:moveTo>
                  <a:pt x="0" y="791737"/>
                </a:moveTo>
                <a:lnTo>
                  <a:pt x="791737" y="0"/>
                </a:lnTo>
                <a:lnTo>
                  <a:pt x="1940313" y="1148576"/>
                </a:lnTo>
              </a:path>
            </a:pathLst>
          </a:custGeom>
          <a:noFill/>
          <a:ln w="12700">
            <a:solidFill>
              <a:srgbClr val="8A8B8F"/>
            </a:solidFill>
            <a:prstDash val="dash"/>
            <a:headEnd type="oval"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sp>
        <p:nvSpPr>
          <p:cNvPr id="24" name="文本框1"/>
          <p:cNvSpPr txBox="1"/>
          <p:nvPr>
            <p:custDataLst>
              <p:tags r:id="rId19"/>
            </p:custDataLst>
          </p:nvPr>
        </p:nvSpPr>
        <p:spPr>
          <a:xfrm>
            <a:off x="6392065" y="4769465"/>
            <a:ext cx="2700000" cy="460800"/>
          </a:xfrm>
          <a:prstGeom prst="rect">
            <a:avLst/>
          </a:prstGeom>
          <a:noFill/>
        </p:spPr>
        <p:txBody>
          <a:bodyPr wrap="square" rtlCol="0">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zh-CN" sz="2400" dirty="0" smtClean="0">
                <a:solidFill>
                  <a:schemeClr val="tx1"/>
                </a:solidFill>
                <a:latin typeface="微软雅黑" panose="020B0503020204020204" pitchFamily="34" charset="-122"/>
                <a:ea typeface="微软雅黑" panose="020B0503020204020204" pitchFamily="34" charset="-122"/>
                <a:sym typeface="+mn-ea"/>
              </a:rPr>
              <a:t>变量管理与数据传递</a:t>
            </a:r>
            <a:endParaRPr lang="zh-CN" altLang="zh-CN" sz="2400" dirty="0" smtClean="0">
              <a:solidFill>
                <a:schemeClr val="tx1"/>
              </a:solidFill>
              <a:latin typeface="微软雅黑" panose="020B0503020204020204" pitchFamily="34" charset="-122"/>
              <a:ea typeface="微软雅黑" panose="020B0503020204020204" pitchFamily="34" charset="-122"/>
              <a:sym typeface="+mn-ea"/>
            </a:endParaRPr>
          </a:p>
        </p:txBody>
      </p:sp>
      <p:sp>
        <p:nvSpPr>
          <p:cNvPr id="25" name="文本框1"/>
          <p:cNvSpPr txBox="1"/>
          <p:nvPr>
            <p:custDataLst>
              <p:tags r:id="rId20"/>
            </p:custDataLst>
          </p:nvPr>
        </p:nvSpPr>
        <p:spPr>
          <a:xfrm>
            <a:off x="9104439" y="4770120"/>
            <a:ext cx="2700000" cy="460800"/>
          </a:xfrm>
          <a:prstGeom prst="rect">
            <a:avLst/>
          </a:prstGeom>
          <a:noFill/>
        </p:spPr>
        <p:txBody>
          <a:bodyPr wrap="square" rtlCol="0">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zh-CN" sz="2400" dirty="0" smtClean="0">
                <a:latin typeface="微软雅黑" panose="020B0503020204020204" pitchFamily="34" charset="-122"/>
                <a:ea typeface="微软雅黑" panose="020B0503020204020204" pitchFamily="34" charset="-122"/>
                <a:sym typeface="+mn-ea"/>
              </a:rPr>
              <a:t>对话型工作流</a:t>
            </a:r>
            <a:endParaRPr lang="zh-CN" altLang="zh-CN" sz="2400" dirty="0" smtClean="0">
              <a:latin typeface="微软雅黑" panose="020B0503020204020204" pitchFamily="34" charset="-122"/>
              <a:ea typeface="微软雅黑" panose="020B0503020204020204" pitchFamily="34" charset="-122"/>
              <a:sym typeface="+mn-ea"/>
            </a:endParaRPr>
          </a:p>
        </p:txBody>
      </p:sp>
      <p:sp>
        <p:nvSpPr>
          <p:cNvPr id="19" name="文本框 18"/>
          <p:cNvSpPr txBox="1"/>
          <p:nvPr/>
        </p:nvSpPr>
        <p:spPr>
          <a:xfrm>
            <a:off x="0" y="793750"/>
            <a:ext cx="1351262" cy="2061210"/>
          </a:xfrm>
          <a:prstGeom prst="rect">
            <a:avLst/>
          </a:prstGeom>
          <a:noFill/>
        </p:spPr>
        <p:txBody>
          <a:bodyPr wrap="square" rtlCol="0">
            <a:spAutoFit/>
            <a:scene3d>
              <a:camera prst="orthographicFront"/>
              <a:lightRig rig="threePt" dir="t"/>
            </a:scene3d>
            <a:sp3d contourW="12700"/>
          </a:bodyPr>
          <a:lstStyle/>
          <a:p>
            <a:pPr algn="ctr"/>
            <a:r>
              <a:rPr lang="en-US" altLang="zh-CN" sz="3200" dirty="0" smtClean="0">
                <a:solidFill>
                  <a:srgbClr val="3F396C"/>
                </a:solidFill>
                <a:latin typeface="思源宋体" panose="02020700000000000000" charset="-122"/>
                <a:ea typeface="思源宋体" panose="02020700000000000000" charset="-122"/>
              </a:rPr>
              <a:t>03</a:t>
            </a:r>
            <a:endParaRPr lang="en-US" altLang="zh-CN" sz="3200" dirty="0" smtClean="0">
              <a:solidFill>
                <a:srgbClr val="3F396C"/>
              </a:solidFill>
              <a:latin typeface="思源宋体" panose="02020700000000000000" charset="-122"/>
              <a:ea typeface="思源宋体" panose="02020700000000000000" charset="-122"/>
            </a:endParaRPr>
          </a:p>
        </p:txBody>
      </p:sp>
      <p:sp>
        <p:nvSpPr>
          <p:cNvPr id="22" name="文本框 21"/>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zh-CN"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知识储备</a:t>
            </a:r>
            <a:endParaRPr lang="zh-CN" altLang="zh-CN"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4169907" y="1773555"/>
            <a:ext cx="7664450" cy="4690745"/>
            <a:chOff x="450850" y="1397000"/>
            <a:chExt cx="5784850" cy="4690745"/>
          </a:xfrm>
        </p:grpSpPr>
        <p:sp>
          <p:nvSpPr>
            <p:cNvPr id="11" name="矩形 10"/>
            <p:cNvSpPr/>
            <p:nvPr>
              <p:custDataLst>
                <p:tags r:id="rId1"/>
              </p:custDataLst>
            </p:nvPr>
          </p:nvSpPr>
          <p:spPr>
            <a:xfrm>
              <a:off x="450850" y="1397000"/>
              <a:ext cx="5784850" cy="4690745"/>
            </a:xfrm>
            <a:prstGeom prst="rect">
              <a:avLst/>
            </a:prstGeom>
          </p:spPr>
          <p:style>
            <a:lnRef idx="2">
              <a:schemeClr val="accent1"/>
            </a:lnRef>
            <a:fillRef idx="1">
              <a:schemeClr val="lt1"/>
            </a:fillRef>
            <a:effectRef idx="0">
              <a:schemeClr val="accent1"/>
            </a:effectRef>
            <a:fontRef idx="minor">
              <a:schemeClr val="dk1"/>
            </a:fontRef>
          </p:style>
          <p:txBody>
            <a:bodyPr rtlCol="0" anchor="ctr">
              <a:normAutofit/>
            </a:bodyPr>
            <a:lstStyle/>
            <a:p>
              <a:pPr>
                <a:lnSpc>
                  <a:spcPct val="120000"/>
                </a:lnSpc>
              </a:pPr>
              <a:endParaRPr lang="zh-CN" altLang="en-US" sz="1400" spc="150" dirty="0">
                <a:latin typeface="Arial" panose="020B0604020202020204" pitchFamily="34" charset="0"/>
                <a:ea typeface="微软雅黑" panose="020B0503020204020204" pitchFamily="34" charset="-122"/>
                <a:sym typeface="Arial" panose="020B0604020202020204" pitchFamily="34" charset="0"/>
              </a:endParaRPr>
            </a:p>
          </p:txBody>
        </p:sp>
        <p:sp>
          <p:nvSpPr>
            <p:cNvPr id="12" name="矩形 11"/>
            <p:cNvSpPr/>
            <p:nvPr>
              <p:custDataLst>
                <p:tags r:id="rId2"/>
              </p:custDataLst>
            </p:nvPr>
          </p:nvSpPr>
          <p:spPr>
            <a:xfrm>
              <a:off x="574040" y="1519555"/>
              <a:ext cx="5521960" cy="4351655"/>
            </a:xfrm>
            <a:prstGeom prst="rect">
              <a:avLst/>
            </a:prstGeom>
            <a:solidFill>
              <a:srgbClr val="4276AA"/>
            </a:solidFill>
            <a:ln>
              <a:noFill/>
            </a:ln>
          </p:spPr>
          <p:style>
            <a:lnRef idx="2">
              <a:srgbClr val="8590CA">
                <a:shade val="50000"/>
              </a:srgbClr>
            </a:lnRef>
            <a:fillRef idx="1">
              <a:srgbClr val="8590CA"/>
            </a:fillRef>
            <a:effectRef idx="0">
              <a:srgbClr val="8590CA"/>
            </a:effectRef>
            <a:fontRef idx="minor">
              <a:sysClr val="window" lastClr="FFFFFF"/>
            </a:fontRef>
          </p:style>
          <p:txBody>
            <a:bodyPr rtlCol="0" anchor="ctr">
              <a:normAutofit/>
            </a:bodyPr>
            <a:lstStyle/>
            <a:p>
              <a:pPr>
                <a:lnSpc>
                  <a:spcPct val="120000"/>
                </a:lnSpc>
              </a:pPr>
              <a:endParaRPr lang="zh-CN" altLang="en-US" sz="1400" spc="150" dirty="0">
                <a:latin typeface="Arial" panose="020B0604020202020204" pitchFamily="34" charset="0"/>
                <a:ea typeface="微软雅黑" panose="020B0503020204020204" pitchFamily="34" charset="-122"/>
                <a:sym typeface="Arial" panose="020B0604020202020204" pitchFamily="34" charset="0"/>
              </a:endParaRPr>
            </a:p>
          </p:txBody>
        </p:sp>
      </p:grpSp>
      <p:sp>
        <p:nvSpPr>
          <p:cNvPr id="13" name="文本框 12"/>
          <p:cNvSpPr txBox="1"/>
          <p:nvPr>
            <p:custDataLst>
              <p:tags r:id="rId3"/>
            </p:custDataLst>
          </p:nvPr>
        </p:nvSpPr>
        <p:spPr>
          <a:xfrm>
            <a:off x="4493895" y="1978025"/>
            <a:ext cx="6997700" cy="4181475"/>
          </a:xfrm>
          <a:prstGeom prst="rect">
            <a:avLst/>
          </a:prstGeom>
          <a:noFill/>
        </p:spPr>
        <p:txBody>
          <a:bodyPr wrap="square" rtlCol="0" anchor="t">
            <a:noAutofit/>
          </a:bodyPr>
          <a:lstStyle/>
          <a:p>
            <a:pPr indent="457200" fontAlgn="auto">
              <a:lnSpc>
                <a:spcPct val="150000"/>
              </a:lnSpc>
            </a:pPr>
            <a:r>
              <a:rPr 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开始节点与结束节点是工作流的两端，它们共同定义了整个流程的数据边界。开始节点负责声明系统从哪里接收原始输入，这些输入可能包括用户输入的文本、上传的文件、系统时间、业务参数或会话标识等。结束节点则负责声明流程最终要产出什么，它可能是一段回复文本、一组结构化字段，或者一份供外部系统直接消费的数据对象。在实际的实训中，许多流程运行失败的问题，根源并不在于中间推理环节出错，而是起点定义不清晰或终点约束不稳定，导致流程虽然看似完成，却在某一节点处卡死，无法进入后续系统。</a:t>
            </a:r>
            <a:endParaRPr 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15" name="矩形 14"/>
          <p:cNvSpPr/>
          <p:nvPr/>
        </p:nvSpPr>
        <p:spPr>
          <a:xfrm>
            <a:off x="429756" y="1773555"/>
            <a:ext cx="3507243" cy="469074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教材对应知识的图片</a:t>
            </a:r>
            <a:endParaRPr lang="zh-CN" altLang="en-US" dirty="0">
              <a:solidFill>
                <a:schemeClr val="tx1"/>
              </a:solidFill>
            </a:endParaRPr>
          </a:p>
        </p:txBody>
      </p:sp>
      <p:sp>
        <p:nvSpPr>
          <p:cNvPr id="4" name="文本框 3"/>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03</a:t>
            </a:r>
            <a:endParaRPr lang="en-US" sz="3200" dirty="0" smtClean="0">
              <a:solidFill>
                <a:srgbClr val="3F396C"/>
              </a:solidFill>
              <a:latin typeface="思源宋体" panose="02020700000000000000" charset="-122"/>
              <a:ea typeface="思源宋体" panose="02020700000000000000" charset="-122"/>
            </a:endParaRPr>
          </a:p>
        </p:txBody>
      </p:sp>
      <p:sp>
        <p:nvSpPr>
          <p:cNvPr id="17" name="文本框 16"/>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知识储备</a:t>
            </a:r>
            <a:endParaRPr lang="en-US" altLang="zh-CN"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1010285" y="1899920"/>
            <a:ext cx="6406515" cy="3884930"/>
          </a:xfrm>
          <a:prstGeom prst="rect">
            <a:avLst/>
          </a:prstGeom>
          <a:noFill/>
          <a:ln w="9525">
            <a:noFill/>
          </a:ln>
        </p:spPr>
        <p:txBody>
          <a:bodyPr wrap="square">
            <a:noAutofit/>
          </a:bodyPr>
          <a:lstStyle/>
          <a:p>
            <a:pPr indent="457200" fontAlgn="auto">
              <a:lnSpc>
                <a:spcPct val="150000"/>
              </a:lnSpc>
            </a:pPr>
            <a:r>
              <a:rPr lang="zh-CN" dirty="0">
                <a:latin typeface="微软雅黑" panose="020B0503020204020204" pitchFamily="34" charset="-122"/>
                <a:ea typeface="微软雅黑" panose="020B0503020204020204" pitchFamily="34" charset="-122"/>
                <a:cs typeface="微软雅黑" panose="020B0503020204020204" pitchFamily="34" charset="-122"/>
              </a:rPr>
              <a:t>将工作流比作一条生产线，开始节点定义的是原材料的规格，结束节点定义的是最终成品的规格。如果两端设定不清晰，中间过程的管理必然陷入混乱。因此，在设计工作流时，必须首先明确输入数据的来源与格式，以及输出结果的标准与用途。只有确保数据边界的清晰与稳定，才能为后续节点的顺畅运行奠定基础，避免因数据定义模糊而导致的系统性错误。</a:t>
            </a:r>
            <a:endParaRPr lang="zh-CN"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 name="矩形 10"/>
          <p:cNvSpPr/>
          <p:nvPr/>
        </p:nvSpPr>
        <p:spPr>
          <a:xfrm>
            <a:off x="674370" y="1619885"/>
            <a:ext cx="7019290" cy="4445635"/>
          </a:xfrm>
          <a:custGeom>
            <a:avLst/>
            <a:gdLst/>
            <a:ahLst/>
            <a:cxnLst/>
            <a:rect l="l" t="t" r="r" b="b"/>
            <a:pathLst>
              <a:path w="1759038" h="1334706">
                <a:moveTo>
                  <a:pt x="65637" y="63758"/>
                </a:moveTo>
                <a:lnTo>
                  <a:pt x="65637" y="1271391"/>
                </a:lnTo>
                <a:lnTo>
                  <a:pt x="1711798" y="1271391"/>
                </a:lnTo>
                <a:lnTo>
                  <a:pt x="1711798" y="63758"/>
                </a:lnTo>
                <a:close/>
                <a:moveTo>
                  <a:pt x="0" y="0"/>
                </a:moveTo>
                <a:lnTo>
                  <a:pt x="1759038" y="0"/>
                </a:lnTo>
                <a:lnTo>
                  <a:pt x="1759038" y="1334706"/>
                </a:lnTo>
                <a:lnTo>
                  <a:pt x="0" y="1334706"/>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120000"/>
              </a:lnSpc>
            </a:pPr>
            <a:endParaRPr lang="zh-CN" altLang="en-US">
              <a:solidFill>
                <a:srgbClr val="000000"/>
              </a:solidFill>
              <a:cs typeface="+mn-ea"/>
              <a:sym typeface="+mn-lt"/>
            </a:endParaRPr>
          </a:p>
        </p:txBody>
      </p:sp>
      <p:sp>
        <p:nvSpPr>
          <p:cNvPr id="9" name="矩形 8"/>
          <p:cNvSpPr/>
          <p:nvPr/>
        </p:nvSpPr>
        <p:spPr>
          <a:xfrm>
            <a:off x="8086725" y="2372361"/>
            <a:ext cx="3798570" cy="299148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教材对应知识的图片</a:t>
            </a:r>
            <a:endParaRPr lang="zh-CN" altLang="en-US" dirty="0">
              <a:solidFill>
                <a:schemeClr val="tx1"/>
              </a:solidFill>
            </a:endParaRPr>
          </a:p>
        </p:txBody>
      </p:sp>
      <p:sp>
        <p:nvSpPr>
          <p:cNvPr id="3" name="文本框 2"/>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03</a:t>
            </a:r>
            <a:endParaRPr lang="en-US" sz="3200" dirty="0" smtClean="0">
              <a:solidFill>
                <a:srgbClr val="3F396C"/>
              </a:solidFill>
              <a:latin typeface="思源宋体" panose="02020700000000000000" charset="-122"/>
              <a:ea typeface="思源宋体" panose="02020700000000000000" charset="-122"/>
            </a:endParaRPr>
          </a:p>
        </p:txBody>
      </p:sp>
      <p:sp>
        <p:nvSpPr>
          <p:cNvPr id="17" name="文本框 16"/>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知识储备</a:t>
            </a:r>
            <a:endParaRPr lang="en-US" altLang="zh-CN"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组合 9"/>
          <p:cNvGrpSpPr/>
          <p:nvPr/>
        </p:nvGrpSpPr>
        <p:grpSpPr>
          <a:xfrm rot="0">
            <a:off x="4170045" y="1786255"/>
            <a:ext cx="7734935" cy="4715510"/>
            <a:chOff x="5049" y="1927"/>
            <a:chExt cx="9267" cy="5731"/>
          </a:xfrm>
          <a:solidFill>
            <a:srgbClr val="1E8CE5"/>
          </a:solidFill>
        </p:grpSpPr>
        <p:sp>
          <p:nvSpPr>
            <p:cNvPr id="16" name="任意多边形 15"/>
            <p:cNvSpPr/>
            <p:nvPr>
              <p:custDataLst>
                <p:tags r:id="rId1"/>
              </p:custDataLst>
            </p:nvPr>
          </p:nvSpPr>
          <p:spPr>
            <a:xfrm rot="10800000">
              <a:off x="11403" y="7498"/>
              <a:ext cx="1928" cy="150"/>
            </a:xfrm>
            <a:custGeom>
              <a:avLst/>
              <a:gdLst>
                <a:gd name="adj" fmla="val 104500"/>
                <a:gd name="maxAdj" fmla="*/ 50000 w ss"/>
                <a:gd name="a" fmla="pin 0 adj maxAdj"/>
                <a:gd name="x1" fmla="*/ ss a 200000"/>
                <a:gd name="x2" fmla="*/ ss a 100000"/>
                <a:gd name="x3" fmla="+- r 0 x2"/>
                <a:gd name="x4" fmla="+- r 0 x1"/>
                <a:gd name="il" fmla="*/ wd3 a maxAdj"/>
                <a:gd name="it" fmla="*/ hd3 a maxAdj"/>
                <a:gd name="ir" fmla="+- r 0 il"/>
              </a:gdLst>
              <a:ahLst/>
              <a:cxnLst>
                <a:cxn ang="3">
                  <a:pos x="hc" y="t"/>
                </a:cxn>
                <a:cxn ang="cd2">
                  <a:pos x="x1" y="vc"/>
                </a:cxn>
                <a:cxn ang="cd4">
                  <a:pos x="hc" y="b"/>
                </a:cxn>
                <a:cxn ang="0">
                  <a:pos x="x4" y="vc"/>
                </a:cxn>
              </a:cxnLst>
              <a:rect l="l" t="t" r="r" b="b"/>
              <a:pathLst>
                <a:path w="1950" h="150">
                  <a:moveTo>
                    <a:pt x="157" y="0"/>
                  </a:moveTo>
                  <a:lnTo>
                    <a:pt x="1793" y="0"/>
                  </a:lnTo>
                  <a:lnTo>
                    <a:pt x="1950" y="150"/>
                  </a:lnTo>
                  <a:lnTo>
                    <a:pt x="0" y="150"/>
                  </a:lnTo>
                  <a:lnTo>
                    <a:pt x="157"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7" name="任意多边形 16"/>
            <p:cNvSpPr/>
            <p:nvPr>
              <p:custDataLst>
                <p:tags r:id="rId2"/>
              </p:custDataLst>
            </p:nvPr>
          </p:nvSpPr>
          <p:spPr>
            <a:xfrm rot="5400000">
              <a:off x="6739" y="236"/>
              <a:ext cx="5731" cy="9112"/>
            </a:xfrm>
            <a:custGeom>
              <a:avLst/>
              <a:gdLst>
                <a:gd name="adj" fmla="val 104500"/>
                <a:gd name="maxAdj" fmla="*/ 50000 w ss"/>
                <a:gd name="a" fmla="pin 0 adj maxAdj"/>
                <a:gd name="x1" fmla="*/ ss a 200000"/>
                <a:gd name="x2" fmla="*/ ss a 100000"/>
                <a:gd name="x3" fmla="+- r 0 x2"/>
                <a:gd name="x4" fmla="+- r 0 x1"/>
                <a:gd name="il" fmla="*/ wd3 a maxAdj"/>
                <a:gd name="it" fmla="*/ hd3 a maxAdj"/>
                <a:gd name="ir" fmla="+- r 0 il"/>
              </a:gdLst>
              <a:ahLst/>
              <a:cxnLst>
                <a:cxn ang="3">
                  <a:pos x="hc" y="t"/>
                </a:cxn>
                <a:cxn ang="cd2">
                  <a:pos x="x1" y="vc"/>
                </a:cxn>
                <a:cxn ang="cd4">
                  <a:pos x="hc" y="b"/>
                </a:cxn>
                <a:cxn ang="0">
                  <a:pos x="x4" y="vc"/>
                </a:cxn>
              </a:cxnLst>
              <a:rect l="l" t="t" r="r" b="b"/>
              <a:pathLst>
                <a:path w="4540" h="9270">
                  <a:moveTo>
                    <a:pt x="392" y="125"/>
                  </a:moveTo>
                  <a:lnTo>
                    <a:pt x="400" y="7061"/>
                  </a:lnTo>
                  <a:lnTo>
                    <a:pt x="152" y="7361"/>
                  </a:lnTo>
                  <a:lnTo>
                    <a:pt x="164" y="9131"/>
                  </a:lnTo>
                  <a:lnTo>
                    <a:pt x="4383" y="9145"/>
                  </a:lnTo>
                  <a:lnTo>
                    <a:pt x="4383" y="125"/>
                  </a:lnTo>
                  <a:lnTo>
                    <a:pt x="392" y="125"/>
                  </a:lnTo>
                  <a:close/>
                  <a:moveTo>
                    <a:pt x="252" y="0"/>
                  </a:moveTo>
                  <a:lnTo>
                    <a:pt x="4540" y="0"/>
                  </a:lnTo>
                  <a:lnTo>
                    <a:pt x="4540" y="830"/>
                  </a:lnTo>
                  <a:lnTo>
                    <a:pt x="4390" y="987"/>
                  </a:lnTo>
                  <a:lnTo>
                    <a:pt x="4390" y="2623"/>
                  </a:lnTo>
                  <a:lnTo>
                    <a:pt x="4540" y="2780"/>
                  </a:lnTo>
                  <a:lnTo>
                    <a:pt x="4540" y="9270"/>
                  </a:lnTo>
                  <a:lnTo>
                    <a:pt x="4342" y="9269"/>
                  </a:lnTo>
                  <a:lnTo>
                    <a:pt x="4238" y="9170"/>
                  </a:lnTo>
                  <a:lnTo>
                    <a:pt x="3418" y="9170"/>
                  </a:lnTo>
                  <a:lnTo>
                    <a:pt x="3317" y="9266"/>
                  </a:lnTo>
                  <a:lnTo>
                    <a:pt x="8" y="9256"/>
                  </a:lnTo>
                  <a:lnTo>
                    <a:pt x="0" y="7269"/>
                  </a:lnTo>
                  <a:lnTo>
                    <a:pt x="254" y="7041"/>
                  </a:lnTo>
                  <a:lnTo>
                    <a:pt x="252"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8" name="梯形 17"/>
            <p:cNvSpPr/>
            <p:nvPr>
              <p:custDataLst>
                <p:tags r:id="rId3"/>
              </p:custDataLst>
            </p:nvPr>
          </p:nvSpPr>
          <p:spPr>
            <a:xfrm rot="5400000">
              <a:off x="13749" y="4156"/>
              <a:ext cx="964" cy="170"/>
            </a:xfrm>
            <a:prstGeom prst="trapezoid">
              <a:avLst>
                <a:gd name="adj" fmla="val 1045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梯形 18"/>
            <p:cNvSpPr/>
            <p:nvPr>
              <p:custDataLst>
                <p:tags r:id="rId4"/>
              </p:custDataLst>
            </p:nvPr>
          </p:nvSpPr>
          <p:spPr>
            <a:xfrm>
              <a:off x="6194" y="7431"/>
              <a:ext cx="964" cy="170"/>
            </a:xfrm>
            <a:prstGeom prst="trapezoid">
              <a:avLst>
                <a:gd name="adj" fmla="val 1045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1" name="矩形 20"/>
          <p:cNvSpPr/>
          <p:nvPr/>
        </p:nvSpPr>
        <p:spPr>
          <a:xfrm>
            <a:off x="503121" y="1842581"/>
            <a:ext cx="3494356" cy="465899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教材对应知识的图片</a:t>
            </a:r>
            <a:endParaRPr lang="zh-CN" altLang="en-US" dirty="0">
              <a:solidFill>
                <a:schemeClr val="tx1"/>
              </a:solidFill>
            </a:endParaRPr>
          </a:p>
        </p:txBody>
      </p:sp>
      <p:sp>
        <p:nvSpPr>
          <p:cNvPr id="2" name="文本框 1"/>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03</a:t>
            </a:r>
            <a:endParaRPr lang="en-US" sz="3200" dirty="0" smtClean="0">
              <a:solidFill>
                <a:srgbClr val="3F396C"/>
              </a:solidFill>
              <a:latin typeface="思源宋体" panose="02020700000000000000" charset="-122"/>
              <a:ea typeface="思源宋体" panose="02020700000000000000" charset="-122"/>
            </a:endParaRPr>
          </a:p>
        </p:txBody>
      </p:sp>
      <p:sp>
        <p:nvSpPr>
          <p:cNvPr id="3" name="文本框 2"/>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知识</a:t>
            </a: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储备</a:t>
            </a:r>
            <a:endPar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
        <p:nvSpPr>
          <p:cNvPr id="24" name="文本框 23"/>
          <p:cNvSpPr txBox="1"/>
          <p:nvPr/>
        </p:nvSpPr>
        <p:spPr>
          <a:xfrm>
            <a:off x="4311650" y="2206625"/>
            <a:ext cx="7312025" cy="4109085"/>
          </a:xfrm>
          <a:prstGeom prst="rect">
            <a:avLst/>
          </a:prstGeom>
          <a:noFill/>
        </p:spPr>
        <p:txBody>
          <a:bodyPr wrap="square" rtlCol="0">
            <a:noAutofit/>
          </a:bodyPr>
          <a:lstStyle/>
          <a:p>
            <a:pPr indent="457200" fontAlgn="auto">
              <a:lnSpc>
                <a:spcPct val="150000"/>
              </a:lnSpc>
            </a:pPr>
            <a:r>
              <a:rPr lang="en-US" dirty="0">
                <a:latin typeface="微软雅黑" panose="020B0503020204020204" pitchFamily="34" charset="-122"/>
                <a:ea typeface="微软雅黑" panose="020B0503020204020204" pitchFamily="34" charset="-122"/>
                <a:cs typeface="微软雅黑" panose="020B0503020204020204" pitchFamily="34" charset="-122"/>
                <a:sym typeface="+mn-ea"/>
              </a:rPr>
              <a:t>LLM</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节点是工作流中的语义推理核心，擅长处理自然语言理解、意图识别、信息抽取、开放式分类、文本归纳和自然语言生成等任务。凡是必须依赖语义理解与上下文推理的工作，都适合交给</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LLM</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节点来完成。然而，一个成熟的系统绝不会让模型包办一切。规则明确的逻辑判断应由</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IF/ELSE</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等控制节点处理；数值计算、字段清洗、批量处理、格式标准化等工作更适合交给代码节点完成；私有知识查询则应交给知识库节点处理。</a:t>
            </a:r>
            <a:endPar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组合 10"/>
          <p:cNvGrpSpPr/>
          <p:nvPr/>
        </p:nvGrpSpPr>
        <p:grpSpPr>
          <a:xfrm rot="0">
            <a:off x="326390" y="1431290"/>
            <a:ext cx="7423785" cy="4859020"/>
            <a:chOff x="3838575" y="2105025"/>
            <a:chExt cx="4355782" cy="2518409"/>
          </a:xfrm>
        </p:grpSpPr>
        <p:sp>
          <p:nvSpPr>
            <p:cNvPr id="13" name="图形 5"/>
            <p:cNvSpPr/>
            <p:nvPr>
              <p:custDataLst>
                <p:tags r:id="rId1"/>
              </p:custDataLst>
            </p:nvPr>
          </p:nvSpPr>
          <p:spPr>
            <a:xfrm>
              <a:off x="3838575" y="2439352"/>
              <a:ext cx="4278630" cy="2184082"/>
            </a:xfrm>
            <a:custGeom>
              <a:avLst/>
              <a:gdLst>
                <a:gd name="connsiteX0" fmla="*/ 0 w 4278630"/>
                <a:gd name="connsiteY0" fmla="*/ 0 h 2184082"/>
                <a:gd name="connsiteX1" fmla="*/ 4278630 w 4278630"/>
                <a:gd name="connsiteY1" fmla="*/ 0 h 2184082"/>
                <a:gd name="connsiteX2" fmla="*/ 4278630 w 4278630"/>
                <a:gd name="connsiteY2" fmla="*/ 2184083 h 2184082"/>
                <a:gd name="connsiteX3" fmla="*/ 0 w 4278630"/>
                <a:gd name="connsiteY3" fmla="*/ 2184083 h 2184082"/>
              </a:gdLst>
              <a:ahLst/>
              <a:cxnLst>
                <a:cxn ang="0">
                  <a:pos x="connsiteX0" y="connsiteY0"/>
                </a:cxn>
                <a:cxn ang="0">
                  <a:pos x="connsiteX1" y="connsiteY1"/>
                </a:cxn>
                <a:cxn ang="0">
                  <a:pos x="connsiteX2" y="connsiteY2"/>
                </a:cxn>
                <a:cxn ang="0">
                  <a:pos x="connsiteX3" y="connsiteY3"/>
                </a:cxn>
              </a:cxnLst>
              <a:rect l="l" t="t" r="r" b="b"/>
              <a:pathLst>
                <a:path w="4278630" h="2184082">
                  <a:moveTo>
                    <a:pt x="0" y="0"/>
                  </a:moveTo>
                  <a:lnTo>
                    <a:pt x="4278630" y="0"/>
                  </a:lnTo>
                  <a:lnTo>
                    <a:pt x="4278630" y="2184083"/>
                  </a:lnTo>
                  <a:lnTo>
                    <a:pt x="0" y="2184083"/>
                  </a:lnTo>
                  <a:close/>
                </a:path>
              </a:pathLst>
            </a:custGeom>
            <a:solidFill>
              <a:srgbClr val="E8E8E8"/>
            </a:solidFill>
            <a:ln w="9525" cap="flat">
              <a:noFill/>
              <a:prstDash val="solid"/>
              <a:miter/>
            </a:ln>
          </p:spPr>
          <p:txBody>
            <a:bodyPr rtlCol="0" anchor="ctr"/>
            <a:lstStyle/>
            <a:p>
              <a:endParaRPr lang="zh-CN" altLang="en-US"/>
            </a:p>
          </p:txBody>
        </p:sp>
        <p:sp>
          <p:nvSpPr>
            <p:cNvPr id="14" name="图形 5"/>
            <p:cNvSpPr/>
            <p:nvPr>
              <p:custDataLst>
                <p:tags r:id="rId2"/>
              </p:custDataLst>
            </p:nvPr>
          </p:nvSpPr>
          <p:spPr>
            <a:xfrm>
              <a:off x="7632382" y="2110740"/>
              <a:ext cx="218122" cy="501967"/>
            </a:xfrm>
            <a:custGeom>
              <a:avLst/>
              <a:gdLst>
                <a:gd name="connsiteX0" fmla="*/ 184785 w 218122"/>
                <a:gd name="connsiteY0" fmla="*/ 501968 h 501967"/>
                <a:gd name="connsiteX1" fmla="*/ 0 w 218122"/>
                <a:gd name="connsiteY1" fmla="*/ 482918 h 501967"/>
                <a:gd name="connsiteX2" fmla="*/ 33338 w 218122"/>
                <a:gd name="connsiteY2" fmla="*/ 0 h 501967"/>
                <a:gd name="connsiteX3" fmla="*/ 218123 w 218122"/>
                <a:gd name="connsiteY3" fmla="*/ 18098 h 501967"/>
              </a:gdLst>
              <a:ahLst/>
              <a:cxnLst>
                <a:cxn ang="0">
                  <a:pos x="connsiteX0" y="connsiteY0"/>
                </a:cxn>
                <a:cxn ang="0">
                  <a:pos x="connsiteX1" y="connsiteY1"/>
                </a:cxn>
                <a:cxn ang="0">
                  <a:pos x="connsiteX2" y="connsiteY2"/>
                </a:cxn>
                <a:cxn ang="0">
                  <a:pos x="connsiteX3" y="connsiteY3"/>
                </a:cxn>
              </a:cxnLst>
              <a:rect l="l" t="t" r="r" b="b"/>
              <a:pathLst>
                <a:path w="218122" h="501967">
                  <a:moveTo>
                    <a:pt x="184785" y="501968"/>
                  </a:moveTo>
                  <a:lnTo>
                    <a:pt x="0" y="482918"/>
                  </a:lnTo>
                  <a:lnTo>
                    <a:pt x="33338" y="0"/>
                  </a:lnTo>
                  <a:lnTo>
                    <a:pt x="218123" y="18098"/>
                  </a:lnTo>
                  <a:close/>
                </a:path>
              </a:pathLst>
            </a:custGeom>
            <a:solidFill>
              <a:srgbClr val="DEBF90"/>
            </a:solidFill>
            <a:ln w="9525" cap="flat">
              <a:noFill/>
              <a:prstDash val="solid"/>
              <a:miter/>
            </a:ln>
          </p:spPr>
          <p:txBody>
            <a:bodyPr rtlCol="0" anchor="ctr"/>
            <a:lstStyle/>
            <a:p>
              <a:endParaRPr lang="zh-CN" altLang="en-US"/>
            </a:p>
          </p:txBody>
        </p:sp>
        <p:sp>
          <p:nvSpPr>
            <p:cNvPr id="15" name="图形 5"/>
            <p:cNvSpPr/>
            <p:nvPr>
              <p:custDataLst>
                <p:tags r:id="rId3"/>
              </p:custDataLst>
            </p:nvPr>
          </p:nvSpPr>
          <p:spPr>
            <a:xfrm>
              <a:off x="4259580" y="2110740"/>
              <a:ext cx="217169" cy="501967"/>
            </a:xfrm>
            <a:custGeom>
              <a:avLst/>
              <a:gdLst>
                <a:gd name="connsiteX0" fmla="*/ 32385 w 217169"/>
                <a:gd name="connsiteY0" fmla="*/ 501968 h 501967"/>
                <a:gd name="connsiteX1" fmla="*/ 217170 w 217169"/>
                <a:gd name="connsiteY1" fmla="*/ 482918 h 501967"/>
                <a:gd name="connsiteX2" fmla="*/ 183833 w 217169"/>
                <a:gd name="connsiteY2" fmla="*/ 0 h 501967"/>
                <a:gd name="connsiteX3" fmla="*/ 0 w 217169"/>
                <a:gd name="connsiteY3" fmla="*/ 18098 h 501967"/>
              </a:gdLst>
              <a:ahLst/>
              <a:cxnLst>
                <a:cxn ang="0">
                  <a:pos x="connsiteX0" y="connsiteY0"/>
                </a:cxn>
                <a:cxn ang="0">
                  <a:pos x="connsiteX1" y="connsiteY1"/>
                </a:cxn>
                <a:cxn ang="0">
                  <a:pos x="connsiteX2" y="connsiteY2"/>
                </a:cxn>
                <a:cxn ang="0">
                  <a:pos x="connsiteX3" y="connsiteY3"/>
                </a:cxn>
              </a:cxnLst>
              <a:rect l="l" t="t" r="r" b="b"/>
              <a:pathLst>
                <a:path w="217169" h="501967">
                  <a:moveTo>
                    <a:pt x="32385" y="501968"/>
                  </a:moveTo>
                  <a:lnTo>
                    <a:pt x="217170" y="482918"/>
                  </a:lnTo>
                  <a:lnTo>
                    <a:pt x="183833" y="0"/>
                  </a:lnTo>
                  <a:lnTo>
                    <a:pt x="0" y="18098"/>
                  </a:lnTo>
                  <a:close/>
                </a:path>
              </a:pathLst>
            </a:custGeom>
            <a:solidFill>
              <a:srgbClr val="DEBF90"/>
            </a:solidFill>
            <a:ln w="9525" cap="flat">
              <a:noFill/>
              <a:prstDash val="solid"/>
              <a:miter/>
            </a:ln>
          </p:spPr>
          <p:txBody>
            <a:bodyPr rtlCol="0" anchor="ctr"/>
            <a:lstStyle/>
            <a:p>
              <a:endParaRPr lang="zh-CN" altLang="en-US"/>
            </a:p>
          </p:txBody>
        </p:sp>
        <p:sp>
          <p:nvSpPr>
            <p:cNvPr id="16" name="图形 5"/>
            <p:cNvSpPr/>
            <p:nvPr>
              <p:custDataLst>
                <p:tags r:id="rId4"/>
              </p:custDataLst>
            </p:nvPr>
          </p:nvSpPr>
          <p:spPr>
            <a:xfrm>
              <a:off x="3915727" y="2349817"/>
              <a:ext cx="4278630" cy="2184082"/>
            </a:xfrm>
            <a:custGeom>
              <a:avLst/>
              <a:gdLst>
                <a:gd name="connsiteX0" fmla="*/ 0 w 4278630"/>
                <a:gd name="connsiteY0" fmla="*/ 0 h 2184082"/>
                <a:gd name="connsiteX1" fmla="*/ 4278630 w 4278630"/>
                <a:gd name="connsiteY1" fmla="*/ 0 h 2184082"/>
                <a:gd name="connsiteX2" fmla="*/ 4278630 w 4278630"/>
                <a:gd name="connsiteY2" fmla="*/ 2184083 h 2184082"/>
                <a:gd name="connsiteX3" fmla="*/ 0 w 4278630"/>
                <a:gd name="connsiteY3" fmla="*/ 2184083 h 2184082"/>
              </a:gdLst>
              <a:ahLst/>
              <a:cxnLst>
                <a:cxn ang="0">
                  <a:pos x="connsiteX0" y="connsiteY0"/>
                </a:cxn>
                <a:cxn ang="0">
                  <a:pos x="connsiteX1" y="connsiteY1"/>
                </a:cxn>
                <a:cxn ang="0">
                  <a:pos x="connsiteX2" y="connsiteY2"/>
                </a:cxn>
                <a:cxn ang="0">
                  <a:pos x="connsiteX3" y="connsiteY3"/>
                </a:cxn>
              </a:cxnLst>
              <a:rect l="l" t="t" r="r" b="b"/>
              <a:pathLst>
                <a:path w="4278630" h="2184082">
                  <a:moveTo>
                    <a:pt x="0" y="0"/>
                  </a:moveTo>
                  <a:lnTo>
                    <a:pt x="4278630" y="0"/>
                  </a:lnTo>
                  <a:lnTo>
                    <a:pt x="4278630" y="2184083"/>
                  </a:lnTo>
                  <a:lnTo>
                    <a:pt x="0" y="2184083"/>
                  </a:lnTo>
                  <a:close/>
                </a:path>
              </a:pathLst>
            </a:custGeom>
            <a:solidFill>
              <a:srgbClr val="FFFFFF"/>
            </a:solidFill>
            <a:ln w="9525" cap="flat">
              <a:solidFill>
                <a:srgbClr val="231815"/>
              </a:solidFill>
              <a:prstDash val="solid"/>
              <a:miter/>
            </a:ln>
          </p:spPr>
          <p:txBody>
            <a:bodyPr rtlCol="0" anchor="ctr"/>
            <a:lstStyle/>
            <a:p>
              <a:endParaRPr lang="zh-CN" altLang="en-US"/>
            </a:p>
          </p:txBody>
        </p:sp>
        <p:sp>
          <p:nvSpPr>
            <p:cNvPr id="17" name="图形 5"/>
            <p:cNvSpPr/>
            <p:nvPr>
              <p:custDataLst>
                <p:tags r:id="rId5"/>
              </p:custDataLst>
            </p:nvPr>
          </p:nvSpPr>
          <p:spPr>
            <a:xfrm>
              <a:off x="7632382" y="2105025"/>
              <a:ext cx="244792" cy="507682"/>
            </a:xfrm>
            <a:custGeom>
              <a:avLst/>
              <a:gdLst>
                <a:gd name="connsiteX0" fmla="*/ 184785 w 244792"/>
                <a:gd name="connsiteY0" fmla="*/ 507683 h 507682"/>
                <a:gd name="connsiteX1" fmla="*/ 0 w 244792"/>
                <a:gd name="connsiteY1" fmla="*/ 488633 h 507682"/>
                <a:gd name="connsiteX2" fmla="*/ 60960 w 244792"/>
                <a:gd name="connsiteY2" fmla="*/ 0 h 507682"/>
                <a:gd name="connsiteX3" fmla="*/ 244793 w 244792"/>
                <a:gd name="connsiteY3" fmla="*/ 19050 h 507682"/>
              </a:gdLst>
              <a:ahLst/>
              <a:cxnLst>
                <a:cxn ang="0">
                  <a:pos x="connsiteX0" y="connsiteY0"/>
                </a:cxn>
                <a:cxn ang="0">
                  <a:pos x="connsiteX1" y="connsiteY1"/>
                </a:cxn>
                <a:cxn ang="0">
                  <a:pos x="connsiteX2" y="connsiteY2"/>
                </a:cxn>
                <a:cxn ang="0">
                  <a:pos x="connsiteX3" y="connsiteY3"/>
                </a:cxn>
              </a:cxnLst>
              <a:rect l="l" t="t" r="r" b="b"/>
              <a:pathLst>
                <a:path w="244792" h="507682">
                  <a:moveTo>
                    <a:pt x="184785" y="507683"/>
                  </a:moveTo>
                  <a:lnTo>
                    <a:pt x="0" y="488633"/>
                  </a:lnTo>
                  <a:lnTo>
                    <a:pt x="60960" y="0"/>
                  </a:lnTo>
                  <a:lnTo>
                    <a:pt x="244793" y="19050"/>
                  </a:lnTo>
                  <a:close/>
                </a:path>
              </a:pathLst>
            </a:custGeom>
            <a:solidFill>
              <a:srgbClr val="FFDBA6"/>
            </a:solidFill>
            <a:ln w="9525" cap="flat">
              <a:noFill/>
              <a:prstDash val="solid"/>
              <a:miter/>
            </a:ln>
          </p:spPr>
          <p:txBody>
            <a:bodyPr rtlCol="0" anchor="ctr"/>
            <a:lstStyle/>
            <a:p>
              <a:endParaRPr lang="zh-CN" altLang="en-US"/>
            </a:p>
          </p:txBody>
        </p:sp>
        <p:sp>
          <p:nvSpPr>
            <p:cNvPr id="18" name="图形 5"/>
            <p:cNvSpPr/>
            <p:nvPr>
              <p:custDataLst>
                <p:tags r:id="rId6"/>
              </p:custDataLst>
            </p:nvPr>
          </p:nvSpPr>
          <p:spPr>
            <a:xfrm>
              <a:off x="7632382" y="2105025"/>
              <a:ext cx="65722" cy="489585"/>
            </a:xfrm>
            <a:custGeom>
              <a:avLst/>
              <a:gdLst>
                <a:gd name="connsiteX0" fmla="*/ 60960 w 65722"/>
                <a:gd name="connsiteY0" fmla="*/ 0 h 489585"/>
                <a:gd name="connsiteX1" fmla="*/ 0 w 65722"/>
                <a:gd name="connsiteY1" fmla="*/ 488633 h 489585"/>
                <a:gd name="connsiteX2" fmla="*/ 5715 w 65722"/>
                <a:gd name="connsiteY2" fmla="*/ 489585 h 489585"/>
                <a:gd name="connsiteX3" fmla="*/ 65723 w 65722"/>
                <a:gd name="connsiteY3" fmla="*/ 953 h 489585"/>
              </a:gdLst>
              <a:ahLst/>
              <a:cxnLst>
                <a:cxn ang="0">
                  <a:pos x="connsiteX0" y="connsiteY0"/>
                </a:cxn>
                <a:cxn ang="0">
                  <a:pos x="connsiteX1" y="connsiteY1"/>
                </a:cxn>
                <a:cxn ang="0">
                  <a:pos x="connsiteX2" y="connsiteY2"/>
                </a:cxn>
                <a:cxn ang="0">
                  <a:pos x="connsiteX3" y="connsiteY3"/>
                </a:cxn>
              </a:cxnLst>
              <a:rect l="l" t="t" r="r" b="b"/>
              <a:pathLst>
                <a:path w="65722" h="489585">
                  <a:moveTo>
                    <a:pt x="60960" y="0"/>
                  </a:moveTo>
                  <a:lnTo>
                    <a:pt x="0" y="488633"/>
                  </a:lnTo>
                  <a:lnTo>
                    <a:pt x="5715" y="489585"/>
                  </a:lnTo>
                  <a:lnTo>
                    <a:pt x="65723" y="953"/>
                  </a:lnTo>
                  <a:close/>
                </a:path>
              </a:pathLst>
            </a:custGeom>
            <a:solidFill>
              <a:srgbClr val="EBCA98"/>
            </a:solidFill>
            <a:ln w="9525" cap="flat">
              <a:noFill/>
              <a:prstDash val="solid"/>
              <a:miter/>
            </a:ln>
          </p:spPr>
          <p:txBody>
            <a:bodyPr rtlCol="0" anchor="ctr"/>
            <a:lstStyle/>
            <a:p>
              <a:endParaRPr lang="zh-CN" altLang="en-US"/>
            </a:p>
          </p:txBody>
        </p:sp>
        <p:sp>
          <p:nvSpPr>
            <p:cNvPr id="19" name="图形 5"/>
            <p:cNvSpPr/>
            <p:nvPr>
              <p:custDataLst>
                <p:tags r:id="rId7"/>
              </p:custDataLst>
            </p:nvPr>
          </p:nvSpPr>
          <p:spPr>
            <a:xfrm>
              <a:off x="4231957" y="2105025"/>
              <a:ext cx="244792" cy="507682"/>
            </a:xfrm>
            <a:custGeom>
              <a:avLst/>
              <a:gdLst>
                <a:gd name="connsiteX0" fmla="*/ 60007 w 244792"/>
                <a:gd name="connsiteY0" fmla="*/ 507683 h 507682"/>
                <a:gd name="connsiteX1" fmla="*/ 244793 w 244792"/>
                <a:gd name="connsiteY1" fmla="*/ 488633 h 507682"/>
                <a:gd name="connsiteX2" fmla="*/ 184785 w 244792"/>
                <a:gd name="connsiteY2" fmla="*/ 0 h 507682"/>
                <a:gd name="connsiteX3" fmla="*/ 0 w 244792"/>
                <a:gd name="connsiteY3" fmla="*/ 19050 h 507682"/>
              </a:gdLst>
              <a:ahLst/>
              <a:cxnLst>
                <a:cxn ang="0">
                  <a:pos x="connsiteX0" y="connsiteY0"/>
                </a:cxn>
                <a:cxn ang="0">
                  <a:pos x="connsiteX1" y="connsiteY1"/>
                </a:cxn>
                <a:cxn ang="0">
                  <a:pos x="connsiteX2" y="connsiteY2"/>
                </a:cxn>
                <a:cxn ang="0">
                  <a:pos x="connsiteX3" y="connsiteY3"/>
                </a:cxn>
              </a:cxnLst>
              <a:rect l="l" t="t" r="r" b="b"/>
              <a:pathLst>
                <a:path w="244792" h="507682">
                  <a:moveTo>
                    <a:pt x="60007" y="507683"/>
                  </a:moveTo>
                  <a:lnTo>
                    <a:pt x="244793" y="488633"/>
                  </a:lnTo>
                  <a:lnTo>
                    <a:pt x="184785" y="0"/>
                  </a:lnTo>
                  <a:lnTo>
                    <a:pt x="0" y="19050"/>
                  </a:lnTo>
                  <a:close/>
                </a:path>
              </a:pathLst>
            </a:custGeom>
            <a:solidFill>
              <a:srgbClr val="FFDBA6"/>
            </a:solidFill>
            <a:ln w="9525" cap="flat">
              <a:noFill/>
              <a:prstDash val="solid"/>
              <a:miter/>
            </a:ln>
          </p:spPr>
          <p:txBody>
            <a:bodyPr rtlCol="0" anchor="ctr"/>
            <a:lstStyle/>
            <a:p>
              <a:endParaRPr lang="zh-CN" altLang="en-US"/>
            </a:p>
          </p:txBody>
        </p:sp>
        <p:sp>
          <p:nvSpPr>
            <p:cNvPr id="20" name="图形 5"/>
            <p:cNvSpPr/>
            <p:nvPr>
              <p:custDataLst>
                <p:tags r:id="rId8"/>
              </p:custDataLst>
            </p:nvPr>
          </p:nvSpPr>
          <p:spPr>
            <a:xfrm>
              <a:off x="4411980" y="2105025"/>
              <a:ext cx="64769" cy="489585"/>
            </a:xfrm>
            <a:custGeom>
              <a:avLst/>
              <a:gdLst>
                <a:gd name="connsiteX0" fmla="*/ 4763 w 64769"/>
                <a:gd name="connsiteY0" fmla="*/ 0 h 489585"/>
                <a:gd name="connsiteX1" fmla="*/ 64770 w 64769"/>
                <a:gd name="connsiteY1" fmla="*/ 488633 h 489585"/>
                <a:gd name="connsiteX2" fmla="*/ 60007 w 64769"/>
                <a:gd name="connsiteY2" fmla="*/ 489585 h 489585"/>
                <a:gd name="connsiteX3" fmla="*/ 0 w 64769"/>
                <a:gd name="connsiteY3" fmla="*/ 953 h 489585"/>
              </a:gdLst>
              <a:ahLst/>
              <a:cxnLst>
                <a:cxn ang="0">
                  <a:pos x="connsiteX0" y="connsiteY0"/>
                </a:cxn>
                <a:cxn ang="0">
                  <a:pos x="connsiteX1" y="connsiteY1"/>
                </a:cxn>
                <a:cxn ang="0">
                  <a:pos x="connsiteX2" y="connsiteY2"/>
                </a:cxn>
                <a:cxn ang="0">
                  <a:pos x="connsiteX3" y="connsiteY3"/>
                </a:cxn>
              </a:cxnLst>
              <a:rect l="l" t="t" r="r" b="b"/>
              <a:pathLst>
                <a:path w="64769" h="489585">
                  <a:moveTo>
                    <a:pt x="4763" y="0"/>
                  </a:moveTo>
                  <a:lnTo>
                    <a:pt x="64770" y="488633"/>
                  </a:lnTo>
                  <a:lnTo>
                    <a:pt x="60007" y="489585"/>
                  </a:lnTo>
                  <a:lnTo>
                    <a:pt x="0" y="953"/>
                  </a:lnTo>
                  <a:close/>
                </a:path>
              </a:pathLst>
            </a:custGeom>
            <a:solidFill>
              <a:srgbClr val="EBCA98"/>
            </a:solidFill>
            <a:ln w="9525" cap="flat">
              <a:noFill/>
              <a:prstDash val="solid"/>
              <a:miter/>
            </a:ln>
          </p:spPr>
          <p:txBody>
            <a:bodyPr rtlCol="0" anchor="ctr"/>
            <a:lstStyle/>
            <a:p>
              <a:endParaRPr lang="zh-CN" altLang="en-US"/>
            </a:p>
          </p:txBody>
        </p:sp>
        <p:sp>
          <p:nvSpPr>
            <p:cNvPr id="21" name="图形 5"/>
            <p:cNvSpPr/>
            <p:nvPr>
              <p:custDataLst>
                <p:tags r:id="rId9"/>
              </p:custDataLst>
            </p:nvPr>
          </p:nvSpPr>
          <p:spPr>
            <a:xfrm>
              <a:off x="4259580" y="2331720"/>
              <a:ext cx="180022" cy="18097"/>
            </a:xfrm>
            <a:custGeom>
              <a:avLst/>
              <a:gdLst>
                <a:gd name="connsiteX0" fmla="*/ 0 w 180022"/>
                <a:gd name="connsiteY0" fmla="*/ 18098 h 18097"/>
                <a:gd name="connsiteX1" fmla="*/ 180022 w 180022"/>
                <a:gd name="connsiteY1" fmla="*/ 0 h 18097"/>
              </a:gdLst>
              <a:ahLst/>
              <a:cxnLst>
                <a:cxn ang="0">
                  <a:pos x="connsiteX0" y="connsiteY0"/>
                </a:cxn>
                <a:cxn ang="0">
                  <a:pos x="connsiteX1" y="connsiteY1"/>
                </a:cxn>
              </a:cxnLst>
              <a:rect l="l" t="t" r="r" b="b"/>
              <a:pathLst>
                <a:path w="180022" h="18097">
                  <a:moveTo>
                    <a:pt x="0" y="18098"/>
                  </a:moveTo>
                  <a:lnTo>
                    <a:pt x="180022" y="0"/>
                  </a:lnTo>
                </a:path>
              </a:pathLst>
            </a:custGeom>
            <a:ln w="9525" cap="flat">
              <a:solidFill>
                <a:srgbClr val="EBC999"/>
              </a:solidFill>
              <a:prstDash val="solid"/>
              <a:miter/>
            </a:ln>
          </p:spPr>
          <p:txBody>
            <a:bodyPr rtlCol="0" anchor="ctr"/>
            <a:lstStyle/>
            <a:p>
              <a:endParaRPr lang="zh-CN" altLang="en-US"/>
            </a:p>
          </p:txBody>
        </p:sp>
        <p:sp>
          <p:nvSpPr>
            <p:cNvPr id="22" name="图形 5"/>
            <p:cNvSpPr/>
            <p:nvPr>
              <p:custDataLst>
                <p:tags r:id="rId10"/>
              </p:custDataLst>
            </p:nvPr>
          </p:nvSpPr>
          <p:spPr>
            <a:xfrm>
              <a:off x="7669530" y="2331720"/>
              <a:ext cx="180022" cy="18097"/>
            </a:xfrm>
            <a:custGeom>
              <a:avLst/>
              <a:gdLst>
                <a:gd name="connsiteX0" fmla="*/ 180023 w 180022"/>
                <a:gd name="connsiteY0" fmla="*/ 18098 h 18097"/>
                <a:gd name="connsiteX1" fmla="*/ 0 w 180022"/>
                <a:gd name="connsiteY1" fmla="*/ 0 h 18097"/>
              </a:gdLst>
              <a:ahLst/>
              <a:cxnLst>
                <a:cxn ang="0">
                  <a:pos x="connsiteX0" y="connsiteY0"/>
                </a:cxn>
                <a:cxn ang="0">
                  <a:pos x="connsiteX1" y="connsiteY1"/>
                </a:cxn>
              </a:cxnLst>
              <a:rect l="l" t="t" r="r" b="b"/>
              <a:pathLst>
                <a:path w="180022" h="18097">
                  <a:moveTo>
                    <a:pt x="180023" y="18098"/>
                  </a:moveTo>
                  <a:lnTo>
                    <a:pt x="0" y="0"/>
                  </a:lnTo>
                </a:path>
              </a:pathLst>
            </a:custGeom>
            <a:ln w="9525" cap="flat">
              <a:solidFill>
                <a:srgbClr val="EBC999"/>
              </a:solidFill>
              <a:prstDash val="solid"/>
              <a:miter/>
            </a:ln>
          </p:spPr>
          <p:txBody>
            <a:bodyPr rtlCol="0" anchor="ctr"/>
            <a:lstStyle/>
            <a:p>
              <a:endParaRPr lang="zh-CN" altLang="en-US"/>
            </a:p>
          </p:txBody>
        </p:sp>
      </p:grpSp>
      <p:sp>
        <p:nvSpPr>
          <p:cNvPr id="9" name="矩形 8"/>
          <p:cNvSpPr/>
          <p:nvPr/>
        </p:nvSpPr>
        <p:spPr>
          <a:xfrm>
            <a:off x="8336934" y="2368911"/>
            <a:ext cx="3494356" cy="299148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教材对应知识的图片</a:t>
            </a:r>
            <a:endParaRPr lang="zh-CN" altLang="en-US" dirty="0">
              <a:solidFill>
                <a:schemeClr val="tx1"/>
              </a:solidFill>
            </a:endParaRPr>
          </a:p>
        </p:txBody>
      </p:sp>
      <p:sp>
        <p:nvSpPr>
          <p:cNvPr id="3" name="文本框 2"/>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03</a:t>
            </a:r>
            <a:endParaRPr lang="en-US" sz="3200" dirty="0" smtClean="0">
              <a:solidFill>
                <a:srgbClr val="3F396C"/>
              </a:solidFill>
              <a:latin typeface="思源宋体" panose="02020700000000000000" charset="-122"/>
              <a:ea typeface="思源宋体" panose="02020700000000000000" charset="-122"/>
            </a:endParaRPr>
          </a:p>
        </p:txBody>
      </p:sp>
      <p:sp>
        <p:nvSpPr>
          <p:cNvPr id="4" name="文本框 3"/>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知识储备</a:t>
            </a:r>
            <a:endParaRPr lang="en-US" altLang="zh-CN"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
        <p:nvSpPr>
          <p:cNvPr id="24" name="文本框 23"/>
          <p:cNvSpPr txBox="1"/>
          <p:nvPr/>
        </p:nvSpPr>
        <p:spPr>
          <a:xfrm>
            <a:off x="458470" y="2379980"/>
            <a:ext cx="7291705" cy="3641090"/>
          </a:xfrm>
          <a:prstGeom prst="rect">
            <a:avLst/>
          </a:prstGeom>
          <a:noFill/>
        </p:spPr>
        <p:txBody>
          <a:bodyPr wrap="square" rtlCol="0">
            <a:noAutofit/>
          </a:bodyPr>
          <a:lstStyle/>
          <a:p>
            <a:pPr indent="457200" fontAlgn="auto">
              <a:lnSpc>
                <a:spcPct val="150000"/>
              </a:lnSpc>
            </a:pPr>
            <a:r>
              <a:rPr lang="zh-CN" dirty="0">
                <a:latin typeface="微软雅黑" panose="020B0503020204020204" pitchFamily="34" charset="-122"/>
                <a:ea typeface="微软雅黑" panose="020B0503020204020204" pitchFamily="34" charset="-122"/>
                <a:cs typeface="微软雅黑" panose="020B0503020204020204" pitchFamily="34" charset="-122"/>
                <a:sym typeface="+mn-ea"/>
              </a:rPr>
              <a:t>对学员来说，本节最重要的不是记住智能体节点能做什么，而是学会判断哪些任务不该让智能体去做。</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LLM</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节点虽然强大，但并非万能。将不合适的任务交给它，不仅会降低效率，还可能引入不可控的风险。因此，在设计工作流时，应根据任务的性质选择合适的节点，确保每个节点都承担其最擅长的职责，从而实现系统的高效与稳定。</a:t>
            </a:r>
            <a:endPar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圆角矩形 22"/>
          <p:cNvSpPr/>
          <p:nvPr/>
        </p:nvSpPr>
        <p:spPr>
          <a:xfrm>
            <a:off x="4241800" y="1728470"/>
            <a:ext cx="7468870" cy="4835525"/>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矩形 24"/>
          <p:cNvSpPr/>
          <p:nvPr/>
        </p:nvSpPr>
        <p:spPr>
          <a:xfrm>
            <a:off x="488334" y="1904999"/>
            <a:ext cx="3494356" cy="465899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教材对应知识的图片</a:t>
            </a:r>
            <a:endParaRPr lang="zh-CN" altLang="en-US" dirty="0">
              <a:solidFill>
                <a:schemeClr val="tx1"/>
              </a:solidFill>
            </a:endParaRPr>
          </a:p>
        </p:txBody>
      </p:sp>
      <p:sp>
        <p:nvSpPr>
          <p:cNvPr id="3" name="文本框 2"/>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03</a:t>
            </a:r>
            <a:endParaRPr lang="en-US" sz="3200" dirty="0" smtClean="0">
              <a:solidFill>
                <a:srgbClr val="3F396C"/>
              </a:solidFill>
              <a:latin typeface="思源宋体" panose="02020700000000000000" charset="-122"/>
              <a:ea typeface="思源宋体" panose="02020700000000000000" charset="-122"/>
            </a:endParaRPr>
          </a:p>
        </p:txBody>
      </p:sp>
      <p:sp>
        <p:nvSpPr>
          <p:cNvPr id="17" name="文本框 16"/>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知识储备</a:t>
            </a:r>
            <a:endParaRPr lang="en-US" altLang="zh-CN"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
        <p:nvSpPr>
          <p:cNvPr id="4" name="文本框 3"/>
          <p:cNvSpPr txBox="1"/>
          <p:nvPr/>
        </p:nvSpPr>
        <p:spPr>
          <a:xfrm>
            <a:off x="4668671" y="1860550"/>
            <a:ext cx="6771164" cy="4554000"/>
          </a:xfrm>
          <a:prstGeom prst="rect">
            <a:avLst/>
          </a:prstGeom>
          <a:noFill/>
        </p:spPr>
        <p:txBody>
          <a:bodyPr wrap="square" rtlCol="0">
            <a:noAutofit/>
          </a:bodyPr>
          <a:lstStyle/>
          <a:p>
            <a:pPr indent="457200" fontAlgn="auto">
              <a:lnSpc>
                <a:spcPct val="150000"/>
              </a:lnSpc>
            </a:pPr>
            <a:r>
              <a:rPr lang="zh-CN" dirty="0">
                <a:latin typeface="微软雅黑" panose="020B0503020204020204" pitchFamily="34" charset="-122"/>
                <a:ea typeface="微软雅黑" panose="020B0503020204020204" pitchFamily="34" charset="-122"/>
                <a:cs typeface="微软雅黑" panose="020B0503020204020204" pitchFamily="34" charset="-122"/>
                <a:sym typeface="+mn-ea"/>
              </a:rPr>
              <a:t>代码节点允许用户编写</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Python</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或</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Node.js</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代码来实现自定义功能，适合承担程序化的工作，如数据清洗、合并、增删或解析。通常，我们会使用该节点处理数据，为后续节点提供结构化表达的对象。知识检索节点与代码执行节点分别代表了</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Agent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与外部知识能力、程序能力的协作方式。前者让回答建立在企业真实资料之上，后者则承担那些程序比模型更稳定、更可验证的任务，例如统计、规范化、阈值判断和</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JSON</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处理。</a:t>
            </a:r>
            <a:endPar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429757" y="1773555"/>
            <a:ext cx="7664450" cy="4690745"/>
            <a:chOff x="450850" y="1397000"/>
            <a:chExt cx="5784850" cy="4690745"/>
          </a:xfrm>
        </p:grpSpPr>
        <p:sp>
          <p:nvSpPr>
            <p:cNvPr id="11" name="矩形 10"/>
            <p:cNvSpPr/>
            <p:nvPr>
              <p:custDataLst>
                <p:tags r:id="rId1"/>
              </p:custDataLst>
            </p:nvPr>
          </p:nvSpPr>
          <p:spPr>
            <a:xfrm>
              <a:off x="450850" y="1397000"/>
              <a:ext cx="5784850" cy="4690745"/>
            </a:xfrm>
            <a:prstGeom prst="rect">
              <a:avLst/>
            </a:prstGeom>
          </p:spPr>
          <p:style>
            <a:lnRef idx="2">
              <a:schemeClr val="accent1"/>
            </a:lnRef>
            <a:fillRef idx="1">
              <a:schemeClr val="lt1"/>
            </a:fillRef>
            <a:effectRef idx="0">
              <a:schemeClr val="accent1"/>
            </a:effectRef>
            <a:fontRef idx="minor">
              <a:schemeClr val="dk1"/>
            </a:fontRef>
          </p:style>
          <p:txBody>
            <a:bodyPr rtlCol="0" anchor="ctr">
              <a:normAutofit/>
            </a:bodyPr>
            <a:lstStyle/>
            <a:p>
              <a:pPr>
                <a:lnSpc>
                  <a:spcPct val="120000"/>
                </a:lnSpc>
              </a:pPr>
              <a:endParaRPr lang="zh-CN" altLang="en-US" sz="1400" spc="150" dirty="0">
                <a:latin typeface="Arial" panose="020B0604020202020204" pitchFamily="34" charset="0"/>
                <a:ea typeface="微软雅黑" panose="020B0503020204020204" pitchFamily="34" charset="-122"/>
                <a:sym typeface="Arial" panose="020B0604020202020204" pitchFamily="34" charset="0"/>
              </a:endParaRPr>
            </a:p>
          </p:txBody>
        </p:sp>
        <p:sp>
          <p:nvSpPr>
            <p:cNvPr id="12" name="矩形 11"/>
            <p:cNvSpPr/>
            <p:nvPr>
              <p:custDataLst>
                <p:tags r:id="rId2"/>
              </p:custDataLst>
            </p:nvPr>
          </p:nvSpPr>
          <p:spPr>
            <a:xfrm>
              <a:off x="574040" y="1519555"/>
              <a:ext cx="5521960" cy="4351655"/>
            </a:xfrm>
            <a:prstGeom prst="rect">
              <a:avLst/>
            </a:prstGeom>
            <a:solidFill>
              <a:srgbClr val="4276AA"/>
            </a:solidFill>
            <a:ln>
              <a:noFill/>
            </a:ln>
          </p:spPr>
          <p:style>
            <a:lnRef idx="2">
              <a:srgbClr val="8590CA">
                <a:shade val="50000"/>
              </a:srgbClr>
            </a:lnRef>
            <a:fillRef idx="1">
              <a:srgbClr val="8590CA"/>
            </a:fillRef>
            <a:effectRef idx="0">
              <a:srgbClr val="8590CA"/>
            </a:effectRef>
            <a:fontRef idx="minor">
              <a:sysClr val="window" lastClr="FFFFFF"/>
            </a:fontRef>
          </p:style>
          <p:txBody>
            <a:bodyPr rtlCol="0" anchor="ctr">
              <a:normAutofit/>
            </a:bodyPr>
            <a:lstStyle/>
            <a:p>
              <a:pPr>
                <a:lnSpc>
                  <a:spcPct val="120000"/>
                </a:lnSpc>
              </a:pPr>
              <a:endParaRPr lang="zh-CN" altLang="en-US" sz="1400" spc="150" dirty="0">
                <a:latin typeface="Arial" panose="020B0604020202020204" pitchFamily="34" charset="0"/>
                <a:ea typeface="微软雅黑" panose="020B0503020204020204" pitchFamily="34" charset="-122"/>
                <a:sym typeface="Arial" panose="020B0604020202020204" pitchFamily="34" charset="0"/>
              </a:endParaRPr>
            </a:p>
          </p:txBody>
        </p:sp>
      </p:grpSp>
      <p:sp>
        <p:nvSpPr>
          <p:cNvPr id="13" name="文本框 12"/>
          <p:cNvSpPr txBox="1"/>
          <p:nvPr>
            <p:custDataLst>
              <p:tags r:id="rId3"/>
            </p:custDataLst>
          </p:nvPr>
        </p:nvSpPr>
        <p:spPr>
          <a:xfrm>
            <a:off x="673100" y="1967230"/>
            <a:ext cx="7158355" cy="4202430"/>
          </a:xfrm>
          <a:prstGeom prst="rect">
            <a:avLst/>
          </a:prstGeom>
          <a:noFill/>
        </p:spPr>
        <p:txBody>
          <a:bodyPr wrap="square" rtlCol="0" anchor="t">
            <a:noAutofit/>
          </a:bodyPr>
          <a:lstStyle/>
          <a:p>
            <a:pPr indent="457200" fontAlgn="auto">
              <a:lnSpc>
                <a:spcPct val="150000"/>
              </a:lnSpc>
            </a:pPr>
            <a:r>
              <a:rPr 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代码节点的优势在于其确定性和可验证性。与</a:t>
            </a:r>
            <a:r>
              <a:rPr lang="en-US" alt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LLM</a:t>
            </a:r>
            <a:r>
              <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节点不同，代码节点的输出是严格基于输入逻辑的，不会出现语义理解的偏差。因此，在需要精确计算或格式转换的场景中，代码节点是更可靠的选择。通过合理搭配</a:t>
            </a:r>
            <a:r>
              <a:rPr lang="en-US" alt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LLM</a:t>
            </a:r>
            <a:r>
              <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节点与代码节点，可以在保持灵活性的同时，确保关键环节的稳定性，从而构建出既智能又可靠的工作流。</a:t>
            </a:r>
            <a:endPar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15" name="矩形 14"/>
          <p:cNvSpPr/>
          <p:nvPr/>
        </p:nvSpPr>
        <p:spPr>
          <a:xfrm>
            <a:off x="8368684" y="1773555"/>
            <a:ext cx="3494356" cy="465899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教材对应知识的图片</a:t>
            </a:r>
            <a:endParaRPr lang="zh-CN" altLang="en-US" dirty="0">
              <a:solidFill>
                <a:schemeClr val="tx1"/>
              </a:solidFill>
            </a:endParaRPr>
          </a:p>
        </p:txBody>
      </p:sp>
      <p:sp>
        <p:nvSpPr>
          <p:cNvPr id="2" name="文本框 1"/>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03</a:t>
            </a:r>
            <a:endParaRPr lang="en-US" sz="3200" dirty="0" smtClean="0">
              <a:solidFill>
                <a:srgbClr val="3F396C"/>
              </a:solidFill>
              <a:latin typeface="思源宋体" panose="02020700000000000000" charset="-122"/>
              <a:ea typeface="思源宋体" panose="02020700000000000000" charset="-122"/>
            </a:endParaRPr>
          </a:p>
        </p:txBody>
      </p:sp>
      <p:sp>
        <p:nvSpPr>
          <p:cNvPr id="17" name="文本框 16"/>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知识储备</a:t>
            </a:r>
            <a:endParaRPr lang="en-US" altLang="zh-CN"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0"/>
          <p:cNvSpPr/>
          <p:nvPr/>
        </p:nvSpPr>
        <p:spPr>
          <a:xfrm>
            <a:off x="4782820" y="1619885"/>
            <a:ext cx="7019290" cy="4445635"/>
          </a:xfrm>
          <a:custGeom>
            <a:avLst/>
            <a:gdLst/>
            <a:ahLst/>
            <a:cxnLst/>
            <a:rect l="l" t="t" r="r" b="b"/>
            <a:pathLst>
              <a:path w="1759038" h="1334706">
                <a:moveTo>
                  <a:pt x="65637" y="63758"/>
                </a:moveTo>
                <a:lnTo>
                  <a:pt x="65637" y="1271391"/>
                </a:lnTo>
                <a:lnTo>
                  <a:pt x="1711798" y="1271391"/>
                </a:lnTo>
                <a:lnTo>
                  <a:pt x="1711798" y="63758"/>
                </a:lnTo>
                <a:close/>
                <a:moveTo>
                  <a:pt x="0" y="0"/>
                </a:moveTo>
                <a:lnTo>
                  <a:pt x="1759038" y="0"/>
                </a:lnTo>
                <a:lnTo>
                  <a:pt x="1759038" y="1334706"/>
                </a:lnTo>
                <a:lnTo>
                  <a:pt x="0" y="1334706"/>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120000"/>
              </a:lnSpc>
            </a:pPr>
            <a:endParaRPr lang="zh-CN" altLang="en-US">
              <a:solidFill>
                <a:srgbClr val="000000"/>
              </a:solidFill>
              <a:cs typeface="+mn-ea"/>
              <a:sym typeface="+mn-lt"/>
            </a:endParaRPr>
          </a:p>
        </p:txBody>
      </p:sp>
      <p:sp>
        <p:nvSpPr>
          <p:cNvPr id="9" name="矩形 8"/>
          <p:cNvSpPr/>
          <p:nvPr/>
        </p:nvSpPr>
        <p:spPr>
          <a:xfrm>
            <a:off x="612775" y="2370138"/>
            <a:ext cx="3798570" cy="299148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教材对应知识的图片</a:t>
            </a:r>
            <a:endParaRPr lang="zh-CN" altLang="en-US" dirty="0">
              <a:solidFill>
                <a:schemeClr val="tx1"/>
              </a:solidFill>
            </a:endParaRPr>
          </a:p>
        </p:txBody>
      </p:sp>
      <p:sp>
        <p:nvSpPr>
          <p:cNvPr id="5" name="文本框 4"/>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03</a:t>
            </a:r>
            <a:endParaRPr lang="en-US" sz="3200" dirty="0" smtClean="0">
              <a:solidFill>
                <a:srgbClr val="3F396C"/>
              </a:solidFill>
              <a:latin typeface="思源宋体" panose="02020700000000000000" charset="-122"/>
              <a:ea typeface="思源宋体" panose="02020700000000000000" charset="-122"/>
            </a:endParaRPr>
          </a:p>
        </p:txBody>
      </p:sp>
      <p:sp>
        <p:nvSpPr>
          <p:cNvPr id="17" name="文本框 16"/>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知识储备</a:t>
            </a:r>
            <a:endParaRPr lang="en-US" altLang="zh-CN"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
        <p:nvSpPr>
          <p:cNvPr id="24" name="文本框 23"/>
          <p:cNvSpPr txBox="1"/>
          <p:nvPr/>
        </p:nvSpPr>
        <p:spPr>
          <a:xfrm>
            <a:off x="5031105" y="1828165"/>
            <a:ext cx="6608445" cy="4003040"/>
          </a:xfrm>
          <a:prstGeom prst="rect">
            <a:avLst/>
          </a:prstGeom>
          <a:noFill/>
        </p:spPr>
        <p:txBody>
          <a:bodyPr wrap="square" rtlCol="0">
            <a:noAutofit/>
          </a:bodyPr>
          <a:lstStyle/>
          <a:p>
            <a:pPr indent="457200" fontAlgn="auto">
              <a:lnSpc>
                <a:spcPct val="150000"/>
              </a:lnSpc>
            </a:pPr>
            <a:r>
              <a:rPr lang="en-US" dirty="0">
                <a:latin typeface="微软雅黑" panose="020B0503020204020204" pitchFamily="34" charset="-122"/>
                <a:ea typeface="微软雅黑" panose="020B0503020204020204" pitchFamily="34" charset="-122"/>
                <a:cs typeface="微软雅黑" panose="020B0503020204020204" pitchFamily="34" charset="-122"/>
                <a:sym typeface="+mn-ea"/>
              </a:rPr>
              <a:t>RAGFlow</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提供了两种分解路由的方式：传统的条件分支和基于大模型的问题分类器。条件分支通过设置条件变量来判断后续运行哪条分支，适合规则明确的流程分叉。例如，在售后客服的智能体流程中，可以设置</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intent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和</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need_clarification</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两个变量，根据不同的条件组合进入知识库查询、报修申请、追问或记忆清空等分支。问题分类器则通过大模型对输入文本进行语义分析，再根据设定的路由方案选择后续分支。</a:t>
            </a:r>
            <a:endPar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组合 9"/>
          <p:cNvGrpSpPr/>
          <p:nvPr/>
        </p:nvGrpSpPr>
        <p:grpSpPr>
          <a:xfrm rot="0">
            <a:off x="385445" y="1786255"/>
            <a:ext cx="7734935" cy="4715510"/>
            <a:chOff x="5049" y="1927"/>
            <a:chExt cx="9267" cy="5731"/>
          </a:xfrm>
          <a:solidFill>
            <a:srgbClr val="1E8CE5"/>
          </a:solidFill>
        </p:grpSpPr>
        <p:sp>
          <p:nvSpPr>
            <p:cNvPr id="16" name="任意多边形 15"/>
            <p:cNvSpPr/>
            <p:nvPr>
              <p:custDataLst>
                <p:tags r:id="rId1"/>
              </p:custDataLst>
            </p:nvPr>
          </p:nvSpPr>
          <p:spPr>
            <a:xfrm rot="10800000">
              <a:off x="11403" y="7498"/>
              <a:ext cx="1928" cy="150"/>
            </a:xfrm>
            <a:custGeom>
              <a:avLst/>
              <a:gdLst>
                <a:gd name="adj" fmla="val 104500"/>
                <a:gd name="maxAdj" fmla="*/ 50000 w ss"/>
                <a:gd name="a" fmla="pin 0 adj maxAdj"/>
                <a:gd name="x1" fmla="*/ ss a 200000"/>
                <a:gd name="x2" fmla="*/ ss a 100000"/>
                <a:gd name="x3" fmla="+- r 0 x2"/>
                <a:gd name="x4" fmla="+- r 0 x1"/>
                <a:gd name="il" fmla="*/ wd3 a maxAdj"/>
                <a:gd name="it" fmla="*/ hd3 a maxAdj"/>
                <a:gd name="ir" fmla="+- r 0 il"/>
              </a:gdLst>
              <a:ahLst/>
              <a:cxnLst>
                <a:cxn ang="3">
                  <a:pos x="hc" y="t"/>
                </a:cxn>
                <a:cxn ang="cd2">
                  <a:pos x="x1" y="vc"/>
                </a:cxn>
                <a:cxn ang="cd4">
                  <a:pos x="hc" y="b"/>
                </a:cxn>
                <a:cxn ang="0">
                  <a:pos x="x4" y="vc"/>
                </a:cxn>
              </a:cxnLst>
              <a:rect l="l" t="t" r="r" b="b"/>
              <a:pathLst>
                <a:path w="1950" h="150">
                  <a:moveTo>
                    <a:pt x="157" y="0"/>
                  </a:moveTo>
                  <a:lnTo>
                    <a:pt x="1793" y="0"/>
                  </a:lnTo>
                  <a:lnTo>
                    <a:pt x="1950" y="150"/>
                  </a:lnTo>
                  <a:lnTo>
                    <a:pt x="0" y="150"/>
                  </a:lnTo>
                  <a:lnTo>
                    <a:pt x="157"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7" name="任意多边形 16"/>
            <p:cNvSpPr/>
            <p:nvPr>
              <p:custDataLst>
                <p:tags r:id="rId2"/>
              </p:custDataLst>
            </p:nvPr>
          </p:nvSpPr>
          <p:spPr>
            <a:xfrm rot="5400000">
              <a:off x="6739" y="236"/>
              <a:ext cx="5731" cy="9112"/>
            </a:xfrm>
            <a:custGeom>
              <a:avLst/>
              <a:gdLst>
                <a:gd name="adj" fmla="val 104500"/>
                <a:gd name="maxAdj" fmla="*/ 50000 w ss"/>
                <a:gd name="a" fmla="pin 0 adj maxAdj"/>
                <a:gd name="x1" fmla="*/ ss a 200000"/>
                <a:gd name="x2" fmla="*/ ss a 100000"/>
                <a:gd name="x3" fmla="+- r 0 x2"/>
                <a:gd name="x4" fmla="+- r 0 x1"/>
                <a:gd name="il" fmla="*/ wd3 a maxAdj"/>
                <a:gd name="it" fmla="*/ hd3 a maxAdj"/>
                <a:gd name="ir" fmla="+- r 0 il"/>
              </a:gdLst>
              <a:ahLst/>
              <a:cxnLst>
                <a:cxn ang="3">
                  <a:pos x="hc" y="t"/>
                </a:cxn>
                <a:cxn ang="cd2">
                  <a:pos x="x1" y="vc"/>
                </a:cxn>
                <a:cxn ang="cd4">
                  <a:pos x="hc" y="b"/>
                </a:cxn>
                <a:cxn ang="0">
                  <a:pos x="x4" y="vc"/>
                </a:cxn>
              </a:cxnLst>
              <a:rect l="l" t="t" r="r" b="b"/>
              <a:pathLst>
                <a:path w="4540" h="9270">
                  <a:moveTo>
                    <a:pt x="392" y="125"/>
                  </a:moveTo>
                  <a:lnTo>
                    <a:pt x="400" y="7061"/>
                  </a:lnTo>
                  <a:lnTo>
                    <a:pt x="152" y="7361"/>
                  </a:lnTo>
                  <a:lnTo>
                    <a:pt x="164" y="9131"/>
                  </a:lnTo>
                  <a:lnTo>
                    <a:pt x="4383" y="9145"/>
                  </a:lnTo>
                  <a:lnTo>
                    <a:pt x="4383" y="125"/>
                  </a:lnTo>
                  <a:lnTo>
                    <a:pt x="392" y="125"/>
                  </a:lnTo>
                  <a:close/>
                  <a:moveTo>
                    <a:pt x="252" y="0"/>
                  </a:moveTo>
                  <a:lnTo>
                    <a:pt x="4540" y="0"/>
                  </a:lnTo>
                  <a:lnTo>
                    <a:pt x="4540" y="830"/>
                  </a:lnTo>
                  <a:lnTo>
                    <a:pt x="4390" y="987"/>
                  </a:lnTo>
                  <a:lnTo>
                    <a:pt x="4390" y="2623"/>
                  </a:lnTo>
                  <a:lnTo>
                    <a:pt x="4540" y="2780"/>
                  </a:lnTo>
                  <a:lnTo>
                    <a:pt x="4540" y="9270"/>
                  </a:lnTo>
                  <a:lnTo>
                    <a:pt x="4342" y="9269"/>
                  </a:lnTo>
                  <a:lnTo>
                    <a:pt x="4238" y="9170"/>
                  </a:lnTo>
                  <a:lnTo>
                    <a:pt x="3418" y="9170"/>
                  </a:lnTo>
                  <a:lnTo>
                    <a:pt x="3317" y="9266"/>
                  </a:lnTo>
                  <a:lnTo>
                    <a:pt x="8" y="9256"/>
                  </a:lnTo>
                  <a:lnTo>
                    <a:pt x="0" y="7269"/>
                  </a:lnTo>
                  <a:lnTo>
                    <a:pt x="254" y="7041"/>
                  </a:lnTo>
                  <a:lnTo>
                    <a:pt x="252"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8" name="梯形 17"/>
            <p:cNvSpPr/>
            <p:nvPr>
              <p:custDataLst>
                <p:tags r:id="rId3"/>
              </p:custDataLst>
            </p:nvPr>
          </p:nvSpPr>
          <p:spPr>
            <a:xfrm rot="5400000">
              <a:off x="13749" y="4156"/>
              <a:ext cx="964" cy="170"/>
            </a:xfrm>
            <a:prstGeom prst="trapezoid">
              <a:avLst>
                <a:gd name="adj" fmla="val 1045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梯形 18"/>
            <p:cNvSpPr/>
            <p:nvPr>
              <p:custDataLst>
                <p:tags r:id="rId4"/>
              </p:custDataLst>
            </p:nvPr>
          </p:nvSpPr>
          <p:spPr>
            <a:xfrm>
              <a:off x="6194" y="7431"/>
              <a:ext cx="964" cy="170"/>
            </a:xfrm>
            <a:prstGeom prst="trapezoid">
              <a:avLst>
                <a:gd name="adj" fmla="val 1045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1" name="矩形 20"/>
          <p:cNvSpPr/>
          <p:nvPr/>
        </p:nvSpPr>
        <p:spPr>
          <a:xfrm>
            <a:off x="8275521" y="1842581"/>
            <a:ext cx="3494356" cy="465899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教材对应知识的图片</a:t>
            </a:r>
            <a:endParaRPr lang="zh-CN" altLang="en-US" dirty="0">
              <a:solidFill>
                <a:schemeClr val="tx1"/>
              </a:solidFill>
            </a:endParaRPr>
          </a:p>
        </p:txBody>
      </p:sp>
      <p:sp>
        <p:nvSpPr>
          <p:cNvPr id="2" name="文本框 1"/>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03</a:t>
            </a:r>
            <a:endParaRPr lang="en-US" sz="3200" dirty="0" smtClean="0">
              <a:solidFill>
                <a:srgbClr val="3F396C"/>
              </a:solidFill>
              <a:latin typeface="思源宋体" panose="02020700000000000000" charset="-122"/>
              <a:ea typeface="思源宋体" panose="02020700000000000000" charset="-122"/>
            </a:endParaRPr>
          </a:p>
        </p:txBody>
      </p:sp>
      <p:sp>
        <p:nvSpPr>
          <p:cNvPr id="3" name="文本框 2"/>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知识储备</a:t>
            </a:r>
            <a:endParaRPr lang="en-US" altLang="zh-CN"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
        <p:nvSpPr>
          <p:cNvPr id="24" name="文本框 23"/>
          <p:cNvSpPr txBox="1"/>
          <p:nvPr/>
        </p:nvSpPr>
        <p:spPr>
          <a:xfrm>
            <a:off x="527050" y="2218055"/>
            <a:ext cx="7366000" cy="4097020"/>
          </a:xfrm>
          <a:prstGeom prst="rect">
            <a:avLst/>
          </a:prstGeom>
          <a:noFill/>
        </p:spPr>
        <p:txBody>
          <a:bodyPr wrap="square" rtlCol="0">
            <a:noAutofit/>
          </a:bodyPr>
          <a:lstStyle/>
          <a:p>
            <a:pPr indent="457200" fontAlgn="auto">
              <a:lnSpc>
                <a:spcPct val="150000"/>
              </a:lnSpc>
            </a:pPr>
            <a:r>
              <a:rPr lang="zh-CN" dirty="0">
                <a:latin typeface="微软雅黑" panose="020B0503020204020204" pitchFamily="34" charset="-122"/>
                <a:ea typeface="微软雅黑" panose="020B0503020204020204" pitchFamily="34" charset="-122"/>
                <a:cs typeface="微软雅黑" panose="020B0503020204020204" pitchFamily="34" charset="-122"/>
                <a:sym typeface="+mn-ea"/>
              </a:rPr>
              <a:t>在一般的开发流程中，建议采用</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LLM</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负责判断意图，</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IF/ELSE</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负责执行路由。虽然</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RAG</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提供了可以直接用</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LLM</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判断意图并执行路由的问题分类节点，但在实际开发中，这两者最好分开。不要让一个</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LLM</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节点一边判断、一边自己决定整条流程怎么走，否则可控性会明显下降。通过将意图识别与路由执行分离，可以更清晰地控制流程的走向，便于调试和维护。</a:t>
            </a:r>
            <a:endPar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519834" y="2368911"/>
            <a:ext cx="3494356" cy="299148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教材对应知识的图片</a:t>
            </a:r>
            <a:endParaRPr lang="zh-CN" altLang="en-US" dirty="0">
              <a:solidFill>
                <a:schemeClr val="tx1"/>
              </a:solidFill>
            </a:endParaRPr>
          </a:p>
        </p:txBody>
      </p:sp>
      <p:grpSp>
        <p:nvGrpSpPr>
          <p:cNvPr id="11" name="组合 10"/>
          <p:cNvGrpSpPr/>
          <p:nvPr/>
        </p:nvGrpSpPr>
        <p:grpSpPr>
          <a:xfrm rot="0">
            <a:off x="4238625" y="1424305"/>
            <a:ext cx="7423785" cy="4859020"/>
            <a:chOff x="3838575" y="2105025"/>
            <a:chExt cx="4355782" cy="2518409"/>
          </a:xfrm>
        </p:grpSpPr>
        <p:sp>
          <p:nvSpPr>
            <p:cNvPr id="13" name="图形 5"/>
            <p:cNvSpPr/>
            <p:nvPr>
              <p:custDataLst>
                <p:tags r:id="rId1"/>
              </p:custDataLst>
            </p:nvPr>
          </p:nvSpPr>
          <p:spPr>
            <a:xfrm>
              <a:off x="3838575" y="2439352"/>
              <a:ext cx="4278630" cy="2184082"/>
            </a:xfrm>
            <a:custGeom>
              <a:avLst/>
              <a:gdLst>
                <a:gd name="connsiteX0" fmla="*/ 0 w 4278630"/>
                <a:gd name="connsiteY0" fmla="*/ 0 h 2184082"/>
                <a:gd name="connsiteX1" fmla="*/ 4278630 w 4278630"/>
                <a:gd name="connsiteY1" fmla="*/ 0 h 2184082"/>
                <a:gd name="connsiteX2" fmla="*/ 4278630 w 4278630"/>
                <a:gd name="connsiteY2" fmla="*/ 2184083 h 2184082"/>
                <a:gd name="connsiteX3" fmla="*/ 0 w 4278630"/>
                <a:gd name="connsiteY3" fmla="*/ 2184083 h 2184082"/>
              </a:gdLst>
              <a:ahLst/>
              <a:cxnLst>
                <a:cxn ang="0">
                  <a:pos x="connsiteX0" y="connsiteY0"/>
                </a:cxn>
                <a:cxn ang="0">
                  <a:pos x="connsiteX1" y="connsiteY1"/>
                </a:cxn>
                <a:cxn ang="0">
                  <a:pos x="connsiteX2" y="connsiteY2"/>
                </a:cxn>
                <a:cxn ang="0">
                  <a:pos x="connsiteX3" y="connsiteY3"/>
                </a:cxn>
              </a:cxnLst>
              <a:rect l="l" t="t" r="r" b="b"/>
              <a:pathLst>
                <a:path w="4278630" h="2184082">
                  <a:moveTo>
                    <a:pt x="0" y="0"/>
                  </a:moveTo>
                  <a:lnTo>
                    <a:pt x="4278630" y="0"/>
                  </a:lnTo>
                  <a:lnTo>
                    <a:pt x="4278630" y="2184083"/>
                  </a:lnTo>
                  <a:lnTo>
                    <a:pt x="0" y="2184083"/>
                  </a:lnTo>
                  <a:close/>
                </a:path>
              </a:pathLst>
            </a:custGeom>
            <a:solidFill>
              <a:srgbClr val="E8E8E8"/>
            </a:solidFill>
            <a:ln w="9525" cap="flat">
              <a:noFill/>
              <a:prstDash val="solid"/>
              <a:miter/>
            </a:ln>
          </p:spPr>
          <p:txBody>
            <a:bodyPr rtlCol="0" anchor="ctr"/>
            <a:lstStyle/>
            <a:p>
              <a:endParaRPr lang="zh-CN" altLang="en-US"/>
            </a:p>
          </p:txBody>
        </p:sp>
        <p:sp>
          <p:nvSpPr>
            <p:cNvPr id="14" name="图形 5"/>
            <p:cNvSpPr/>
            <p:nvPr>
              <p:custDataLst>
                <p:tags r:id="rId2"/>
              </p:custDataLst>
            </p:nvPr>
          </p:nvSpPr>
          <p:spPr>
            <a:xfrm>
              <a:off x="7632382" y="2110740"/>
              <a:ext cx="218122" cy="501967"/>
            </a:xfrm>
            <a:custGeom>
              <a:avLst/>
              <a:gdLst>
                <a:gd name="connsiteX0" fmla="*/ 184785 w 218122"/>
                <a:gd name="connsiteY0" fmla="*/ 501968 h 501967"/>
                <a:gd name="connsiteX1" fmla="*/ 0 w 218122"/>
                <a:gd name="connsiteY1" fmla="*/ 482918 h 501967"/>
                <a:gd name="connsiteX2" fmla="*/ 33338 w 218122"/>
                <a:gd name="connsiteY2" fmla="*/ 0 h 501967"/>
                <a:gd name="connsiteX3" fmla="*/ 218123 w 218122"/>
                <a:gd name="connsiteY3" fmla="*/ 18098 h 501967"/>
              </a:gdLst>
              <a:ahLst/>
              <a:cxnLst>
                <a:cxn ang="0">
                  <a:pos x="connsiteX0" y="connsiteY0"/>
                </a:cxn>
                <a:cxn ang="0">
                  <a:pos x="connsiteX1" y="connsiteY1"/>
                </a:cxn>
                <a:cxn ang="0">
                  <a:pos x="connsiteX2" y="connsiteY2"/>
                </a:cxn>
                <a:cxn ang="0">
                  <a:pos x="connsiteX3" y="connsiteY3"/>
                </a:cxn>
              </a:cxnLst>
              <a:rect l="l" t="t" r="r" b="b"/>
              <a:pathLst>
                <a:path w="218122" h="501967">
                  <a:moveTo>
                    <a:pt x="184785" y="501968"/>
                  </a:moveTo>
                  <a:lnTo>
                    <a:pt x="0" y="482918"/>
                  </a:lnTo>
                  <a:lnTo>
                    <a:pt x="33338" y="0"/>
                  </a:lnTo>
                  <a:lnTo>
                    <a:pt x="218123" y="18098"/>
                  </a:lnTo>
                  <a:close/>
                </a:path>
              </a:pathLst>
            </a:custGeom>
            <a:solidFill>
              <a:srgbClr val="DEBF90"/>
            </a:solidFill>
            <a:ln w="9525" cap="flat">
              <a:noFill/>
              <a:prstDash val="solid"/>
              <a:miter/>
            </a:ln>
          </p:spPr>
          <p:txBody>
            <a:bodyPr rtlCol="0" anchor="ctr"/>
            <a:lstStyle/>
            <a:p>
              <a:endParaRPr lang="zh-CN" altLang="en-US"/>
            </a:p>
          </p:txBody>
        </p:sp>
        <p:sp>
          <p:nvSpPr>
            <p:cNvPr id="15" name="图形 5"/>
            <p:cNvSpPr/>
            <p:nvPr>
              <p:custDataLst>
                <p:tags r:id="rId3"/>
              </p:custDataLst>
            </p:nvPr>
          </p:nvSpPr>
          <p:spPr>
            <a:xfrm>
              <a:off x="4259580" y="2110740"/>
              <a:ext cx="217169" cy="501967"/>
            </a:xfrm>
            <a:custGeom>
              <a:avLst/>
              <a:gdLst>
                <a:gd name="connsiteX0" fmla="*/ 32385 w 217169"/>
                <a:gd name="connsiteY0" fmla="*/ 501968 h 501967"/>
                <a:gd name="connsiteX1" fmla="*/ 217170 w 217169"/>
                <a:gd name="connsiteY1" fmla="*/ 482918 h 501967"/>
                <a:gd name="connsiteX2" fmla="*/ 183833 w 217169"/>
                <a:gd name="connsiteY2" fmla="*/ 0 h 501967"/>
                <a:gd name="connsiteX3" fmla="*/ 0 w 217169"/>
                <a:gd name="connsiteY3" fmla="*/ 18098 h 501967"/>
              </a:gdLst>
              <a:ahLst/>
              <a:cxnLst>
                <a:cxn ang="0">
                  <a:pos x="connsiteX0" y="connsiteY0"/>
                </a:cxn>
                <a:cxn ang="0">
                  <a:pos x="connsiteX1" y="connsiteY1"/>
                </a:cxn>
                <a:cxn ang="0">
                  <a:pos x="connsiteX2" y="connsiteY2"/>
                </a:cxn>
                <a:cxn ang="0">
                  <a:pos x="connsiteX3" y="connsiteY3"/>
                </a:cxn>
              </a:cxnLst>
              <a:rect l="l" t="t" r="r" b="b"/>
              <a:pathLst>
                <a:path w="217169" h="501967">
                  <a:moveTo>
                    <a:pt x="32385" y="501968"/>
                  </a:moveTo>
                  <a:lnTo>
                    <a:pt x="217170" y="482918"/>
                  </a:lnTo>
                  <a:lnTo>
                    <a:pt x="183833" y="0"/>
                  </a:lnTo>
                  <a:lnTo>
                    <a:pt x="0" y="18098"/>
                  </a:lnTo>
                  <a:close/>
                </a:path>
              </a:pathLst>
            </a:custGeom>
            <a:solidFill>
              <a:srgbClr val="DEBF90"/>
            </a:solidFill>
            <a:ln w="9525" cap="flat">
              <a:noFill/>
              <a:prstDash val="solid"/>
              <a:miter/>
            </a:ln>
          </p:spPr>
          <p:txBody>
            <a:bodyPr rtlCol="0" anchor="ctr"/>
            <a:lstStyle/>
            <a:p>
              <a:endParaRPr lang="zh-CN" altLang="en-US"/>
            </a:p>
          </p:txBody>
        </p:sp>
        <p:sp>
          <p:nvSpPr>
            <p:cNvPr id="16" name="图形 5"/>
            <p:cNvSpPr/>
            <p:nvPr>
              <p:custDataLst>
                <p:tags r:id="rId4"/>
              </p:custDataLst>
            </p:nvPr>
          </p:nvSpPr>
          <p:spPr>
            <a:xfrm>
              <a:off x="3915727" y="2349817"/>
              <a:ext cx="4278630" cy="2184082"/>
            </a:xfrm>
            <a:custGeom>
              <a:avLst/>
              <a:gdLst>
                <a:gd name="connsiteX0" fmla="*/ 0 w 4278630"/>
                <a:gd name="connsiteY0" fmla="*/ 0 h 2184082"/>
                <a:gd name="connsiteX1" fmla="*/ 4278630 w 4278630"/>
                <a:gd name="connsiteY1" fmla="*/ 0 h 2184082"/>
                <a:gd name="connsiteX2" fmla="*/ 4278630 w 4278630"/>
                <a:gd name="connsiteY2" fmla="*/ 2184083 h 2184082"/>
                <a:gd name="connsiteX3" fmla="*/ 0 w 4278630"/>
                <a:gd name="connsiteY3" fmla="*/ 2184083 h 2184082"/>
              </a:gdLst>
              <a:ahLst/>
              <a:cxnLst>
                <a:cxn ang="0">
                  <a:pos x="connsiteX0" y="connsiteY0"/>
                </a:cxn>
                <a:cxn ang="0">
                  <a:pos x="connsiteX1" y="connsiteY1"/>
                </a:cxn>
                <a:cxn ang="0">
                  <a:pos x="connsiteX2" y="connsiteY2"/>
                </a:cxn>
                <a:cxn ang="0">
                  <a:pos x="connsiteX3" y="connsiteY3"/>
                </a:cxn>
              </a:cxnLst>
              <a:rect l="l" t="t" r="r" b="b"/>
              <a:pathLst>
                <a:path w="4278630" h="2184082">
                  <a:moveTo>
                    <a:pt x="0" y="0"/>
                  </a:moveTo>
                  <a:lnTo>
                    <a:pt x="4278630" y="0"/>
                  </a:lnTo>
                  <a:lnTo>
                    <a:pt x="4278630" y="2184083"/>
                  </a:lnTo>
                  <a:lnTo>
                    <a:pt x="0" y="2184083"/>
                  </a:lnTo>
                  <a:close/>
                </a:path>
              </a:pathLst>
            </a:custGeom>
            <a:solidFill>
              <a:srgbClr val="FFFFFF"/>
            </a:solidFill>
            <a:ln w="9525" cap="flat">
              <a:solidFill>
                <a:srgbClr val="231815"/>
              </a:solidFill>
              <a:prstDash val="solid"/>
              <a:miter/>
            </a:ln>
          </p:spPr>
          <p:txBody>
            <a:bodyPr rtlCol="0" anchor="ctr"/>
            <a:lstStyle/>
            <a:p>
              <a:endParaRPr lang="zh-CN" altLang="en-US"/>
            </a:p>
          </p:txBody>
        </p:sp>
        <p:sp>
          <p:nvSpPr>
            <p:cNvPr id="17" name="图形 5"/>
            <p:cNvSpPr/>
            <p:nvPr>
              <p:custDataLst>
                <p:tags r:id="rId5"/>
              </p:custDataLst>
            </p:nvPr>
          </p:nvSpPr>
          <p:spPr>
            <a:xfrm>
              <a:off x="7632382" y="2105025"/>
              <a:ext cx="244792" cy="507682"/>
            </a:xfrm>
            <a:custGeom>
              <a:avLst/>
              <a:gdLst>
                <a:gd name="connsiteX0" fmla="*/ 184785 w 244792"/>
                <a:gd name="connsiteY0" fmla="*/ 507683 h 507682"/>
                <a:gd name="connsiteX1" fmla="*/ 0 w 244792"/>
                <a:gd name="connsiteY1" fmla="*/ 488633 h 507682"/>
                <a:gd name="connsiteX2" fmla="*/ 60960 w 244792"/>
                <a:gd name="connsiteY2" fmla="*/ 0 h 507682"/>
                <a:gd name="connsiteX3" fmla="*/ 244793 w 244792"/>
                <a:gd name="connsiteY3" fmla="*/ 19050 h 507682"/>
              </a:gdLst>
              <a:ahLst/>
              <a:cxnLst>
                <a:cxn ang="0">
                  <a:pos x="connsiteX0" y="connsiteY0"/>
                </a:cxn>
                <a:cxn ang="0">
                  <a:pos x="connsiteX1" y="connsiteY1"/>
                </a:cxn>
                <a:cxn ang="0">
                  <a:pos x="connsiteX2" y="connsiteY2"/>
                </a:cxn>
                <a:cxn ang="0">
                  <a:pos x="connsiteX3" y="connsiteY3"/>
                </a:cxn>
              </a:cxnLst>
              <a:rect l="l" t="t" r="r" b="b"/>
              <a:pathLst>
                <a:path w="244792" h="507682">
                  <a:moveTo>
                    <a:pt x="184785" y="507683"/>
                  </a:moveTo>
                  <a:lnTo>
                    <a:pt x="0" y="488633"/>
                  </a:lnTo>
                  <a:lnTo>
                    <a:pt x="60960" y="0"/>
                  </a:lnTo>
                  <a:lnTo>
                    <a:pt x="244793" y="19050"/>
                  </a:lnTo>
                  <a:close/>
                </a:path>
              </a:pathLst>
            </a:custGeom>
            <a:solidFill>
              <a:srgbClr val="FFDBA6"/>
            </a:solidFill>
            <a:ln w="9525" cap="flat">
              <a:noFill/>
              <a:prstDash val="solid"/>
              <a:miter/>
            </a:ln>
          </p:spPr>
          <p:txBody>
            <a:bodyPr rtlCol="0" anchor="ctr"/>
            <a:lstStyle/>
            <a:p>
              <a:endParaRPr lang="zh-CN" altLang="en-US"/>
            </a:p>
          </p:txBody>
        </p:sp>
        <p:sp>
          <p:nvSpPr>
            <p:cNvPr id="18" name="图形 5"/>
            <p:cNvSpPr/>
            <p:nvPr>
              <p:custDataLst>
                <p:tags r:id="rId6"/>
              </p:custDataLst>
            </p:nvPr>
          </p:nvSpPr>
          <p:spPr>
            <a:xfrm>
              <a:off x="7632382" y="2105025"/>
              <a:ext cx="65722" cy="489585"/>
            </a:xfrm>
            <a:custGeom>
              <a:avLst/>
              <a:gdLst>
                <a:gd name="connsiteX0" fmla="*/ 60960 w 65722"/>
                <a:gd name="connsiteY0" fmla="*/ 0 h 489585"/>
                <a:gd name="connsiteX1" fmla="*/ 0 w 65722"/>
                <a:gd name="connsiteY1" fmla="*/ 488633 h 489585"/>
                <a:gd name="connsiteX2" fmla="*/ 5715 w 65722"/>
                <a:gd name="connsiteY2" fmla="*/ 489585 h 489585"/>
                <a:gd name="connsiteX3" fmla="*/ 65723 w 65722"/>
                <a:gd name="connsiteY3" fmla="*/ 953 h 489585"/>
              </a:gdLst>
              <a:ahLst/>
              <a:cxnLst>
                <a:cxn ang="0">
                  <a:pos x="connsiteX0" y="connsiteY0"/>
                </a:cxn>
                <a:cxn ang="0">
                  <a:pos x="connsiteX1" y="connsiteY1"/>
                </a:cxn>
                <a:cxn ang="0">
                  <a:pos x="connsiteX2" y="connsiteY2"/>
                </a:cxn>
                <a:cxn ang="0">
                  <a:pos x="connsiteX3" y="connsiteY3"/>
                </a:cxn>
              </a:cxnLst>
              <a:rect l="l" t="t" r="r" b="b"/>
              <a:pathLst>
                <a:path w="65722" h="489585">
                  <a:moveTo>
                    <a:pt x="60960" y="0"/>
                  </a:moveTo>
                  <a:lnTo>
                    <a:pt x="0" y="488633"/>
                  </a:lnTo>
                  <a:lnTo>
                    <a:pt x="5715" y="489585"/>
                  </a:lnTo>
                  <a:lnTo>
                    <a:pt x="65723" y="953"/>
                  </a:lnTo>
                  <a:close/>
                </a:path>
              </a:pathLst>
            </a:custGeom>
            <a:solidFill>
              <a:srgbClr val="EBCA98"/>
            </a:solidFill>
            <a:ln w="9525" cap="flat">
              <a:noFill/>
              <a:prstDash val="solid"/>
              <a:miter/>
            </a:ln>
          </p:spPr>
          <p:txBody>
            <a:bodyPr rtlCol="0" anchor="ctr"/>
            <a:lstStyle/>
            <a:p>
              <a:endParaRPr lang="zh-CN" altLang="en-US"/>
            </a:p>
          </p:txBody>
        </p:sp>
        <p:sp>
          <p:nvSpPr>
            <p:cNvPr id="19" name="图形 5"/>
            <p:cNvSpPr/>
            <p:nvPr>
              <p:custDataLst>
                <p:tags r:id="rId7"/>
              </p:custDataLst>
            </p:nvPr>
          </p:nvSpPr>
          <p:spPr>
            <a:xfrm>
              <a:off x="4231957" y="2105025"/>
              <a:ext cx="244792" cy="507682"/>
            </a:xfrm>
            <a:custGeom>
              <a:avLst/>
              <a:gdLst>
                <a:gd name="connsiteX0" fmla="*/ 60007 w 244792"/>
                <a:gd name="connsiteY0" fmla="*/ 507683 h 507682"/>
                <a:gd name="connsiteX1" fmla="*/ 244793 w 244792"/>
                <a:gd name="connsiteY1" fmla="*/ 488633 h 507682"/>
                <a:gd name="connsiteX2" fmla="*/ 184785 w 244792"/>
                <a:gd name="connsiteY2" fmla="*/ 0 h 507682"/>
                <a:gd name="connsiteX3" fmla="*/ 0 w 244792"/>
                <a:gd name="connsiteY3" fmla="*/ 19050 h 507682"/>
              </a:gdLst>
              <a:ahLst/>
              <a:cxnLst>
                <a:cxn ang="0">
                  <a:pos x="connsiteX0" y="connsiteY0"/>
                </a:cxn>
                <a:cxn ang="0">
                  <a:pos x="connsiteX1" y="connsiteY1"/>
                </a:cxn>
                <a:cxn ang="0">
                  <a:pos x="connsiteX2" y="connsiteY2"/>
                </a:cxn>
                <a:cxn ang="0">
                  <a:pos x="connsiteX3" y="connsiteY3"/>
                </a:cxn>
              </a:cxnLst>
              <a:rect l="l" t="t" r="r" b="b"/>
              <a:pathLst>
                <a:path w="244792" h="507682">
                  <a:moveTo>
                    <a:pt x="60007" y="507683"/>
                  </a:moveTo>
                  <a:lnTo>
                    <a:pt x="244793" y="488633"/>
                  </a:lnTo>
                  <a:lnTo>
                    <a:pt x="184785" y="0"/>
                  </a:lnTo>
                  <a:lnTo>
                    <a:pt x="0" y="19050"/>
                  </a:lnTo>
                  <a:close/>
                </a:path>
              </a:pathLst>
            </a:custGeom>
            <a:solidFill>
              <a:srgbClr val="FFDBA6"/>
            </a:solidFill>
            <a:ln w="9525" cap="flat">
              <a:noFill/>
              <a:prstDash val="solid"/>
              <a:miter/>
            </a:ln>
          </p:spPr>
          <p:txBody>
            <a:bodyPr rtlCol="0" anchor="ctr"/>
            <a:lstStyle/>
            <a:p>
              <a:endParaRPr lang="zh-CN" altLang="en-US"/>
            </a:p>
          </p:txBody>
        </p:sp>
        <p:sp>
          <p:nvSpPr>
            <p:cNvPr id="20" name="图形 5"/>
            <p:cNvSpPr/>
            <p:nvPr>
              <p:custDataLst>
                <p:tags r:id="rId8"/>
              </p:custDataLst>
            </p:nvPr>
          </p:nvSpPr>
          <p:spPr>
            <a:xfrm>
              <a:off x="4411980" y="2105025"/>
              <a:ext cx="64769" cy="489585"/>
            </a:xfrm>
            <a:custGeom>
              <a:avLst/>
              <a:gdLst>
                <a:gd name="connsiteX0" fmla="*/ 4763 w 64769"/>
                <a:gd name="connsiteY0" fmla="*/ 0 h 489585"/>
                <a:gd name="connsiteX1" fmla="*/ 64770 w 64769"/>
                <a:gd name="connsiteY1" fmla="*/ 488633 h 489585"/>
                <a:gd name="connsiteX2" fmla="*/ 60007 w 64769"/>
                <a:gd name="connsiteY2" fmla="*/ 489585 h 489585"/>
                <a:gd name="connsiteX3" fmla="*/ 0 w 64769"/>
                <a:gd name="connsiteY3" fmla="*/ 953 h 489585"/>
              </a:gdLst>
              <a:ahLst/>
              <a:cxnLst>
                <a:cxn ang="0">
                  <a:pos x="connsiteX0" y="connsiteY0"/>
                </a:cxn>
                <a:cxn ang="0">
                  <a:pos x="connsiteX1" y="connsiteY1"/>
                </a:cxn>
                <a:cxn ang="0">
                  <a:pos x="connsiteX2" y="connsiteY2"/>
                </a:cxn>
                <a:cxn ang="0">
                  <a:pos x="connsiteX3" y="connsiteY3"/>
                </a:cxn>
              </a:cxnLst>
              <a:rect l="l" t="t" r="r" b="b"/>
              <a:pathLst>
                <a:path w="64769" h="489585">
                  <a:moveTo>
                    <a:pt x="4763" y="0"/>
                  </a:moveTo>
                  <a:lnTo>
                    <a:pt x="64770" y="488633"/>
                  </a:lnTo>
                  <a:lnTo>
                    <a:pt x="60007" y="489585"/>
                  </a:lnTo>
                  <a:lnTo>
                    <a:pt x="0" y="953"/>
                  </a:lnTo>
                  <a:close/>
                </a:path>
              </a:pathLst>
            </a:custGeom>
            <a:solidFill>
              <a:srgbClr val="EBCA98"/>
            </a:solidFill>
            <a:ln w="9525" cap="flat">
              <a:noFill/>
              <a:prstDash val="solid"/>
              <a:miter/>
            </a:ln>
          </p:spPr>
          <p:txBody>
            <a:bodyPr rtlCol="0" anchor="ctr"/>
            <a:lstStyle/>
            <a:p>
              <a:endParaRPr lang="zh-CN" altLang="en-US"/>
            </a:p>
          </p:txBody>
        </p:sp>
        <p:sp>
          <p:nvSpPr>
            <p:cNvPr id="21" name="图形 5"/>
            <p:cNvSpPr/>
            <p:nvPr>
              <p:custDataLst>
                <p:tags r:id="rId9"/>
              </p:custDataLst>
            </p:nvPr>
          </p:nvSpPr>
          <p:spPr>
            <a:xfrm>
              <a:off x="4259580" y="2331720"/>
              <a:ext cx="180022" cy="18097"/>
            </a:xfrm>
            <a:custGeom>
              <a:avLst/>
              <a:gdLst>
                <a:gd name="connsiteX0" fmla="*/ 0 w 180022"/>
                <a:gd name="connsiteY0" fmla="*/ 18098 h 18097"/>
                <a:gd name="connsiteX1" fmla="*/ 180022 w 180022"/>
                <a:gd name="connsiteY1" fmla="*/ 0 h 18097"/>
              </a:gdLst>
              <a:ahLst/>
              <a:cxnLst>
                <a:cxn ang="0">
                  <a:pos x="connsiteX0" y="connsiteY0"/>
                </a:cxn>
                <a:cxn ang="0">
                  <a:pos x="connsiteX1" y="connsiteY1"/>
                </a:cxn>
              </a:cxnLst>
              <a:rect l="l" t="t" r="r" b="b"/>
              <a:pathLst>
                <a:path w="180022" h="18097">
                  <a:moveTo>
                    <a:pt x="0" y="18098"/>
                  </a:moveTo>
                  <a:lnTo>
                    <a:pt x="180022" y="0"/>
                  </a:lnTo>
                </a:path>
              </a:pathLst>
            </a:custGeom>
            <a:ln w="9525" cap="flat">
              <a:solidFill>
                <a:srgbClr val="EBC999"/>
              </a:solidFill>
              <a:prstDash val="solid"/>
              <a:miter/>
            </a:ln>
          </p:spPr>
          <p:txBody>
            <a:bodyPr rtlCol="0" anchor="ctr"/>
            <a:lstStyle/>
            <a:p>
              <a:endParaRPr lang="zh-CN" altLang="en-US"/>
            </a:p>
          </p:txBody>
        </p:sp>
        <p:sp>
          <p:nvSpPr>
            <p:cNvPr id="22" name="图形 5"/>
            <p:cNvSpPr/>
            <p:nvPr>
              <p:custDataLst>
                <p:tags r:id="rId10"/>
              </p:custDataLst>
            </p:nvPr>
          </p:nvSpPr>
          <p:spPr>
            <a:xfrm>
              <a:off x="7669530" y="2331720"/>
              <a:ext cx="180022" cy="18097"/>
            </a:xfrm>
            <a:custGeom>
              <a:avLst/>
              <a:gdLst>
                <a:gd name="connsiteX0" fmla="*/ 180023 w 180022"/>
                <a:gd name="connsiteY0" fmla="*/ 18098 h 18097"/>
                <a:gd name="connsiteX1" fmla="*/ 0 w 180022"/>
                <a:gd name="connsiteY1" fmla="*/ 0 h 18097"/>
              </a:gdLst>
              <a:ahLst/>
              <a:cxnLst>
                <a:cxn ang="0">
                  <a:pos x="connsiteX0" y="connsiteY0"/>
                </a:cxn>
                <a:cxn ang="0">
                  <a:pos x="connsiteX1" y="connsiteY1"/>
                </a:cxn>
              </a:cxnLst>
              <a:rect l="l" t="t" r="r" b="b"/>
              <a:pathLst>
                <a:path w="180022" h="18097">
                  <a:moveTo>
                    <a:pt x="180023" y="18098"/>
                  </a:moveTo>
                  <a:lnTo>
                    <a:pt x="0" y="0"/>
                  </a:lnTo>
                </a:path>
              </a:pathLst>
            </a:custGeom>
            <a:ln w="9525" cap="flat">
              <a:solidFill>
                <a:srgbClr val="EBC999"/>
              </a:solidFill>
              <a:prstDash val="solid"/>
              <a:miter/>
            </a:ln>
          </p:spPr>
          <p:txBody>
            <a:bodyPr rtlCol="0" anchor="ctr"/>
            <a:lstStyle/>
            <a:p>
              <a:endParaRPr lang="zh-CN" altLang="en-US"/>
            </a:p>
          </p:txBody>
        </p:sp>
      </p:grpSp>
      <p:sp>
        <p:nvSpPr>
          <p:cNvPr id="3" name="文本框 2"/>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03</a:t>
            </a:r>
            <a:endParaRPr lang="en-US" sz="3200" dirty="0" smtClean="0">
              <a:solidFill>
                <a:srgbClr val="3F396C"/>
              </a:solidFill>
              <a:latin typeface="思源宋体" panose="02020700000000000000" charset="-122"/>
              <a:ea typeface="思源宋体" panose="02020700000000000000" charset="-122"/>
            </a:endParaRPr>
          </a:p>
        </p:txBody>
      </p:sp>
      <p:sp>
        <p:nvSpPr>
          <p:cNvPr id="4" name="文本框 3"/>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知识</a:t>
            </a: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储备</a:t>
            </a:r>
            <a:endPar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
        <p:nvSpPr>
          <p:cNvPr id="24" name="文本框 23"/>
          <p:cNvSpPr txBox="1"/>
          <p:nvPr/>
        </p:nvSpPr>
        <p:spPr>
          <a:xfrm>
            <a:off x="4370070" y="2366010"/>
            <a:ext cx="7292975" cy="3677920"/>
          </a:xfrm>
          <a:prstGeom prst="rect">
            <a:avLst/>
          </a:prstGeom>
          <a:noFill/>
        </p:spPr>
        <p:txBody>
          <a:bodyPr wrap="square" rtlCol="0">
            <a:noAutofit/>
          </a:bodyPr>
          <a:lstStyle/>
          <a:p>
            <a:pPr indent="457200" fontAlgn="auto">
              <a:lnSpc>
                <a:spcPct val="150000"/>
              </a:lnSpc>
            </a:pPr>
            <a:r>
              <a:rPr lang="zh-CN" dirty="0">
                <a:latin typeface="微软雅黑" panose="020B0503020204020204" pitchFamily="34" charset="-122"/>
                <a:ea typeface="微软雅黑" panose="020B0503020204020204" pitchFamily="34" charset="-122"/>
                <a:cs typeface="微软雅黑" panose="020B0503020204020204" pitchFamily="34" charset="-122"/>
                <a:sym typeface="+mn-ea"/>
              </a:rPr>
              <a:t>变量聚合器常用于把多个分支、多个节点或多个迭代结果汇总到一起，方便后续统一处理。它的价值很大，但也是工作流里最容易出现问题的节点之一。从名称看，学员可能会误以为该节点可以实现变量的拼接，但实际上变量聚合器只会将传入该节点的第一个有效变量作为输出结果。因此，该节点多伴随在条件分支路由的后端，用于将两条路由合并，但实际上只会从其中得到一个变量的结果作为后续节点的统一处理变量。</a:t>
            </a:r>
            <a:endParaRPr lang="zh-CN"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圆角矩形 22"/>
          <p:cNvSpPr/>
          <p:nvPr/>
        </p:nvSpPr>
        <p:spPr>
          <a:xfrm>
            <a:off x="546265" y="1728470"/>
            <a:ext cx="7468870" cy="4835525"/>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文本框 23"/>
          <p:cNvSpPr txBox="1"/>
          <p:nvPr/>
        </p:nvSpPr>
        <p:spPr>
          <a:xfrm>
            <a:off x="922171" y="1860550"/>
            <a:ext cx="6771164" cy="4554000"/>
          </a:xfrm>
          <a:prstGeom prst="rect">
            <a:avLst/>
          </a:prstGeom>
          <a:noFill/>
        </p:spPr>
        <p:txBody>
          <a:bodyPr wrap="square" rtlCol="0">
            <a:noAutofit/>
          </a:bodyPr>
          <a:lstStyle/>
          <a:p>
            <a:pPr indent="457200" fontAlgn="auto">
              <a:lnSpc>
                <a:spcPct val="150000"/>
              </a:lnSpc>
            </a:pPr>
            <a:r>
              <a:rPr lang="en-US" dirty="0">
                <a:latin typeface="微软雅黑" panose="020B0503020204020204" pitchFamily="34" charset="-122"/>
                <a:ea typeface="微软雅黑" panose="020B0503020204020204" pitchFamily="34" charset="-122"/>
                <a:cs typeface="微软雅黑" panose="020B0503020204020204" pitchFamily="34" charset="-122"/>
                <a:sym typeface="+mn-ea"/>
              </a:rPr>
              <a:t>RAGFlow</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的变量聚合器内置变量格式检测，如果和设定变量类型不匹配的变量无法被检测到，如</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int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和</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string</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。但如果同样是</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string</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的变量不会有进一步检测，这也导致变量聚合器接收到的变量可能是不同结构，如果没有进一步处理为统一格式，很容易导致后续节点因为格式不匹配等问题产生报错。变量聚合器和分支节点虽然更像辅助组件，但它们往往直接决定流程稳定性。很多真实问题并不出现在模型本身，而出现在这些节点之间，例如输出结构不一致、聚合结果类型混乱、数组层级出错、模板引用空字段等。因此，工作流不是节点展示，而是职责组织；节点设计的专业性，最终体现在整个系统能否稳定协作。</a:t>
            </a:r>
            <a:endPar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25" name="矩形 24"/>
          <p:cNvSpPr/>
          <p:nvPr/>
        </p:nvSpPr>
        <p:spPr>
          <a:xfrm>
            <a:off x="8336934" y="1792605"/>
            <a:ext cx="3494356" cy="477139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教材对应知识的图片</a:t>
            </a:r>
            <a:endParaRPr lang="zh-CN" altLang="en-US" dirty="0">
              <a:solidFill>
                <a:schemeClr val="tx1"/>
              </a:solidFill>
            </a:endParaRPr>
          </a:p>
        </p:txBody>
      </p:sp>
      <p:sp>
        <p:nvSpPr>
          <p:cNvPr id="2" name="文本框 1"/>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03</a:t>
            </a:r>
            <a:endParaRPr lang="en-US" sz="3200" dirty="0" smtClean="0">
              <a:solidFill>
                <a:srgbClr val="3F396C"/>
              </a:solidFill>
              <a:latin typeface="思源宋体" panose="02020700000000000000" charset="-122"/>
              <a:ea typeface="思源宋体" panose="02020700000000000000" charset="-122"/>
            </a:endParaRPr>
          </a:p>
        </p:txBody>
      </p:sp>
      <p:sp>
        <p:nvSpPr>
          <p:cNvPr id="17" name="文本框 16"/>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知识储备</a:t>
            </a:r>
            <a:endParaRPr lang="en-US" altLang="zh-CN"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圆角矩形 34"/>
          <p:cNvSpPr/>
          <p:nvPr>
            <p:custDataLst>
              <p:tags r:id="rId1"/>
            </p:custDataLst>
          </p:nvPr>
        </p:nvSpPr>
        <p:spPr>
          <a:xfrm rot="2700000">
            <a:off x="4053840" y="2520315"/>
            <a:ext cx="1509395" cy="1517015"/>
          </a:xfrm>
          <a:prstGeom prst="roundRect">
            <a:avLst>
              <a:gd name="adj" fmla="val 6319"/>
            </a:avLst>
          </a:prstGeom>
          <a:solidFill>
            <a:schemeClr val="bg1">
              <a:lumMod val="95000"/>
            </a:schemeClr>
          </a:solidFill>
          <a:ln>
            <a:noFill/>
          </a:ln>
          <a:effectLst>
            <a:outerShdw blurRad="152400" dist="63500" dir="8100000" algn="tl" rotWithShape="0">
              <a:prstClr val="black">
                <a:alpha val="30000"/>
              </a:prstClr>
            </a:outerShdw>
          </a:effectLst>
          <a:scene3d>
            <a:camera prst="orthographicFront"/>
            <a:lightRig rig="threePt" dir="t"/>
          </a:scene3d>
          <a:sp3d prstMaterial="softEdge">
            <a:bevelT w="3810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0" i="0" u="none" strike="noStrike" kern="1200" cap="none" spc="0" normalizeH="0" baseline="0" noProof="0" dirty="0">
              <a:ln>
                <a:noFill/>
              </a:ln>
              <a:solidFill>
                <a:prstClr val="white"/>
              </a:solidFill>
              <a:effectLst/>
              <a:uLnTx/>
              <a:uFillTx/>
              <a:latin typeface="DIN-BoldItalic" pitchFamily="50" charset="0"/>
              <a:ea typeface="微软雅黑" panose="020B0503020204020204" pitchFamily="34" charset="-122"/>
              <a:cs typeface="+mn-cs"/>
            </a:endParaRPr>
          </a:p>
        </p:txBody>
      </p:sp>
      <p:sp>
        <p:nvSpPr>
          <p:cNvPr id="2" name="圆角矩形 38"/>
          <p:cNvSpPr/>
          <p:nvPr>
            <p:custDataLst>
              <p:tags r:id="rId2"/>
            </p:custDataLst>
          </p:nvPr>
        </p:nvSpPr>
        <p:spPr>
          <a:xfrm rot="2700000">
            <a:off x="4272915" y="2696845"/>
            <a:ext cx="1068070" cy="1068070"/>
          </a:xfrm>
          <a:prstGeom prst="roundRect">
            <a:avLst>
              <a:gd name="adj" fmla="val 6319"/>
            </a:avLst>
          </a:prstGeom>
          <a:solidFill>
            <a:schemeClr val="tx1">
              <a:lumMod val="65000"/>
              <a:lumOff val="35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sp>
        <p:nvSpPr>
          <p:cNvPr id="21" name="任意多边形 44"/>
          <p:cNvSpPr/>
          <p:nvPr>
            <p:custDataLst>
              <p:tags r:id="rId3"/>
            </p:custDataLst>
          </p:nvPr>
        </p:nvSpPr>
        <p:spPr>
          <a:xfrm flipV="1">
            <a:off x="4055110" y="3601085"/>
            <a:ext cx="1842770" cy="1015365"/>
          </a:xfrm>
          <a:custGeom>
            <a:avLst/>
            <a:gdLst>
              <a:gd name="connsiteX0" fmla="*/ 0 w 1940313"/>
              <a:gd name="connsiteY0" fmla="*/ 791737 h 1148576"/>
              <a:gd name="connsiteX1" fmla="*/ 791737 w 1940313"/>
              <a:gd name="connsiteY1" fmla="*/ 0 h 1148576"/>
              <a:gd name="connsiteX2" fmla="*/ 1940313 w 1940313"/>
              <a:gd name="connsiteY2" fmla="*/ 1148576 h 1148576"/>
            </a:gdLst>
            <a:ahLst/>
            <a:cxnLst>
              <a:cxn ang="0">
                <a:pos x="connsiteX0" y="connsiteY0"/>
              </a:cxn>
              <a:cxn ang="0">
                <a:pos x="connsiteX1" y="connsiteY1"/>
              </a:cxn>
              <a:cxn ang="0">
                <a:pos x="connsiteX2" y="connsiteY2"/>
              </a:cxn>
            </a:cxnLst>
            <a:rect l="l" t="t" r="r" b="b"/>
            <a:pathLst>
              <a:path w="1940313" h="1148576">
                <a:moveTo>
                  <a:pt x="0" y="791737"/>
                </a:moveTo>
                <a:lnTo>
                  <a:pt x="791737" y="0"/>
                </a:lnTo>
                <a:lnTo>
                  <a:pt x="1940313" y="1148576"/>
                </a:lnTo>
              </a:path>
            </a:pathLst>
          </a:custGeom>
          <a:noFill/>
          <a:ln w="12700">
            <a:solidFill>
              <a:srgbClr val="8A8B8F"/>
            </a:solidFill>
            <a:prstDash val="dash"/>
            <a:headEnd type="oval"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sp>
        <p:nvSpPr>
          <p:cNvPr id="10" name="文本框 9"/>
          <p:cNvSpPr txBox="1"/>
          <p:nvPr>
            <p:custDataLst>
              <p:tags r:id="rId4"/>
            </p:custDataLst>
          </p:nvPr>
        </p:nvSpPr>
        <p:spPr>
          <a:xfrm>
            <a:off x="4513479" y="2762250"/>
            <a:ext cx="682625" cy="1014730"/>
          </a:xfrm>
          <a:prstGeom prst="rect">
            <a:avLst/>
          </a:prstGeom>
          <a:noFill/>
        </p:spPr>
        <p:txBody>
          <a:bodyPr wrap="square" rtlCol="0">
            <a:spAutoFit/>
          </a:bodyPr>
          <a:lstStyle/>
          <a:p>
            <a:r>
              <a:rPr lang="en-US" altLang="zh-CN" sz="6000" b="1">
                <a:solidFill>
                  <a:schemeClr val="bg1"/>
                </a:solidFill>
                <a:latin typeface="+mj-ea"/>
                <a:ea typeface="+mj-ea"/>
              </a:rPr>
              <a:t>2</a:t>
            </a:r>
            <a:endParaRPr lang="en-US" altLang="zh-CN" sz="6000" b="1">
              <a:solidFill>
                <a:schemeClr val="bg1"/>
              </a:solidFill>
              <a:latin typeface="+mj-ea"/>
              <a:ea typeface="+mj-ea"/>
            </a:endParaRPr>
          </a:p>
        </p:txBody>
      </p:sp>
      <p:grpSp>
        <p:nvGrpSpPr>
          <p:cNvPr id="11" name="组合 10"/>
          <p:cNvGrpSpPr/>
          <p:nvPr>
            <p:custDataLst>
              <p:tags r:id="rId5"/>
            </p:custDataLst>
          </p:nvPr>
        </p:nvGrpSpPr>
        <p:grpSpPr>
          <a:xfrm>
            <a:off x="1248410" y="2000885"/>
            <a:ext cx="1597025" cy="1935480"/>
            <a:chOff x="4536" y="3212"/>
            <a:chExt cx="3287" cy="4048"/>
          </a:xfrm>
        </p:grpSpPr>
        <p:sp>
          <p:nvSpPr>
            <p:cNvPr id="13" name="圆角矩形 34"/>
            <p:cNvSpPr/>
            <p:nvPr>
              <p:custDataLst>
                <p:tags r:id="rId6"/>
              </p:custDataLst>
            </p:nvPr>
          </p:nvSpPr>
          <p:spPr>
            <a:xfrm rot="2700000">
              <a:off x="4536" y="4280"/>
              <a:ext cx="2980" cy="2980"/>
            </a:xfrm>
            <a:prstGeom prst="roundRect">
              <a:avLst>
                <a:gd name="adj" fmla="val 6319"/>
              </a:avLst>
            </a:prstGeom>
            <a:solidFill>
              <a:schemeClr val="bg1">
                <a:lumMod val="95000"/>
              </a:schemeClr>
            </a:solidFill>
            <a:ln>
              <a:noFill/>
            </a:ln>
            <a:effectLst>
              <a:outerShdw blurRad="152400" dist="63500" dir="8100000" algn="tl" rotWithShape="0">
                <a:prstClr val="black">
                  <a:alpha val="30000"/>
                </a:prstClr>
              </a:outerShdw>
            </a:effectLst>
            <a:scene3d>
              <a:camera prst="orthographicFront"/>
              <a:lightRig rig="threePt" dir="t"/>
            </a:scene3d>
            <a:sp3d prstMaterial="softEdge">
              <a:bevelT w="3810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0" i="0" u="none" strike="noStrike" kern="1200" cap="none" spc="0" normalizeH="0" baseline="0" noProof="0" dirty="0">
                <a:ln>
                  <a:noFill/>
                </a:ln>
                <a:solidFill>
                  <a:prstClr val="white"/>
                </a:solidFill>
                <a:effectLst/>
                <a:uLnTx/>
                <a:uFillTx/>
                <a:latin typeface="DIN-BoldItalic" pitchFamily="50" charset="0"/>
                <a:ea typeface="微软雅黑" panose="020B0503020204020204" pitchFamily="34" charset="-122"/>
                <a:cs typeface="+mn-cs"/>
              </a:endParaRPr>
            </a:p>
          </p:txBody>
        </p:sp>
        <p:sp>
          <p:nvSpPr>
            <p:cNvPr id="14" name="圆角矩形 38"/>
            <p:cNvSpPr/>
            <p:nvPr>
              <p:custDataLst>
                <p:tags r:id="rId7"/>
              </p:custDataLst>
            </p:nvPr>
          </p:nvSpPr>
          <p:spPr>
            <a:xfrm rot="2700000">
              <a:off x="4943" y="4671"/>
              <a:ext cx="2185" cy="2185"/>
            </a:xfrm>
            <a:prstGeom prst="roundRect">
              <a:avLst>
                <a:gd name="adj" fmla="val 6319"/>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sp>
          <p:nvSpPr>
            <p:cNvPr id="15" name="任意多边形 42"/>
            <p:cNvSpPr/>
            <p:nvPr/>
          </p:nvSpPr>
          <p:spPr>
            <a:xfrm>
              <a:off x="4767" y="3212"/>
              <a:ext cx="3056" cy="1809"/>
            </a:xfrm>
            <a:custGeom>
              <a:avLst/>
              <a:gdLst>
                <a:gd name="connsiteX0" fmla="*/ 0 w 1940313"/>
                <a:gd name="connsiteY0" fmla="*/ 791737 h 1148576"/>
                <a:gd name="connsiteX1" fmla="*/ 791737 w 1940313"/>
                <a:gd name="connsiteY1" fmla="*/ 0 h 1148576"/>
                <a:gd name="connsiteX2" fmla="*/ 1940313 w 1940313"/>
                <a:gd name="connsiteY2" fmla="*/ 1148576 h 1148576"/>
              </a:gdLst>
              <a:ahLst/>
              <a:cxnLst>
                <a:cxn ang="0">
                  <a:pos x="connsiteX0" y="connsiteY0"/>
                </a:cxn>
                <a:cxn ang="0">
                  <a:pos x="connsiteX1" y="connsiteY1"/>
                </a:cxn>
                <a:cxn ang="0">
                  <a:pos x="connsiteX2" y="connsiteY2"/>
                </a:cxn>
              </a:cxnLst>
              <a:rect l="l" t="t" r="r" b="b"/>
              <a:pathLst>
                <a:path w="1940313" h="1148576">
                  <a:moveTo>
                    <a:pt x="0" y="791737"/>
                  </a:moveTo>
                  <a:lnTo>
                    <a:pt x="791737" y="0"/>
                  </a:lnTo>
                  <a:lnTo>
                    <a:pt x="1940313" y="1148576"/>
                  </a:lnTo>
                </a:path>
              </a:pathLst>
            </a:custGeom>
            <a:noFill/>
            <a:ln w="12700">
              <a:solidFill>
                <a:srgbClr val="8A8B8F"/>
              </a:solidFill>
              <a:prstDash val="dash"/>
              <a:headEnd type="oval"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grpSp>
      <p:sp>
        <p:nvSpPr>
          <p:cNvPr id="17" name="文本框 16"/>
          <p:cNvSpPr txBox="1"/>
          <p:nvPr>
            <p:custDataLst>
              <p:tags r:id="rId8"/>
            </p:custDataLst>
          </p:nvPr>
        </p:nvSpPr>
        <p:spPr>
          <a:xfrm>
            <a:off x="1662430" y="2762250"/>
            <a:ext cx="541020" cy="949325"/>
          </a:xfrm>
          <a:prstGeom prst="rect">
            <a:avLst/>
          </a:prstGeom>
          <a:noFill/>
        </p:spPr>
        <p:txBody>
          <a:bodyPr wrap="square" rtlCol="0">
            <a:noAutofit/>
          </a:bodyPr>
          <a:lstStyle/>
          <a:p>
            <a:r>
              <a:rPr lang="en-US" altLang="zh-CN" sz="6000" b="1">
                <a:solidFill>
                  <a:schemeClr val="bg1"/>
                </a:solidFill>
                <a:latin typeface="+mj-ea"/>
                <a:ea typeface="+mj-ea"/>
              </a:rPr>
              <a:t>1</a:t>
            </a:r>
            <a:endParaRPr lang="en-US" altLang="zh-CN" sz="6000" b="1">
              <a:solidFill>
                <a:schemeClr val="bg1"/>
              </a:solidFill>
              <a:latin typeface="+mj-ea"/>
              <a:ea typeface="+mj-ea"/>
            </a:endParaRPr>
          </a:p>
        </p:txBody>
      </p:sp>
      <p:sp>
        <p:nvSpPr>
          <p:cNvPr id="3" name="文本框1"/>
          <p:cNvSpPr txBox="1"/>
          <p:nvPr>
            <p:custDataLst>
              <p:tags r:id="rId9"/>
            </p:custDataLst>
          </p:nvPr>
        </p:nvSpPr>
        <p:spPr>
          <a:xfrm>
            <a:off x="3457869" y="4770120"/>
            <a:ext cx="2700000" cy="4603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zh-CN" sz="2400" dirty="0" smtClean="0">
                <a:solidFill>
                  <a:schemeClr val="tx1"/>
                </a:solidFill>
                <a:latin typeface="微软雅黑" panose="020B0503020204020204" pitchFamily="34" charset="-122"/>
                <a:ea typeface="微软雅黑" panose="020B0503020204020204" pitchFamily="34" charset="-122"/>
                <a:sym typeface="+mn-ea"/>
              </a:rPr>
              <a:t>构建工作流的</a:t>
            </a:r>
            <a:r>
              <a:rPr lang="en-US" altLang="zh-CN" sz="2400" dirty="0" smtClean="0">
                <a:solidFill>
                  <a:schemeClr val="tx1"/>
                </a:solidFill>
                <a:latin typeface="微软雅黑" panose="020B0503020204020204" pitchFamily="34" charset="-122"/>
                <a:ea typeface="微软雅黑" panose="020B0503020204020204" pitchFamily="34" charset="-122"/>
                <a:sym typeface="+mn-ea"/>
              </a:rPr>
              <a:t>“</a:t>
            </a:r>
            <a:r>
              <a:rPr lang="zh-CN" altLang="en-US" sz="2400" dirty="0" smtClean="0">
                <a:solidFill>
                  <a:schemeClr val="tx1"/>
                </a:solidFill>
                <a:latin typeface="微软雅黑" panose="020B0503020204020204" pitchFamily="34" charset="-122"/>
                <a:ea typeface="微软雅黑" panose="020B0503020204020204" pitchFamily="34" charset="-122"/>
                <a:sym typeface="+mn-ea"/>
              </a:rPr>
              <a:t>积木</a:t>
            </a:r>
            <a:r>
              <a:rPr lang="en-US" altLang="zh-CN" sz="2400" dirty="0" smtClean="0">
                <a:solidFill>
                  <a:schemeClr val="tx1"/>
                </a:solidFill>
                <a:latin typeface="微软雅黑" panose="020B0503020204020204" pitchFamily="34" charset="-122"/>
                <a:ea typeface="微软雅黑" panose="020B0503020204020204" pitchFamily="34" charset="-122"/>
                <a:sym typeface="+mn-ea"/>
              </a:rPr>
              <a:t>”</a:t>
            </a:r>
            <a:r>
              <a:rPr lang="zh-CN" altLang="en-US" sz="2400" dirty="0" smtClean="0">
                <a:solidFill>
                  <a:schemeClr val="tx1"/>
                </a:solidFill>
                <a:latin typeface="微软雅黑" panose="020B0503020204020204" pitchFamily="34" charset="-122"/>
                <a:ea typeface="微软雅黑" panose="020B0503020204020204" pitchFamily="34" charset="-122"/>
                <a:sym typeface="+mn-ea"/>
              </a:rPr>
              <a:t>：组件功能和选择</a:t>
            </a:r>
            <a:endParaRPr lang="zh-CN" altLang="en-US" sz="2400" dirty="0" smtClean="0">
              <a:solidFill>
                <a:schemeClr val="tx1"/>
              </a:solidFill>
              <a:latin typeface="微软雅黑" panose="020B0503020204020204" pitchFamily="34" charset="-122"/>
              <a:ea typeface="微软雅黑" panose="020B0503020204020204" pitchFamily="34" charset="-122"/>
              <a:sym typeface="+mn-ea"/>
            </a:endParaRPr>
          </a:p>
        </p:txBody>
      </p:sp>
      <p:sp>
        <p:nvSpPr>
          <p:cNvPr id="4" name="文本框1"/>
          <p:cNvSpPr txBox="1"/>
          <p:nvPr>
            <p:custDataLst>
              <p:tags r:id="rId10"/>
            </p:custDataLst>
          </p:nvPr>
        </p:nvSpPr>
        <p:spPr>
          <a:xfrm>
            <a:off x="622292" y="4770120"/>
            <a:ext cx="2700000" cy="460800"/>
          </a:xfrm>
          <a:prstGeom prst="rect">
            <a:avLst/>
          </a:prstGeom>
          <a:noFill/>
        </p:spPr>
        <p:txBody>
          <a:bodyPr wrap="square" rtlCol="0">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zh-CN" sz="2400" dirty="0" smtClean="0">
                <a:solidFill>
                  <a:schemeClr val="tx1"/>
                </a:solidFill>
                <a:latin typeface="微软雅黑" panose="020B0503020204020204" pitchFamily="34" charset="-122"/>
                <a:ea typeface="微软雅黑" panose="020B0503020204020204" pitchFamily="34" charset="-122"/>
                <a:sym typeface="+mn-ea"/>
              </a:rPr>
              <a:t>一、从提示词到工作流</a:t>
            </a:r>
            <a:endParaRPr lang="zh-CN" altLang="zh-CN" sz="2400" dirty="0" smtClean="0">
              <a:solidFill>
                <a:schemeClr val="tx1"/>
              </a:solidFill>
              <a:latin typeface="微软雅黑" panose="020B0503020204020204" pitchFamily="34" charset="-122"/>
              <a:ea typeface="微软雅黑" panose="020B0503020204020204" pitchFamily="34" charset="-122"/>
              <a:sym typeface="+mn-ea"/>
            </a:endParaRPr>
          </a:p>
        </p:txBody>
      </p:sp>
      <p:sp>
        <p:nvSpPr>
          <p:cNvPr id="5" name="圆角矩形 34"/>
          <p:cNvSpPr/>
          <p:nvPr>
            <p:custDataLst>
              <p:tags r:id="rId11"/>
            </p:custDataLst>
          </p:nvPr>
        </p:nvSpPr>
        <p:spPr>
          <a:xfrm rot="2700000">
            <a:off x="6995795" y="2531745"/>
            <a:ext cx="1492885" cy="1393825"/>
          </a:xfrm>
          <a:prstGeom prst="roundRect">
            <a:avLst>
              <a:gd name="adj" fmla="val 6319"/>
            </a:avLst>
          </a:prstGeom>
          <a:solidFill>
            <a:schemeClr val="bg1">
              <a:lumMod val="95000"/>
            </a:schemeClr>
          </a:solidFill>
          <a:ln>
            <a:noFill/>
          </a:ln>
          <a:effectLst>
            <a:outerShdw blurRad="152400" dist="63500" dir="8100000" algn="tl" rotWithShape="0">
              <a:prstClr val="black">
                <a:alpha val="30000"/>
              </a:prstClr>
            </a:outerShdw>
          </a:effectLst>
          <a:scene3d>
            <a:camera prst="orthographicFront"/>
            <a:lightRig rig="threePt" dir="t"/>
          </a:scene3d>
          <a:sp3d prstMaterial="softEdge">
            <a:bevelT w="3810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0" i="0" u="none" strike="noStrike" kern="1200" cap="none" spc="0" normalizeH="0" baseline="0" noProof="0" dirty="0">
              <a:ln>
                <a:noFill/>
              </a:ln>
              <a:solidFill>
                <a:prstClr val="white"/>
              </a:solidFill>
              <a:effectLst/>
              <a:uLnTx/>
              <a:uFillTx/>
              <a:latin typeface="DIN-BoldItalic" pitchFamily="50" charset="0"/>
              <a:ea typeface="微软雅黑" panose="020B0503020204020204" pitchFamily="34" charset="-122"/>
              <a:cs typeface="+mn-cs"/>
            </a:endParaRPr>
          </a:p>
        </p:txBody>
      </p:sp>
      <p:sp>
        <p:nvSpPr>
          <p:cNvPr id="6" name="圆角矩形 38"/>
          <p:cNvSpPr/>
          <p:nvPr>
            <p:custDataLst>
              <p:tags r:id="rId12"/>
            </p:custDataLst>
          </p:nvPr>
        </p:nvSpPr>
        <p:spPr>
          <a:xfrm rot="2700000">
            <a:off x="7209155" y="2696845"/>
            <a:ext cx="1068070" cy="1068070"/>
          </a:xfrm>
          <a:prstGeom prst="roundRect">
            <a:avLst>
              <a:gd name="adj" fmla="val 6319"/>
            </a:avLst>
          </a:prstGeom>
          <a:solidFill>
            <a:srgbClr val="0064D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64D2"/>
              </a:solidFill>
              <a:effectLst/>
              <a:uLnTx/>
              <a:uFillTx/>
              <a:latin typeface="等线" panose="02010600030101010101" charset="-122"/>
              <a:ea typeface="微软雅黑" panose="020B0503020204020204" pitchFamily="34" charset="-122"/>
              <a:cs typeface="+mn-cs"/>
            </a:endParaRPr>
          </a:p>
        </p:txBody>
      </p:sp>
      <p:sp>
        <p:nvSpPr>
          <p:cNvPr id="8" name="圆角矩形 34"/>
          <p:cNvSpPr/>
          <p:nvPr>
            <p:custDataLst>
              <p:tags r:id="rId13"/>
            </p:custDataLst>
          </p:nvPr>
        </p:nvSpPr>
        <p:spPr>
          <a:xfrm rot="2700000">
            <a:off x="9720580" y="2510790"/>
            <a:ext cx="1454785" cy="1449070"/>
          </a:xfrm>
          <a:prstGeom prst="roundRect">
            <a:avLst>
              <a:gd name="adj" fmla="val 6319"/>
            </a:avLst>
          </a:prstGeom>
          <a:solidFill>
            <a:schemeClr val="bg1">
              <a:lumMod val="95000"/>
            </a:schemeClr>
          </a:solidFill>
          <a:ln>
            <a:noFill/>
          </a:ln>
          <a:effectLst>
            <a:outerShdw blurRad="152400" dist="63500" dir="8100000" algn="tl" rotWithShape="0">
              <a:prstClr val="black">
                <a:alpha val="30000"/>
              </a:prstClr>
            </a:outerShdw>
          </a:effectLst>
          <a:scene3d>
            <a:camera prst="orthographicFront"/>
            <a:lightRig rig="threePt" dir="t"/>
          </a:scene3d>
          <a:sp3d prstMaterial="softEdge">
            <a:bevelT w="3810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0" i="0" u="none" strike="noStrike" kern="1200" cap="none" spc="0" normalizeH="0" baseline="0" noProof="0" dirty="0">
              <a:ln>
                <a:noFill/>
              </a:ln>
              <a:solidFill>
                <a:prstClr val="white"/>
              </a:solidFill>
              <a:effectLst/>
              <a:uLnTx/>
              <a:uFillTx/>
              <a:latin typeface="DIN-BoldItalic" pitchFamily="50" charset="0"/>
              <a:ea typeface="微软雅黑" panose="020B0503020204020204" pitchFamily="34" charset="-122"/>
              <a:cs typeface="+mn-cs"/>
            </a:endParaRPr>
          </a:p>
        </p:txBody>
      </p:sp>
      <p:sp>
        <p:nvSpPr>
          <p:cNvPr id="7" name="圆角矩形 38"/>
          <p:cNvSpPr/>
          <p:nvPr>
            <p:custDataLst>
              <p:tags r:id="rId14"/>
            </p:custDataLst>
          </p:nvPr>
        </p:nvSpPr>
        <p:spPr>
          <a:xfrm rot="2700000">
            <a:off x="9920605" y="2696210"/>
            <a:ext cx="1068070" cy="1068070"/>
          </a:xfrm>
          <a:prstGeom prst="roundRect">
            <a:avLst>
              <a:gd name="adj" fmla="val 6319"/>
            </a:avLst>
          </a:prstGeom>
          <a:solidFill>
            <a:schemeClr val="tx1">
              <a:lumMod val="65000"/>
              <a:lumOff val="35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sp>
        <p:nvSpPr>
          <p:cNvPr id="9" name="文本框 8"/>
          <p:cNvSpPr txBox="1"/>
          <p:nvPr>
            <p:custDataLst>
              <p:tags r:id="rId15"/>
            </p:custDataLst>
          </p:nvPr>
        </p:nvSpPr>
        <p:spPr>
          <a:xfrm>
            <a:off x="7457339" y="2762250"/>
            <a:ext cx="682625" cy="1014730"/>
          </a:xfrm>
          <a:prstGeom prst="rect">
            <a:avLst/>
          </a:prstGeom>
          <a:noFill/>
        </p:spPr>
        <p:txBody>
          <a:bodyPr wrap="square" rtlCol="0">
            <a:spAutoFit/>
          </a:bodyPr>
          <a:lstStyle/>
          <a:p>
            <a:r>
              <a:rPr lang="en-US" altLang="zh-CN" sz="6000" b="1" dirty="0">
                <a:solidFill>
                  <a:schemeClr val="bg1"/>
                </a:solidFill>
                <a:latin typeface="+mj-ea"/>
                <a:ea typeface="+mj-ea"/>
              </a:rPr>
              <a:t>3</a:t>
            </a:r>
            <a:endParaRPr lang="en-US" altLang="zh-CN" sz="6000" b="1" dirty="0">
              <a:solidFill>
                <a:schemeClr val="bg1"/>
              </a:solidFill>
              <a:latin typeface="+mj-ea"/>
              <a:ea typeface="+mj-ea"/>
            </a:endParaRPr>
          </a:p>
        </p:txBody>
      </p:sp>
      <p:sp>
        <p:nvSpPr>
          <p:cNvPr id="16" name="文本框 15"/>
          <p:cNvSpPr txBox="1"/>
          <p:nvPr>
            <p:custDataLst>
              <p:tags r:id="rId16"/>
            </p:custDataLst>
          </p:nvPr>
        </p:nvSpPr>
        <p:spPr>
          <a:xfrm>
            <a:off x="10102114" y="2696845"/>
            <a:ext cx="682625" cy="1014730"/>
          </a:xfrm>
          <a:prstGeom prst="rect">
            <a:avLst/>
          </a:prstGeom>
          <a:noFill/>
        </p:spPr>
        <p:txBody>
          <a:bodyPr wrap="square" rtlCol="0">
            <a:spAutoFit/>
          </a:bodyPr>
          <a:lstStyle/>
          <a:p>
            <a:r>
              <a:rPr lang="en-US" altLang="zh-CN" sz="6000" b="1">
                <a:solidFill>
                  <a:schemeClr val="bg1"/>
                </a:solidFill>
                <a:latin typeface="+mj-ea"/>
                <a:ea typeface="+mj-ea"/>
              </a:rPr>
              <a:t>4</a:t>
            </a:r>
            <a:endParaRPr lang="en-US" altLang="zh-CN" sz="6000" b="1">
              <a:solidFill>
                <a:schemeClr val="bg1"/>
              </a:solidFill>
              <a:latin typeface="+mj-ea"/>
              <a:ea typeface="+mj-ea"/>
            </a:endParaRPr>
          </a:p>
        </p:txBody>
      </p:sp>
      <p:sp>
        <p:nvSpPr>
          <p:cNvPr id="20" name="任意多边形 42"/>
          <p:cNvSpPr/>
          <p:nvPr>
            <p:custDataLst>
              <p:tags r:id="rId17"/>
            </p:custDataLst>
          </p:nvPr>
        </p:nvSpPr>
        <p:spPr>
          <a:xfrm>
            <a:off x="7089614" y="2000885"/>
            <a:ext cx="1484791" cy="864942"/>
          </a:xfrm>
          <a:custGeom>
            <a:avLst/>
            <a:gdLst>
              <a:gd name="connsiteX0" fmla="*/ 0 w 1940313"/>
              <a:gd name="connsiteY0" fmla="*/ 791737 h 1148576"/>
              <a:gd name="connsiteX1" fmla="*/ 791737 w 1940313"/>
              <a:gd name="connsiteY1" fmla="*/ 0 h 1148576"/>
              <a:gd name="connsiteX2" fmla="*/ 1940313 w 1940313"/>
              <a:gd name="connsiteY2" fmla="*/ 1148576 h 1148576"/>
            </a:gdLst>
            <a:ahLst/>
            <a:cxnLst>
              <a:cxn ang="0">
                <a:pos x="connsiteX0" y="connsiteY0"/>
              </a:cxn>
              <a:cxn ang="0">
                <a:pos x="connsiteX1" y="connsiteY1"/>
              </a:cxn>
              <a:cxn ang="0">
                <a:pos x="connsiteX2" y="connsiteY2"/>
              </a:cxn>
            </a:cxnLst>
            <a:rect l="l" t="t" r="r" b="b"/>
            <a:pathLst>
              <a:path w="1940313" h="1148576">
                <a:moveTo>
                  <a:pt x="0" y="791737"/>
                </a:moveTo>
                <a:lnTo>
                  <a:pt x="791737" y="0"/>
                </a:lnTo>
                <a:lnTo>
                  <a:pt x="1940313" y="1148576"/>
                </a:lnTo>
              </a:path>
            </a:pathLst>
          </a:custGeom>
          <a:noFill/>
          <a:ln w="12700">
            <a:solidFill>
              <a:srgbClr val="8A8B8F"/>
            </a:solidFill>
            <a:prstDash val="dash"/>
            <a:headEnd type="oval"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sp>
        <p:nvSpPr>
          <p:cNvPr id="23" name="任意多边形 44"/>
          <p:cNvSpPr/>
          <p:nvPr>
            <p:custDataLst>
              <p:tags r:id="rId18"/>
            </p:custDataLst>
          </p:nvPr>
        </p:nvSpPr>
        <p:spPr>
          <a:xfrm flipV="1">
            <a:off x="9700260" y="3601085"/>
            <a:ext cx="1842770" cy="1015365"/>
          </a:xfrm>
          <a:custGeom>
            <a:avLst/>
            <a:gdLst>
              <a:gd name="connsiteX0" fmla="*/ 0 w 1940313"/>
              <a:gd name="connsiteY0" fmla="*/ 791737 h 1148576"/>
              <a:gd name="connsiteX1" fmla="*/ 791737 w 1940313"/>
              <a:gd name="connsiteY1" fmla="*/ 0 h 1148576"/>
              <a:gd name="connsiteX2" fmla="*/ 1940313 w 1940313"/>
              <a:gd name="connsiteY2" fmla="*/ 1148576 h 1148576"/>
            </a:gdLst>
            <a:ahLst/>
            <a:cxnLst>
              <a:cxn ang="0">
                <a:pos x="connsiteX0" y="connsiteY0"/>
              </a:cxn>
              <a:cxn ang="0">
                <a:pos x="connsiteX1" y="connsiteY1"/>
              </a:cxn>
              <a:cxn ang="0">
                <a:pos x="connsiteX2" y="connsiteY2"/>
              </a:cxn>
            </a:cxnLst>
            <a:rect l="l" t="t" r="r" b="b"/>
            <a:pathLst>
              <a:path w="1940313" h="1148576">
                <a:moveTo>
                  <a:pt x="0" y="791737"/>
                </a:moveTo>
                <a:lnTo>
                  <a:pt x="791737" y="0"/>
                </a:lnTo>
                <a:lnTo>
                  <a:pt x="1940313" y="1148576"/>
                </a:lnTo>
              </a:path>
            </a:pathLst>
          </a:custGeom>
          <a:noFill/>
          <a:ln w="12700">
            <a:solidFill>
              <a:srgbClr val="8A8B8F"/>
            </a:solidFill>
            <a:prstDash val="dash"/>
            <a:headEnd type="oval"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sp>
        <p:nvSpPr>
          <p:cNvPr id="24" name="文本框1"/>
          <p:cNvSpPr txBox="1"/>
          <p:nvPr>
            <p:custDataLst>
              <p:tags r:id="rId19"/>
            </p:custDataLst>
          </p:nvPr>
        </p:nvSpPr>
        <p:spPr>
          <a:xfrm>
            <a:off x="6392065" y="4769465"/>
            <a:ext cx="2700000" cy="460800"/>
          </a:xfrm>
          <a:prstGeom prst="rect">
            <a:avLst/>
          </a:prstGeom>
          <a:noFill/>
        </p:spPr>
        <p:txBody>
          <a:bodyPr wrap="square" rtlCol="0">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zh-CN" sz="2400" b="1" dirty="0" smtClean="0">
                <a:solidFill>
                  <a:srgbClr val="0064D2"/>
                </a:solidFill>
                <a:latin typeface="微软雅黑" panose="020B0503020204020204" pitchFamily="34" charset="-122"/>
                <a:ea typeface="微软雅黑" panose="020B0503020204020204" pitchFamily="34" charset="-122"/>
                <a:sym typeface="+mn-ea"/>
              </a:rPr>
              <a:t>变量管理与数据传递</a:t>
            </a:r>
            <a:endParaRPr lang="zh-CN" altLang="zh-CN" sz="2400" b="1" dirty="0" smtClean="0">
              <a:solidFill>
                <a:srgbClr val="0064D2"/>
              </a:solidFill>
              <a:latin typeface="微软雅黑" panose="020B0503020204020204" pitchFamily="34" charset="-122"/>
              <a:ea typeface="微软雅黑" panose="020B0503020204020204" pitchFamily="34" charset="-122"/>
              <a:sym typeface="+mn-ea"/>
            </a:endParaRPr>
          </a:p>
        </p:txBody>
      </p:sp>
      <p:sp>
        <p:nvSpPr>
          <p:cNvPr id="25" name="文本框1"/>
          <p:cNvSpPr txBox="1"/>
          <p:nvPr>
            <p:custDataLst>
              <p:tags r:id="rId20"/>
            </p:custDataLst>
          </p:nvPr>
        </p:nvSpPr>
        <p:spPr>
          <a:xfrm>
            <a:off x="9104439" y="4770120"/>
            <a:ext cx="2700000" cy="460800"/>
          </a:xfrm>
          <a:prstGeom prst="rect">
            <a:avLst/>
          </a:prstGeom>
          <a:noFill/>
        </p:spPr>
        <p:txBody>
          <a:bodyPr wrap="square" rtlCol="0">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zh-CN" sz="2400" dirty="0" smtClean="0">
                <a:latin typeface="微软雅黑" panose="020B0503020204020204" pitchFamily="34" charset="-122"/>
                <a:ea typeface="微软雅黑" panose="020B0503020204020204" pitchFamily="34" charset="-122"/>
                <a:sym typeface="+mn-ea"/>
              </a:rPr>
              <a:t>对话型工作流</a:t>
            </a:r>
            <a:endParaRPr lang="zh-CN" altLang="zh-CN" sz="2400" dirty="0" smtClean="0">
              <a:latin typeface="微软雅黑" panose="020B0503020204020204" pitchFamily="34" charset="-122"/>
              <a:ea typeface="微软雅黑" panose="020B0503020204020204" pitchFamily="34" charset="-122"/>
              <a:sym typeface="+mn-ea"/>
            </a:endParaRPr>
          </a:p>
        </p:txBody>
      </p:sp>
      <p:sp>
        <p:nvSpPr>
          <p:cNvPr id="19" name="文本框 18"/>
          <p:cNvSpPr txBox="1"/>
          <p:nvPr/>
        </p:nvSpPr>
        <p:spPr>
          <a:xfrm>
            <a:off x="0" y="793750"/>
            <a:ext cx="1351262" cy="2061210"/>
          </a:xfrm>
          <a:prstGeom prst="rect">
            <a:avLst/>
          </a:prstGeom>
          <a:noFill/>
        </p:spPr>
        <p:txBody>
          <a:bodyPr wrap="square" rtlCol="0">
            <a:spAutoFit/>
            <a:scene3d>
              <a:camera prst="orthographicFront"/>
              <a:lightRig rig="threePt" dir="t"/>
            </a:scene3d>
            <a:sp3d contourW="12700"/>
          </a:bodyPr>
          <a:lstStyle/>
          <a:p>
            <a:pPr algn="ctr"/>
            <a:r>
              <a:rPr lang="en-US" altLang="zh-CN" sz="3200" dirty="0" smtClean="0">
                <a:solidFill>
                  <a:srgbClr val="3F396C"/>
                </a:solidFill>
                <a:latin typeface="思源宋体" panose="02020700000000000000" charset="-122"/>
                <a:ea typeface="思源宋体" panose="02020700000000000000" charset="-122"/>
              </a:rPr>
              <a:t>03</a:t>
            </a:r>
            <a:endParaRPr lang="en-US" altLang="zh-CN" sz="3200" dirty="0" smtClean="0">
              <a:solidFill>
                <a:srgbClr val="3F396C"/>
              </a:solidFill>
              <a:latin typeface="思源宋体" panose="02020700000000000000" charset="-122"/>
              <a:ea typeface="思源宋体" panose="02020700000000000000" charset="-122"/>
            </a:endParaRPr>
          </a:p>
        </p:txBody>
      </p:sp>
      <p:sp>
        <p:nvSpPr>
          <p:cNvPr id="22" name="文本框 21"/>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zh-CN"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知识储备</a:t>
            </a:r>
            <a:endParaRPr lang="zh-CN" altLang="zh-CN"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4169907" y="1773555"/>
            <a:ext cx="7664450" cy="4690745"/>
            <a:chOff x="450850" y="1397000"/>
            <a:chExt cx="5784850" cy="4690745"/>
          </a:xfrm>
        </p:grpSpPr>
        <p:sp>
          <p:nvSpPr>
            <p:cNvPr id="11" name="矩形 10"/>
            <p:cNvSpPr/>
            <p:nvPr>
              <p:custDataLst>
                <p:tags r:id="rId1"/>
              </p:custDataLst>
            </p:nvPr>
          </p:nvSpPr>
          <p:spPr>
            <a:xfrm>
              <a:off x="450850" y="1397000"/>
              <a:ext cx="5784850" cy="4690745"/>
            </a:xfrm>
            <a:prstGeom prst="rect">
              <a:avLst/>
            </a:prstGeom>
          </p:spPr>
          <p:style>
            <a:lnRef idx="2">
              <a:schemeClr val="accent1"/>
            </a:lnRef>
            <a:fillRef idx="1">
              <a:schemeClr val="lt1"/>
            </a:fillRef>
            <a:effectRef idx="0">
              <a:schemeClr val="accent1"/>
            </a:effectRef>
            <a:fontRef idx="minor">
              <a:schemeClr val="dk1"/>
            </a:fontRef>
          </p:style>
          <p:txBody>
            <a:bodyPr rtlCol="0" anchor="ctr">
              <a:normAutofit/>
            </a:bodyPr>
            <a:lstStyle/>
            <a:p>
              <a:pPr>
                <a:lnSpc>
                  <a:spcPct val="120000"/>
                </a:lnSpc>
              </a:pPr>
              <a:endParaRPr lang="zh-CN" altLang="en-US" sz="1400" spc="150" dirty="0">
                <a:latin typeface="Arial" panose="020B0604020202020204" pitchFamily="34" charset="0"/>
                <a:ea typeface="微软雅黑" panose="020B0503020204020204" pitchFamily="34" charset="-122"/>
                <a:sym typeface="Arial" panose="020B0604020202020204" pitchFamily="34" charset="0"/>
              </a:endParaRPr>
            </a:p>
          </p:txBody>
        </p:sp>
        <p:sp>
          <p:nvSpPr>
            <p:cNvPr id="12" name="矩形 11"/>
            <p:cNvSpPr/>
            <p:nvPr>
              <p:custDataLst>
                <p:tags r:id="rId2"/>
              </p:custDataLst>
            </p:nvPr>
          </p:nvSpPr>
          <p:spPr>
            <a:xfrm>
              <a:off x="574040" y="1519555"/>
              <a:ext cx="5521960" cy="4351655"/>
            </a:xfrm>
            <a:prstGeom prst="rect">
              <a:avLst/>
            </a:prstGeom>
            <a:solidFill>
              <a:srgbClr val="4276AA"/>
            </a:solidFill>
            <a:ln>
              <a:noFill/>
            </a:ln>
          </p:spPr>
          <p:style>
            <a:lnRef idx="2">
              <a:srgbClr val="8590CA">
                <a:shade val="50000"/>
              </a:srgbClr>
            </a:lnRef>
            <a:fillRef idx="1">
              <a:srgbClr val="8590CA"/>
            </a:fillRef>
            <a:effectRef idx="0">
              <a:srgbClr val="8590CA"/>
            </a:effectRef>
            <a:fontRef idx="minor">
              <a:sysClr val="window" lastClr="FFFFFF"/>
            </a:fontRef>
          </p:style>
          <p:txBody>
            <a:bodyPr rtlCol="0" anchor="ctr">
              <a:normAutofit/>
            </a:bodyPr>
            <a:lstStyle/>
            <a:p>
              <a:pPr>
                <a:lnSpc>
                  <a:spcPct val="120000"/>
                </a:lnSpc>
              </a:pPr>
              <a:endParaRPr lang="zh-CN" altLang="en-US" sz="1400" spc="150" dirty="0">
                <a:latin typeface="Arial" panose="020B0604020202020204" pitchFamily="34" charset="0"/>
                <a:ea typeface="微软雅黑" panose="020B0503020204020204" pitchFamily="34" charset="-122"/>
                <a:sym typeface="Arial" panose="020B0604020202020204" pitchFamily="34" charset="0"/>
              </a:endParaRPr>
            </a:p>
          </p:txBody>
        </p:sp>
      </p:grpSp>
      <p:sp>
        <p:nvSpPr>
          <p:cNvPr id="13" name="文本框 12"/>
          <p:cNvSpPr txBox="1"/>
          <p:nvPr>
            <p:custDataLst>
              <p:tags r:id="rId3"/>
            </p:custDataLst>
          </p:nvPr>
        </p:nvSpPr>
        <p:spPr>
          <a:xfrm>
            <a:off x="4493895" y="1978025"/>
            <a:ext cx="6997700" cy="4181475"/>
          </a:xfrm>
          <a:prstGeom prst="rect">
            <a:avLst/>
          </a:prstGeom>
          <a:noFill/>
        </p:spPr>
        <p:txBody>
          <a:bodyPr wrap="square" rtlCol="0" anchor="t">
            <a:noAutofit/>
          </a:bodyPr>
          <a:lstStyle/>
          <a:p>
            <a:pPr indent="457200" fontAlgn="auto">
              <a:lnSpc>
                <a:spcPct val="150000"/>
              </a:lnSpc>
            </a:pPr>
            <a:r>
              <a:rPr 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在工作流中，节点如同器官，而变量则扮演着血液与血管的角色。一个节点能否正常工作，很大程度上取决于它当前获取到了什么数据；整个工作流能否稳定运行，本质上则取决于这些数据能否在不同节点之间被正确地传递、命名、解释和消费。许多表面看似模型发挥不稳定的问题，其根本原因往往在于变量没有传对、传全，或者字段名称、类型和作用域存在不一致。因此，变量管理是确保工作流可靠性的核心环节。</a:t>
            </a:r>
            <a:endParaRPr 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15" name="矩形 14"/>
          <p:cNvSpPr/>
          <p:nvPr/>
        </p:nvSpPr>
        <p:spPr>
          <a:xfrm>
            <a:off x="429756" y="1773555"/>
            <a:ext cx="3507243" cy="469074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教材对应知识的图片</a:t>
            </a:r>
            <a:endParaRPr lang="zh-CN" altLang="en-US" dirty="0">
              <a:solidFill>
                <a:schemeClr val="tx1"/>
              </a:solidFill>
            </a:endParaRPr>
          </a:p>
        </p:txBody>
      </p:sp>
      <p:sp>
        <p:nvSpPr>
          <p:cNvPr id="4" name="文本框 3"/>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03</a:t>
            </a:r>
            <a:endParaRPr lang="en-US" sz="3200" dirty="0" smtClean="0">
              <a:solidFill>
                <a:srgbClr val="3F396C"/>
              </a:solidFill>
              <a:latin typeface="思源宋体" panose="02020700000000000000" charset="-122"/>
              <a:ea typeface="思源宋体" panose="02020700000000000000" charset="-122"/>
            </a:endParaRPr>
          </a:p>
        </p:txBody>
      </p:sp>
      <p:sp>
        <p:nvSpPr>
          <p:cNvPr id="17" name="文本框 16"/>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知识储备</a:t>
            </a:r>
            <a:endParaRPr lang="en-US" altLang="zh-CN"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1010285" y="1899920"/>
            <a:ext cx="6406515" cy="3884930"/>
          </a:xfrm>
          <a:prstGeom prst="rect">
            <a:avLst/>
          </a:prstGeom>
          <a:noFill/>
          <a:ln w="9525">
            <a:noFill/>
          </a:ln>
        </p:spPr>
        <p:txBody>
          <a:bodyPr wrap="square">
            <a:noAutofit/>
          </a:bodyPr>
          <a:lstStyle/>
          <a:p>
            <a:pPr indent="457200" fontAlgn="auto">
              <a:lnSpc>
                <a:spcPct val="150000"/>
              </a:lnSpc>
            </a:pPr>
            <a:r>
              <a:rPr lang="zh-CN" dirty="0">
                <a:latin typeface="微软雅黑" panose="020B0503020204020204" pitchFamily="34" charset="-122"/>
                <a:ea typeface="微软雅黑" panose="020B0503020204020204" pitchFamily="34" charset="-122"/>
                <a:cs typeface="微软雅黑" panose="020B0503020204020204" pitchFamily="34" charset="-122"/>
              </a:rPr>
              <a:t>上下文管理是变量管理中最容易被误解的部分。许多初学者认为，给模型提供的信息越多越好，似乎上下文越长，系统就越聪明。然而，在工程实践中，上下文的核心原则并非尽可能多，而是</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够用即可</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。如果传入的信息过少，模型会表现出失忆、误判或重复追问；如果传入的信息过多，则会增加噪声、抬高</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Token</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成本，并掩盖真正关键的变量。更专业的做法是，围绕当前节点的职责，有选择地传入必要信息。这意味着变量管理不仅仅是单纯地在流程中添加或删减变量，更是一次对上下文裁剪与信息组织能力的训练。</a:t>
            </a:r>
            <a:endParaRPr lang="zh-CN" altLang="en-US"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 name="矩形 10"/>
          <p:cNvSpPr/>
          <p:nvPr/>
        </p:nvSpPr>
        <p:spPr>
          <a:xfrm>
            <a:off x="674370" y="1619885"/>
            <a:ext cx="7019290" cy="4445635"/>
          </a:xfrm>
          <a:custGeom>
            <a:avLst/>
            <a:gdLst/>
            <a:ahLst/>
            <a:cxnLst/>
            <a:rect l="l" t="t" r="r" b="b"/>
            <a:pathLst>
              <a:path w="1759038" h="1334706">
                <a:moveTo>
                  <a:pt x="65637" y="63758"/>
                </a:moveTo>
                <a:lnTo>
                  <a:pt x="65637" y="1271391"/>
                </a:lnTo>
                <a:lnTo>
                  <a:pt x="1711798" y="1271391"/>
                </a:lnTo>
                <a:lnTo>
                  <a:pt x="1711798" y="63758"/>
                </a:lnTo>
                <a:close/>
                <a:moveTo>
                  <a:pt x="0" y="0"/>
                </a:moveTo>
                <a:lnTo>
                  <a:pt x="1759038" y="0"/>
                </a:lnTo>
                <a:lnTo>
                  <a:pt x="1759038" y="1334706"/>
                </a:lnTo>
                <a:lnTo>
                  <a:pt x="0" y="1334706"/>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120000"/>
              </a:lnSpc>
            </a:pPr>
            <a:endParaRPr lang="zh-CN" altLang="en-US">
              <a:solidFill>
                <a:srgbClr val="000000"/>
              </a:solidFill>
              <a:cs typeface="+mn-ea"/>
              <a:sym typeface="+mn-lt"/>
            </a:endParaRPr>
          </a:p>
        </p:txBody>
      </p:sp>
      <p:sp>
        <p:nvSpPr>
          <p:cNvPr id="9" name="矩形 8"/>
          <p:cNvSpPr/>
          <p:nvPr/>
        </p:nvSpPr>
        <p:spPr>
          <a:xfrm>
            <a:off x="8086725" y="2372361"/>
            <a:ext cx="3798570" cy="299148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教材对应知识的图片</a:t>
            </a:r>
            <a:endParaRPr lang="zh-CN" altLang="en-US" dirty="0">
              <a:solidFill>
                <a:schemeClr val="tx1"/>
              </a:solidFill>
            </a:endParaRPr>
          </a:p>
        </p:txBody>
      </p:sp>
      <p:sp>
        <p:nvSpPr>
          <p:cNvPr id="3" name="文本框 2"/>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03</a:t>
            </a:r>
            <a:endParaRPr lang="en-US" sz="3200" dirty="0" smtClean="0">
              <a:solidFill>
                <a:srgbClr val="3F396C"/>
              </a:solidFill>
              <a:latin typeface="思源宋体" panose="02020700000000000000" charset="-122"/>
              <a:ea typeface="思源宋体" panose="02020700000000000000" charset="-122"/>
            </a:endParaRPr>
          </a:p>
        </p:txBody>
      </p:sp>
      <p:sp>
        <p:nvSpPr>
          <p:cNvPr id="17" name="文本框 16"/>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知识储备</a:t>
            </a:r>
            <a:endParaRPr lang="en-US" altLang="zh-CN"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组合 9"/>
          <p:cNvGrpSpPr/>
          <p:nvPr/>
        </p:nvGrpSpPr>
        <p:grpSpPr>
          <a:xfrm rot="0">
            <a:off x="4170045" y="1786255"/>
            <a:ext cx="7734935" cy="4715510"/>
            <a:chOff x="5049" y="1927"/>
            <a:chExt cx="9267" cy="5731"/>
          </a:xfrm>
          <a:solidFill>
            <a:srgbClr val="1E8CE5"/>
          </a:solidFill>
        </p:grpSpPr>
        <p:sp>
          <p:nvSpPr>
            <p:cNvPr id="16" name="任意多边形 15"/>
            <p:cNvSpPr/>
            <p:nvPr>
              <p:custDataLst>
                <p:tags r:id="rId1"/>
              </p:custDataLst>
            </p:nvPr>
          </p:nvSpPr>
          <p:spPr>
            <a:xfrm rot="10800000">
              <a:off x="11403" y="7498"/>
              <a:ext cx="1928" cy="150"/>
            </a:xfrm>
            <a:custGeom>
              <a:avLst/>
              <a:gdLst>
                <a:gd name="adj" fmla="val 104500"/>
                <a:gd name="maxAdj" fmla="*/ 50000 w ss"/>
                <a:gd name="a" fmla="pin 0 adj maxAdj"/>
                <a:gd name="x1" fmla="*/ ss a 200000"/>
                <a:gd name="x2" fmla="*/ ss a 100000"/>
                <a:gd name="x3" fmla="+- r 0 x2"/>
                <a:gd name="x4" fmla="+- r 0 x1"/>
                <a:gd name="il" fmla="*/ wd3 a maxAdj"/>
                <a:gd name="it" fmla="*/ hd3 a maxAdj"/>
                <a:gd name="ir" fmla="+- r 0 il"/>
              </a:gdLst>
              <a:ahLst/>
              <a:cxnLst>
                <a:cxn ang="3">
                  <a:pos x="hc" y="t"/>
                </a:cxn>
                <a:cxn ang="cd2">
                  <a:pos x="x1" y="vc"/>
                </a:cxn>
                <a:cxn ang="cd4">
                  <a:pos x="hc" y="b"/>
                </a:cxn>
                <a:cxn ang="0">
                  <a:pos x="x4" y="vc"/>
                </a:cxn>
              </a:cxnLst>
              <a:rect l="l" t="t" r="r" b="b"/>
              <a:pathLst>
                <a:path w="1950" h="150">
                  <a:moveTo>
                    <a:pt x="157" y="0"/>
                  </a:moveTo>
                  <a:lnTo>
                    <a:pt x="1793" y="0"/>
                  </a:lnTo>
                  <a:lnTo>
                    <a:pt x="1950" y="150"/>
                  </a:lnTo>
                  <a:lnTo>
                    <a:pt x="0" y="150"/>
                  </a:lnTo>
                  <a:lnTo>
                    <a:pt x="157"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7" name="任意多边形 16"/>
            <p:cNvSpPr/>
            <p:nvPr>
              <p:custDataLst>
                <p:tags r:id="rId2"/>
              </p:custDataLst>
            </p:nvPr>
          </p:nvSpPr>
          <p:spPr>
            <a:xfrm rot="5400000">
              <a:off x="6739" y="236"/>
              <a:ext cx="5731" cy="9112"/>
            </a:xfrm>
            <a:custGeom>
              <a:avLst/>
              <a:gdLst>
                <a:gd name="adj" fmla="val 104500"/>
                <a:gd name="maxAdj" fmla="*/ 50000 w ss"/>
                <a:gd name="a" fmla="pin 0 adj maxAdj"/>
                <a:gd name="x1" fmla="*/ ss a 200000"/>
                <a:gd name="x2" fmla="*/ ss a 100000"/>
                <a:gd name="x3" fmla="+- r 0 x2"/>
                <a:gd name="x4" fmla="+- r 0 x1"/>
                <a:gd name="il" fmla="*/ wd3 a maxAdj"/>
                <a:gd name="it" fmla="*/ hd3 a maxAdj"/>
                <a:gd name="ir" fmla="+- r 0 il"/>
              </a:gdLst>
              <a:ahLst/>
              <a:cxnLst>
                <a:cxn ang="3">
                  <a:pos x="hc" y="t"/>
                </a:cxn>
                <a:cxn ang="cd2">
                  <a:pos x="x1" y="vc"/>
                </a:cxn>
                <a:cxn ang="cd4">
                  <a:pos x="hc" y="b"/>
                </a:cxn>
                <a:cxn ang="0">
                  <a:pos x="x4" y="vc"/>
                </a:cxn>
              </a:cxnLst>
              <a:rect l="l" t="t" r="r" b="b"/>
              <a:pathLst>
                <a:path w="4540" h="9270">
                  <a:moveTo>
                    <a:pt x="392" y="125"/>
                  </a:moveTo>
                  <a:lnTo>
                    <a:pt x="400" y="7061"/>
                  </a:lnTo>
                  <a:lnTo>
                    <a:pt x="152" y="7361"/>
                  </a:lnTo>
                  <a:lnTo>
                    <a:pt x="164" y="9131"/>
                  </a:lnTo>
                  <a:lnTo>
                    <a:pt x="4383" y="9145"/>
                  </a:lnTo>
                  <a:lnTo>
                    <a:pt x="4383" y="125"/>
                  </a:lnTo>
                  <a:lnTo>
                    <a:pt x="392" y="125"/>
                  </a:lnTo>
                  <a:close/>
                  <a:moveTo>
                    <a:pt x="252" y="0"/>
                  </a:moveTo>
                  <a:lnTo>
                    <a:pt x="4540" y="0"/>
                  </a:lnTo>
                  <a:lnTo>
                    <a:pt x="4540" y="830"/>
                  </a:lnTo>
                  <a:lnTo>
                    <a:pt x="4390" y="987"/>
                  </a:lnTo>
                  <a:lnTo>
                    <a:pt x="4390" y="2623"/>
                  </a:lnTo>
                  <a:lnTo>
                    <a:pt x="4540" y="2780"/>
                  </a:lnTo>
                  <a:lnTo>
                    <a:pt x="4540" y="9270"/>
                  </a:lnTo>
                  <a:lnTo>
                    <a:pt x="4342" y="9269"/>
                  </a:lnTo>
                  <a:lnTo>
                    <a:pt x="4238" y="9170"/>
                  </a:lnTo>
                  <a:lnTo>
                    <a:pt x="3418" y="9170"/>
                  </a:lnTo>
                  <a:lnTo>
                    <a:pt x="3317" y="9266"/>
                  </a:lnTo>
                  <a:lnTo>
                    <a:pt x="8" y="9256"/>
                  </a:lnTo>
                  <a:lnTo>
                    <a:pt x="0" y="7269"/>
                  </a:lnTo>
                  <a:lnTo>
                    <a:pt x="254" y="7041"/>
                  </a:lnTo>
                  <a:lnTo>
                    <a:pt x="252"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8" name="梯形 17"/>
            <p:cNvSpPr/>
            <p:nvPr>
              <p:custDataLst>
                <p:tags r:id="rId3"/>
              </p:custDataLst>
            </p:nvPr>
          </p:nvSpPr>
          <p:spPr>
            <a:xfrm rot="5400000">
              <a:off x="13749" y="4156"/>
              <a:ext cx="964" cy="170"/>
            </a:xfrm>
            <a:prstGeom prst="trapezoid">
              <a:avLst>
                <a:gd name="adj" fmla="val 1045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梯形 18"/>
            <p:cNvSpPr/>
            <p:nvPr>
              <p:custDataLst>
                <p:tags r:id="rId4"/>
              </p:custDataLst>
            </p:nvPr>
          </p:nvSpPr>
          <p:spPr>
            <a:xfrm>
              <a:off x="6194" y="7431"/>
              <a:ext cx="964" cy="170"/>
            </a:xfrm>
            <a:prstGeom prst="trapezoid">
              <a:avLst>
                <a:gd name="adj" fmla="val 1045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1" name="矩形 20"/>
          <p:cNvSpPr/>
          <p:nvPr/>
        </p:nvSpPr>
        <p:spPr>
          <a:xfrm>
            <a:off x="503121" y="1842581"/>
            <a:ext cx="3494356" cy="465899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教材对应知识的图片</a:t>
            </a:r>
            <a:endParaRPr lang="zh-CN" altLang="en-US" dirty="0">
              <a:solidFill>
                <a:schemeClr val="tx1"/>
              </a:solidFill>
            </a:endParaRPr>
          </a:p>
        </p:txBody>
      </p:sp>
      <p:sp>
        <p:nvSpPr>
          <p:cNvPr id="2" name="文本框 1"/>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03</a:t>
            </a:r>
            <a:endParaRPr lang="en-US" sz="3200" dirty="0" smtClean="0">
              <a:solidFill>
                <a:srgbClr val="3F396C"/>
              </a:solidFill>
              <a:latin typeface="思源宋体" panose="02020700000000000000" charset="-122"/>
              <a:ea typeface="思源宋体" panose="02020700000000000000" charset="-122"/>
            </a:endParaRPr>
          </a:p>
        </p:txBody>
      </p:sp>
      <p:sp>
        <p:nvSpPr>
          <p:cNvPr id="3" name="文本框 2"/>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知识</a:t>
            </a: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储备</a:t>
            </a:r>
            <a:endPar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
        <p:nvSpPr>
          <p:cNvPr id="24" name="文本框 23"/>
          <p:cNvSpPr txBox="1"/>
          <p:nvPr/>
        </p:nvSpPr>
        <p:spPr>
          <a:xfrm>
            <a:off x="4311650" y="2206625"/>
            <a:ext cx="7312025" cy="4109085"/>
          </a:xfrm>
          <a:prstGeom prst="rect">
            <a:avLst/>
          </a:prstGeom>
          <a:noFill/>
        </p:spPr>
        <p:txBody>
          <a:bodyPr wrap="square" rtlCol="0">
            <a:noAutofit/>
          </a:bodyPr>
          <a:lstStyle/>
          <a:p>
            <a:pPr indent="457200" fontAlgn="auto">
              <a:lnSpc>
                <a:spcPct val="150000"/>
              </a:lnSpc>
            </a:pPr>
            <a:r>
              <a:rPr lang="zh-CN" dirty="0">
                <a:latin typeface="微软雅黑" panose="020B0503020204020204" pitchFamily="34" charset="-122"/>
                <a:ea typeface="微软雅黑" panose="020B0503020204020204" pitchFamily="34" charset="-122"/>
                <a:cs typeface="微软雅黑" panose="020B0503020204020204" pitchFamily="34" charset="-122"/>
                <a:sym typeface="+mn-ea"/>
              </a:rPr>
              <a:t>学员需要建立</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变量契约</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的概念。所谓变量契约，是指在搭建流程之前，就明确关键变量的名称、类型、来源、含义以及是否必填。这看起来像是一种额外的文档习惯，但本质上却是工程化流程设计的基础。变量契约的核心价值在于：减少字段混乱、提高团队协作效率、降低后期维护成本，并让调试过程变成检查字段，通过比对预期值来调整工作流。</a:t>
            </a:r>
            <a:endPar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组合 10"/>
          <p:cNvGrpSpPr/>
          <p:nvPr/>
        </p:nvGrpSpPr>
        <p:grpSpPr>
          <a:xfrm rot="0">
            <a:off x="326390" y="1431290"/>
            <a:ext cx="7423785" cy="4859020"/>
            <a:chOff x="3838575" y="2105025"/>
            <a:chExt cx="4355782" cy="2518409"/>
          </a:xfrm>
        </p:grpSpPr>
        <p:sp>
          <p:nvSpPr>
            <p:cNvPr id="13" name="图形 5"/>
            <p:cNvSpPr/>
            <p:nvPr>
              <p:custDataLst>
                <p:tags r:id="rId1"/>
              </p:custDataLst>
            </p:nvPr>
          </p:nvSpPr>
          <p:spPr>
            <a:xfrm>
              <a:off x="3838575" y="2439352"/>
              <a:ext cx="4278630" cy="2184082"/>
            </a:xfrm>
            <a:custGeom>
              <a:avLst/>
              <a:gdLst>
                <a:gd name="connsiteX0" fmla="*/ 0 w 4278630"/>
                <a:gd name="connsiteY0" fmla="*/ 0 h 2184082"/>
                <a:gd name="connsiteX1" fmla="*/ 4278630 w 4278630"/>
                <a:gd name="connsiteY1" fmla="*/ 0 h 2184082"/>
                <a:gd name="connsiteX2" fmla="*/ 4278630 w 4278630"/>
                <a:gd name="connsiteY2" fmla="*/ 2184083 h 2184082"/>
                <a:gd name="connsiteX3" fmla="*/ 0 w 4278630"/>
                <a:gd name="connsiteY3" fmla="*/ 2184083 h 2184082"/>
              </a:gdLst>
              <a:ahLst/>
              <a:cxnLst>
                <a:cxn ang="0">
                  <a:pos x="connsiteX0" y="connsiteY0"/>
                </a:cxn>
                <a:cxn ang="0">
                  <a:pos x="connsiteX1" y="connsiteY1"/>
                </a:cxn>
                <a:cxn ang="0">
                  <a:pos x="connsiteX2" y="connsiteY2"/>
                </a:cxn>
                <a:cxn ang="0">
                  <a:pos x="connsiteX3" y="connsiteY3"/>
                </a:cxn>
              </a:cxnLst>
              <a:rect l="l" t="t" r="r" b="b"/>
              <a:pathLst>
                <a:path w="4278630" h="2184082">
                  <a:moveTo>
                    <a:pt x="0" y="0"/>
                  </a:moveTo>
                  <a:lnTo>
                    <a:pt x="4278630" y="0"/>
                  </a:lnTo>
                  <a:lnTo>
                    <a:pt x="4278630" y="2184083"/>
                  </a:lnTo>
                  <a:lnTo>
                    <a:pt x="0" y="2184083"/>
                  </a:lnTo>
                  <a:close/>
                </a:path>
              </a:pathLst>
            </a:custGeom>
            <a:solidFill>
              <a:srgbClr val="E8E8E8"/>
            </a:solidFill>
            <a:ln w="9525" cap="flat">
              <a:noFill/>
              <a:prstDash val="solid"/>
              <a:miter/>
            </a:ln>
          </p:spPr>
          <p:txBody>
            <a:bodyPr rtlCol="0" anchor="ctr"/>
            <a:lstStyle/>
            <a:p>
              <a:endParaRPr lang="zh-CN" altLang="en-US"/>
            </a:p>
          </p:txBody>
        </p:sp>
        <p:sp>
          <p:nvSpPr>
            <p:cNvPr id="14" name="图形 5"/>
            <p:cNvSpPr/>
            <p:nvPr>
              <p:custDataLst>
                <p:tags r:id="rId2"/>
              </p:custDataLst>
            </p:nvPr>
          </p:nvSpPr>
          <p:spPr>
            <a:xfrm>
              <a:off x="7632382" y="2110740"/>
              <a:ext cx="218122" cy="501967"/>
            </a:xfrm>
            <a:custGeom>
              <a:avLst/>
              <a:gdLst>
                <a:gd name="connsiteX0" fmla="*/ 184785 w 218122"/>
                <a:gd name="connsiteY0" fmla="*/ 501968 h 501967"/>
                <a:gd name="connsiteX1" fmla="*/ 0 w 218122"/>
                <a:gd name="connsiteY1" fmla="*/ 482918 h 501967"/>
                <a:gd name="connsiteX2" fmla="*/ 33338 w 218122"/>
                <a:gd name="connsiteY2" fmla="*/ 0 h 501967"/>
                <a:gd name="connsiteX3" fmla="*/ 218123 w 218122"/>
                <a:gd name="connsiteY3" fmla="*/ 18098 h 501967"/>
              </a:gdLst>
              <a:ahLst/>
              <a:cxnLst>
                <a:cxn ang="0">
                  <a:pos x="connsiteX0" y="connsiteY0"/>
                </a:cxn>
                <a:cxn ang="0">
                  <a:pos x="connsiteX1" y="connsiteY1"/>
                </a:cxn>
                <a:cxn ang="0">
                  <a:pos x="connsiteX2" y="connsiteY2"/>
                </a:cxn>
                <a:cxn ang="0">
                  <a:pos x="connsiteX3" y="connsiteY3"/>
                </a:cxn>
              </a:cxnLst>
              <a:rect l="l" t="t" r="r" b="b"/>
              <a:pathLst>
                <a:path w="218122" h="501967">
                  <a:moveTo>
                    <a:pt x="184785" y="501968"/>
                  </a:moveTo>
                  <a:lnTo>
                    <a:pt x="0" y="482918"/>
                  </a:lnTo>
                  <a:lnTo>
                    <a:pt x="33338" y="0"/>
                  </a:lnTo>
                  <a:lnTo>
                    <a:pt x="218123" y="18098"/>
                  </a:lnTo>
                  <a:close/>
                </a:path>
              </a:pathLst>
            </a:custGeom>
            <a:solidFill>
              <a:srgbClr val="DEBF90"/>
            </a:solidFill>
            <a:ln w="9525" cap="flat">
              <a:noFill/>
              <a:prstDash val="solid"/>
              <a:miter/>
            </a:ln>
          </p:spPr>
          <p:txBody>
            <a:bodyPr rtlCol="0" anchor="ctr"/>
            <a:lstStyle/>
            <a:p>
              <a:endParaRPr lang="zh-CN" altLang="en-US"/>
            </a:p>
          </p:txBody>
        </p:sp>
        <p:sp>
          <p:nvSpPr>
            <p:cNvPr id="15" name="图形 5"/>
            <p:cNvSpPr/>
            <p:nvPr>
              <p:custDataLst>
                <p:tags r:id="rId3"/>
              </p:custDataLst>
            </p:nvPr>
          </p:nvSpPr>
          <p:spPr>
            <a:xfrm>
              <a:off x="4259580" y="2110740"/>
              <a:ext cx="217169" cy="501967"/>
            </a:xfrm>
            <a:custGeom>
              <a:avLst/>
              <a:gdLst>
                <a:gd name="connsiteX0" fmla="*/ 32385 w 217169"/>
                <a:gd name="connsiteY0" fmla="*/ 501968 h 501967"/>
                <a:gd name="connsiteX1" fmla="*/ 217170 w 217169"/>
                <a:gd name="connsiteY1" fmla="*/ 482918 h 501967"/>
                <a:gd name="connsiteX2" fmla="*/ 183833 w 217169"/>
                <a:gd name="connsiteY2" fmla="*/ 0 h 501967"/>
                <a:gd name="connsiteX3" fmla="*/ 0 w 217169"/>
                <a:gd name="connsiteY3" fmla="*/ 18098 h 501967"/>
              </a:gdLst>
              <a:ahLst/>
              <a:cxnLst>
                <a:cxn ang="0">
                  <a:pos x="connsiteX0" y="connsiteY0"/>
                </a:cxn>
                <a:cxn ang="0">
                  <a:pos x="connsiteX1" y="connsiteY1"/>
                </a:cxn>
                <a:cxn ang="0">
                  <a:pos x="connsiteX2" y="connsiteY2"/>
                </a:cxn>
                <a:cxn ang="0">
                  <a:pos x="connsiteX3" y="connsiteY3"/>
                </a:cxn>
              </a:cxnLst>
              <a:rect l="l" t="t" r="r" b="b"/>
              <a:pathLst>
                <a:path w="217169" h="501967">
                  <a:moveTo>
                    <a:pt x="32385" y="501968"/>
                  </a:moveTo>
                  <a:lnTo>
                    <a:pt x="217170" y="482918"/>
                  </a:lnTo>
                  <a:lnTo>
                    <a:pt x="183833" y="0"/>
                  </a:lnTo>
                  <a:lnTo>
                    <a:pt x="0" y="18098"/>
                  </a:lnTo>
                  <a:close/>
                </a:path>
              </a:pathLst>
            </a:custGeom>
            <a:solidFill>
              <a:srgbClr val="DEBF90"/>
            </a:solidFill>
            <a:ln w="9525" cap="flat">
              <a:noFill/>
              <a:prstDash val="solid"/>
              <a:miter/>
            </a:ln>
          </p:spPr>
          <p:txBody>
            <a:bodyPr rtlCol="0" anchor="ctr"/>
            <a:lstStyle/>
            <a:p>
              <a:endParaRPr lang="zh-CN" altLang="en-US"/>
            </a:p>
          </p:txBody>
        </p:sp>
        <p:sp>
          <p:nvSpPr>
            <p:cNvPr id="16" name="图形 5"/>
            <p:cNvSpPr/>
            <p:nvPr>
              <p:custDataLst>
                <p:tags r:id="rId4"/>
              </p:custDataLst>
            </p:nvPr>
          </p:nvSpPr>
          <p:spPr>
            <a:xfrm>
              <a:off x="3915727" y="2349817"/>
              <a:ext cx="4278630" cy="2184082"/>
            </a:xfrm>
            <a:custGeom>
              <a:avLst/>
              <a:gdLst>
                <a:gd name="connsiteX0" fmla="*/ 0 w 4278630"/>
                <a:gd name="connsiteY0" fmla="*/ 0 h 2184082"/>
                <a:gd name="connsiteX1" fmla="*/ 4278630 w 4278630"/>
                <a:gd name="connsiteY1" fmla="*/ 0 h 2184082"/>
                <a:gd name="connsiteX2" fmla="*/ 4278630 w 4278630"/>
                <a:gd name="connsiteY2" fmla="*/ 2184083 h 2184082"/>
                <a:gd name="connsiteX3" fmla="*/ 0 w 4278630"/>
                <a:gd name="connsiteY3" fmla="*/ 2184083 h 2184082"/>
              </a:gdLst>
              <a:ahLst/>
              <a:cxnLst>
                <a:cxn ang="0">
                  <a:pos x="connsiteX0" y="connsiteY0"/>
                </a:cxn>
                <a:cxn ang="0">
                  <a:pos x="connsiteX1" y="connsiteY1"/>
                </a:cxn>
                <a:cxn ang="0">
                  <a:pos x="connsiteX2" y="connsiteY2"/>
                </a:cxn>
                <a:cxn ang="0">
                  <a:pos x="connsiteX3" y="connsiteY3"/>
                </a:cxn>
              </a:cxnLst>
              <a:rect l="l" t="t" r="r" b="b"/>
              <a:pathLst>
                <a:path w="4278630" h="2184082">
                  <a:moveTo>
                    <a:pt x="0" y="0"/>
                  </a:moveTo>
                  <a:lnTo>
                    <a:pt x="4278630" y="0"/>
                  </a:lnTo>
                  <a:lnTo>
                    <a:pt x="4278630" y="2184083"/>
                  </a:lnTo>
                  <a:lnTo>
                    <a:pt x="0" y="2184083"/>
                  </a:lnTo>
                  <a:close/>
                </a:path>
              </a:pathLst>
            </a:custGeom>
            <a:solidFill>
              <a:srgbClr val="FFFFFF"/>
            </a:solidFill>
            <a:ln w="9525" cap="flat">
              <a:solidFill>
                <a:srgbClr val="231815"/>
              </a:solidFill>
              <a:prstDash val="solid"/>
              <a:miter/>
            </a:ln>
          </p:spPr>
          <p:txBody>
            <a:bodyPr rtlCol="0" anchor="ctr"/>
            <a:lstStyle/>
            <a:p>
              <a:endParaRPr lang="zh-CN" altLang="en-US"/>
            </a:p>
          </p:txBody>
        </p:sp>
        <p:sp>
          <p:nvSpPr>
            <p:cNvPr id="17" name="图形 5"/>
            <p:cNvSpPr/>
            <p:nvPr>
              <p:custDataLst>
                <p:tags r:id="rId5"/>
              </p:custDataLst>
            </p:nvPr>
          </p:nvSpPr>
          <p:spPr>
            <a:xfrm>
              <a:off x="7632382" y="2105025"/>
              <a:ext cx="244792" cy="507682"/>
            </a:xfrm>
            <a:custGeom>
              <a:avLst/>
              <a:gdLst>
                <a:gd name="connsiteX0" fmla="*/ 184785 w 244792"/>
                <a:gd name="connsiteY0" fmla="*/ 507683 h 507682"/>
                <a:gd name="connsiteX1" fmla="*/ 0 w 244792"/>
                <a:gd name="connsiteY1" fmla="*/ 488633 h 507682"/>
                <a:gd name="connsiteX2" fmla="*/ 60960 w 244792"/>
                <a:gd name="connsiteY2" fmla="*/ 0 h 507682"/>
                <a:gd name="connsiteX3" fmla="*/ 244793 w 244792"/>
                <a:gd name="connsiteY3" fmla="*/ 19050 h 507682"/>
              </a:gdLst>
              <a:ahLst/>
              <a:cxnLst>
                <a:cxn ang="0">
                  <a:pos x="connsiteX0" y="connsiteY0"/>
                </a:cxn>
                <a:cxn ang="0">
                  <a:pos x="connsiteX1" y="connsiteY1"/>
                </a:cxn>
                <a:cxn ang="0">
                  <a:pos x="connsiteX2" y="connsiteY2"/>
                </a:cxn>
                <a:cxn ang="0">
                  <a:pos x="connsiteX3" y="connsiteY3"/>
                </a:cxn>
              </a:cxnLst>
              <a:rect l="l" t="t" r="r" b="b"/>
              <a:pathLst>
                <a:path w="244792" h="507682">
                  <a:moveTo>
                    <a:pt x="184785" y="507683"/>
                  </a:moveTo>
                  <a:lnTo>
                    <a:pt x="0" y="488633"/>
                  </a:lnTo>
                  <a:lnTo>
                    <a:pt x="60960" y="0"/>
                  </a:lnTo>
                  <a:lnTo>
                    <a:pt x="244793" y="19050"/>
                  </a:lnTo>
                  <a:close/>
                </a:path>
              </a:pathLst>
            </a:custGeom>
            <a:solidFill>
              <a:srgbClr val="FFDBA6"/>
            </a:solidFill>
            <a:ln w="9525" cap="flat">
              <a:noFill/>
              <a:prstDash val="solid"/>
              <a:miter/>
            </a:ln>
          </p:spPr>
          <p:txBody>
            <a:bodyPr rtlCol="0" anchor="ctr"/>
            <a:lstStyle/>
            <a:p>
              <a:endParaRPr lang="zh-CN" altLang="en-US"/>
            </a:p>
          </p:txBody>
        </p:sp>
        <p:sp>
          <p:nvSpPr>
            <p:cNvPr id="18" name="图形 5"/>
            <p:cNvSpPr/>
            <p:nvPr>
              <p:custDataLst>
                <p:tags r:id="rId6"/>
              </p:custDataLst>
            </p:nvPr>
          </p:nvSpPr>
          <p:spPr>
            <a:xfrm>
              <a:off x="7632382" y="2105025"/>
              <a:ext cx="65722" cy="489585"/>
            </a:xfrm>
            <a:custGeom>
              <a:avLst/>
              <a:gdLst>
                <a:gd name="connsiteX0" fmla="*/ 60960 w 65722"/>
                <a:gd name="connsiteY0" fmla="*/ 0 h 489585"/>
                <a:gd name="connsiteX1" fmla="*/ 0 w 65722"/>
                <a:gd name="connsiteY1" fmla="*/ 488633 h 489585"/>
                <a:gd name="connsiteX2" fmla="*/ 5715 w 65722"/>
                <a:gd name="connsiteY2" fmla="*/ 489585 h 489585"/>
                <a:gd name="connsiteX3" fmla="*/ 65723 w 65722"/>
                <a:gd name="connsiteY3" fmla="*/ 953 h 489585"/>
              </a:gdLst>
              <a:ahLst/>
              <a:cxnLst>
                <a:cxn ang="0">
                  <a:pos x="connsiteX0" y="connsiteY0"/>
                </a:cxn>
                <a:cxn ang="0">
                  <a:pos x="connsiteX1" y="connsiteY1"/>
                </a:cxn>
                <a:cxn ang="0">
                  <a:pos x="connsiteX2" y="connsiteY2"/>
                </a:cxn>
                <a:cxn ang="0">
                  <a:pos x="connsiteX3" y="connsiteY3"/>
                </a:cxn>
              </a:cxnLst>
              <a:rect l="l" t="t" r="r" b="b"/>
              <a:pathLst>
                <a:path w="65722" h="489585">
                  <a:moveTo>
                    <a:pt x="60960" y="0"/>
                  </a:moveTo>
                  <a:lnTo>
                    <a:pt x="0" y="488633"/>
                  </a:lnTo>
                  <a:lnTo>
                    <a:pt x="5715" y="489585"/>
                  </a:lnTo>
                  <a:lnTo>
                    <a:pt x="65723" y="953"/>
                  </a:lnTo>
                  <a:close/>
                </a:path>
              </a:pathLst>
            </a:custGeom>
            <a:solidFill>
              <a:srgbClr val="EBCA98"/>
            </a:solidFill>
            <a:ln w="9525" cap="flat">
              <a:noFill/>
              <a:prstDash val="solid"/>
              <a:miter/>
            </a:ln>
          </p:spPr>
          <p:txBody>
            <a:bodyPr rtlCol="0" anchor="ctr"/>
            <a:lstStyle/>
            <a:p>
              <a:endParaRPr lang="zh-CN" altLang="en-US"/>
            </a:p>
          </p:txBody>
        </p:sp>
        <p:sp>
          <p:nvSpPr>
            <p:cNvPr id="19" name="图形 5"/>
            <p:cNvSpPr/>
            <p:nvPr>
              <p:custDataLst>
                <p:tags r:id="rId7"/>
              </p:custDataLst>
            </p:nvPr>
          </p:nvSpPr>
          <p:spPr>
            <a:xfrm>
              <a:off x="4231957" y="2105025"/>
              <a:ext cx="244792" cy="507682"/>
            </a:xfrm>
            <a:custGeom>
              <a:avLst/>
              <a:gdLst>
                <a:gd name="connsiteX0" fmla="*/ 60007 w 244792"/>
                <a:gd name="connsiteY0" fmla="*/ 507683 h 507682"/>
                <a:gd name="connsiteX1" fmla="*/ 244793 w 244792"/>
                <a:gd name="connsiteY1" fmla="*/ 488633 h 507682"/>
                <a:gd name="connsiteX2" fmla="*/ 184785 w 244792"/>
                <a:gd name="connsiteY2" fmla="*/ 0 h 507682"/>
                <a:gd name="connsiteX3" fmla="*/ 0 w 244792"/>
                <a:gd name="connsiteY3" fmla="*/ 19050 h 507682"/>
              </a:gdLst>
              <a:ahLst/>
              <a:cxnLst>
                <a:cxn ang="0">
                  <a:pos x="connsiteX0" y="connsiteY0"/>
                </a:cxn>
                <a:cxn ang="0">
                  <a:pos x="connsiteX1" y="connsiteY1"/>
                </a:cxn>
                <a:cxn ang="0">
                  <a:pos x="connsiteX2" y="connsiteY2"/>
                </a:cxn>
                <a:cxn ang="0">
                  <a:pos x="connsiteX3" y="connsiteY3"/>
                </a:cxn>
              </a:cxnLst>
              <a:rect l="l" t="t" r="r" b="b"/>
              <a:pathLst>
                <a:path w="244792" h="507682">
                  <a:moveTo>
                    <a:pt x="60007" y="507683"/>
                  </a:moveTo>
                  <a:lnTo>
                    <a:pt x="244793" y="488633"/>
                  </a:lnTo>
                  <a:lnTo>
                    <a:pt x="184785" y="0"/>
                  </a:lnTo>
                  <a:lnTo>
                    <a:pt x="0" y="19050"/>
                  </a:lnTo>
                  <a:close/>
                </a:path>
              </a:pathLst>
            </a:custGeom>
            <a:solidFill>
              <a:srgbClr val="FFDBA6"/>
            </a:solidFill>
            <a:ln w="9525" cap="flat">
              <a:noFill/>
              <a:prstDash val="solid"/>
              <a:miter/>
            </a:ln>
          </p:spPr>
          <p:txBody>
            <a:bodyPr rtlCol="0" anchor="ctr"/>
            <a:lstStyle/>
            <a:p>
              <a:endParaRPr lang="zh-CN" altLang="en-US"/>
            </a:p>
          </p:txBody>
        </p:sp>
        <p:sp>
          <p:nvSpPr>
            <p:cNvPr id="20" name="图形 5"/>
            <p:cNvSpPr/>
            <p:nvPr>
              <p:custDataLst>
                <p:tags r:id="rId8"/>
              </p:custDataLst>
            </p:nvPr>
          </p:nvSpPr>
          <p:spPr>
            <a:xfrm>
              <a:off x="4411980" y="2105025"/>
              <a:ext cx="64769" cy="489585"/>
            </a:xfrm>
            <a:custGeom>
              <a:avLst/>
              <a:gdLst>
                <a:gd name="connsiteX0" fmla="*/ 4763 w 64769"/>
                <a:gd name="connsiteY0" fmla="*/ 0 h 489585"/>
                <a:gd name="connsiteX1" fmla="*/ 64770 w 64769"/>
                <a:gd name="connsiteY1" fmla="*/ 488633 h 489585"/>
                <a:gd name="connsiteX2" fmla="*/ 60007 w 64769"/>
                <a:gd name="connsiteY2" fmla="*/ 489585 h 489585"/>
                <a:gd name="connsiteX3" fmla="*/ 0 w 64769"/>
                <a:gd name="connsiteY3" fmla="*/ 953 h 489585"/>
              </a:gdLst>
              <a:ahLst/>
              <a:cxnLst>
                <a:cxn ang="0">
                  <a:pos x="connsiteX0" y="connsiteY0"/>
                </a:cxn>
                <a:cxn ang="0">
                  <a:pos x="connsiteX1" y="connsiteY1"/>
                </a:cxn>
                <a:cxn ang="0">
                  <a:pos x="connsiteX2" y="connsiteY2"/>
                </a:cxn>
                <a:cxn ang="0">
                  <a:pos x="connsiteX3" y="connsiteY3"/>
                </a:cxn>
              </a:cxnLst>
              <a:rect l="l" t="t" r="r" b="b"/>
              <a:pathLst>
                <a:path w="64769" h="489585">
                  <a:moveTo>
                    <a:pt x="4763" y="0"/>
                  </a:moveTo>
                  <a:lnTo>
                    <a:pt x="64770" y="488633"/>
                  </a:lnTo>
                  <a:lnTo>
                    <a:pt x="60007" y="489585"/>
                  </a:lnTo>
                  <a:lnTo>
                    <a:pt x="0" y="953"/>
                  </a:lnTo>
                  <a:close/>
                </a:path>
              </a:pathLst>
            </a:custGeom>
            <a:solidFill>
              <a:srgbClr val="EBCA98"/>
            </a:solidFill>
            <a:ln w="9525" cap="flat">
              <a:noFill/>
              <a:prstDash val="solid"/>
              <a:miter/>
            </a:ln>
          </p:spPr>
          <p:txBody>
            <a:bodyPr rtlCol="0" anchor="ctr"/>
            <a:lstStyle/>
            <a:p>
              <a:endParaRPr lang="zh-CN" altLang="en-US"/>
            </a:p>
          </p:txBody>
        </p:sp>
        <p:sp>
          <p:nvSpPr>
            <p:cNvPr id="21" name="图形 5"/>
            <p:cNvSpPr/>
            <p:nvPr>
              <p:custDataLst>
                <p:tags r:id="rId9"/>
              </p:custDataLst>
            </p:nvPr>
          </p:nvSpPr>
          <p:spPr>
            <a:xfrm>
              <a:off x="4259580" y="2331720"/>
              <a:ext cx="180022" cy="18097"/>
            </a:xfrm>
            <a:custGeom>
              <a:avLst/>
              <a:gdLst>
                <a:gd name="connsiteX0" fmla="*/ 0 w 180022"/>
                <a:gd name="connsiteY0" fmla="*/ 18098 h 18097"/>
                <a:gd name="connsiteX1" fmla="*/ 180022 w 180022"/>
                <a:gd name="connsiteY1" fmla="*/ 0 h 18097"/>
              </a:gdLst>
              <a:ahLst/>
              <a:cxnLst>
                <a:cxn ang="0">
                  <a:pos x="connsiteX0" y="connsiteY0"/>
                </a:cxn>
                <a:cxn ang="0">
                  <a:pos x="connsiteX1" y="connsiteY1"/>
                </a:cxn>
              </a:cxnLst>
              <a:rect l="l" t="t" r="r" b="b"/>
              <a:pathLst>
                <a:path w="180022" h="18097">
                  <a:moveTo>
                    <a:pt x="0" y="18098"/>
                  </a:moveTo>
                  <a:lnTo>
                    <a:pt x="180022" y="0"/>
                  </a:lnTo>
                </a:path>
              </a:pathLst>
            </a:custGeom>
            <a:ln w="9525" cap="flat">
              <a:solidFill>
                <a:srgbClr val="EBC999"/>
              </a:solidFill>
              <a:prstDash val="solid"/>
              <a:miter/>
            </a:ln>
          </p:spPr>
          <p:txBody>
            <a:bodyPr rtlCol="0" anchor="ctr"/>
            <a:lstStyle/>
            <a:p>
              <a:endParaRPr lang="zh-CN" altLang="en-US"/>
            </a:p>
          </p:txBody>
        </p:sp>
        <p:sp>
          <p:nvSpPr>
            <p:cNvPr id="22" name="图形 5"/>
            <p:cNvSpPr/>
            <p:nvPr>
              <p:custDataLst>
                <p:tags r:id="rId10"/>
              </p:custDataLst>
            </p:nvPr>
          </p:nvSpPr>
          <p:spPr>
            <a:xfrm>
              <a:off x="7669530" y="2331720"/>
              <a:ext cx="180022" cy="18097"/>
            </a:xfrm>
            <a:custGeom>
              <a:avLst/>
              <a:gdLst>
                <a:gd name="connsiteX0" fmla="*/ 180023 w 180022"/>
                <a:gd name="connsiteY0" fmla="*/ 18098 h 18097"/>
                <a:gd name="connsiteX1" fmla="*/ 0 w 180022"/>
                <a:gd name="connsiteY1" fmla="*/ 0 h 18097"/>
              </a:gdLst>
              <a:ahLst/>
              <a:cxnLst>
                <a:cxn ang="0">
                  <a:pos x="connsiteX0" y="connsiteY0"/>
                </a:cxn>
                <a:cxn ang="0">
                  <a:pos x="connsiteX1" y="connsiteY1"/>
                </a:cxn>
              </a:cxnLst>
              <a:rect l="l" t="t" r="r" b="b"/>
              <a:pathLst>
                <a:path w="180022" h="18097">
                  <a:moveTo>
                    <a:pt x="180023" y="18098"/>
                  </a:moveTo>
                  <a:lnTo>
                    <a:pt x="0" y="0"/>
                  </a:lnTo>
                </a:path>
              </a:pathLst>
            </a:custGeom>
            <a:ln w="9525" cap="flat">
              <a:solidFill>
                <a:srgbClr val="EBC999"/>
              </a:solidFill>
              <a:prstDash val="solid"/>
              <a:miter/>
            </a:ln>
          </p:spPr>
          <p:txBody>
            <a:bodyPr rtlCol="0" anchor="ctr"/>
            <a:lstStyle/>
            <a:p>
              <a:endParaRPr lang="zh-CN" altLang="en-US"/>
            </a:p>
          </p:txBody>
        </p:sp>
      </p:grpSp>
      <p:sp>
        <p:nvSpPr>
          <p:cNvPr id="9" name="矩形 8"/>
          <p:cNvSpPr/>
          <p:nvPr/>
        </p:nvSpPr>
        <p:spPr>
          <a:xfrm>
            <a:off x="8336934" y="2368911"/>
            <a:ext cx="3494356" cy="299148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教材对应知识的图片</a:t>
            </a:r>
            <a:endParaRPr lang="zh-CN" altLang="en-US" dirty="0">
              <a:solidFill>
                <a:schemeClr val="tx1"/>
              </a:solidFill>
            </a:endParaRPr>
          </a:p>
        </p:txBody>
      </p:sp>
      <p:sp>
        <p:nvSpPr>
          <p:cNvPr id="3" name="文本框 2"/>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03</a:t>
            </a:r>
            <a:endParaRPr lang="en-US" sz="3200" dirty="0" smtClean="0">
              <a:solidFill>
                <a:srgbClr val="3F396C"/>
              </a:solidFill>
              <a:latin typeface="思源宋体" panose="02020700000000000000" charset="-122"/>
              <a:ea typeface="思源宋体" panose="02020700000000000000" charset="-122"/>
            </a:endParaRPr>
          </a:p>
        </p:txBody>
      </p:sp>
      <p:sp>
        <p:nvSpPr>
          <p:cNvPr id="4" name="文本框 3"/>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知识储备</a:t>
            </a:r>
            <a:endParaRPr lang="en-US" altLang="zh-CN"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
        <p:nvSpPr>
          <p:cNvPr id="24" name="文本框 23"/>
          <p:cNvSpPr txBox="1"/>
          <p:nvPr/>
        </p:nvSpPr>
        <p:spPr>
          <a:xfrm>
            <a:off x="458470" y="2379980"/>
            <a:ext cx="7291705" cy="3641090"/>
          </a:xfrm>
          <a:prstGeom prst="rect">
            <a:avLst/>
          </a:prstGeom>
          <a:noFill/>
        </p:spPr>
        <p:txBody>
          <a:bodyPr wrap="square" rtlCol="0">
            <a:noAutofit/>
          </a:bodyPr>
          <a:lstStyle/>
          <a:p>
            <a:pPr indent="457200" fontAlgn="auto">
              <a:lnSpc>
                <a:spcPct val="150000"/>
              </a:lnSpc>
            </a:pPr>
            <a:r>
              <a:rPr lang="zh-CN" dirty="0">
                <a:latin typeface="微软雅黑" panose="020B0503020204020204" pitchFamily="34" charset="-122"/>
                <a:ea typeface="微软雅黑" panose="020B0503020204020204" pitchFamily="34" charset="-122"/>
                <a:cs typeface="微软雅黑" panose="020B0503020204020204" pitchFamily="34" charset="-122"/>
                <a:sym typeface="+mn-ea"/>
              </a:rPr>
              <a:t>以变量契约表为例，它清晰地定义了每个变量的属性。例如，</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“user_query”</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是字符串类型，来源于</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Start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节点，表示用户当前输入，且为必填项；</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“intent”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同样是字符串类型，来源于</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LLM-</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意图识别节点，表示用户意图类别，也为必填项；</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“missing_slots”</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是数组类型，来源于</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LLM-</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槽位判断节点，表示缺失参数列表，非必填；</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“rag_context”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是字符串类型，来源于</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RAG</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节点，表示检索到的知识片段，非必填；而</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“final_answer”</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是字符串类型，来源于</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LLM-</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回答生成节点，表示最终回复内容，为必填项。通过这样的契约，团队成员可以快速理解每个变量的用途和约束，从而避免因变量定义不清导致的协作问题。</a:t>
            </a:r>
            <a:endPar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圆角矩形 34"/>
          <p:cNvSpPr/>
          <p:nvPr>
            <p:custDataLst>
              <p:tags r:id="rId1"/>
            </p:custDataLst>
          </p:nvPr>
        </p:nvSpPr>
        <p:spPr>
          <a:xfrm rot="2700000">
            <a:off x="4053840" y="2520315"/>
            <a:ext cx="1509395" cy="1517015"/>
          </a:xfrm>
          <a:prstGeom prst="roundRect">
            <a:avLst>
              <a:gd name="adj" fmla="val 6319"/>
            </a:avLst>
          </a:prstGeom>
          <a:solidFill>
            <a:schemeClr val="bg1">
              <a:lumMod val="95000"/>
            </a:schemeClr>
          </a:solidFill>
          <a:ln>
            <a:noFill/>
          </a:ln>
          <a:effectLst>
            <a:outerShdw blurRad="152400" dist="63500" dir="8100000" algn="tl" rotWithShape="0">
              <a:prstClr val="black">
                <a:alpha val="30000"/>
              </a:prstClr>
            </a:outerShdw>
          </a:effectLst>
          <a:scene3d>
            <a:camera prst="orthographicFront"/>
            <a:lightRig rig="threePt" dir="t"/>
          </a:scene3d>
          <a:sp3d prstMaterial="softEdge">
            <a:bevelT w="3810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0" i="0" u="none" strike="noStrike" kern="1200" cap="none" spc="0" normalizeH="0" baseline="0" noProof="0" dirty="0">
              <a:ln>
                <a:noFill/>
              </a:ln>
              <a:solidFill>
                <a:prstClr val="white"/>
              </a:solidFill>
              <a:effectLst/>
              <a:uLnTx/>
              <a:uFillTx/>
              <a:latin typeface="DIN-BoldItalic" pitchFamily="50" charset="0"/>
              <a:ea typeface="微软雅黑" panose="020B0503020204020204" pitchFamily="34" charset="-122"/>
              <a:cs typeface="+mn-cs"/>
            </a:endParaRPr>
          </a:p>
        </p:txBody>
      </p:sp>
      <p:sp>
        <p:nvSpPr>
          <p:cNvPr id="2" name="圆角矩形 38"/>
          <p:cNvSpPr/>
          <p:nvPr>
            <p:custDataLst>
              <p:tags r:id="rId2"/>
            </p:custDataLst>
          </p:nvPr>
        </p:nvSpPr>
        <p:spPr>
          <a:xfrm rot="2700000">
            <a:off x="4272915" y="2696845"/>
            <a:ext cx="1068070" cy="1068070"/>
          </a:xfrm>
          <a:prstGeom prst="roundRect">
            <a:avLst>
              <a:gd name="adj" fmla="val 6319"/>
            </a:avLst>
          </a:prstGeom>
          <a:solidFill>
            <a:schemeClr val="tx1">
              <a:lumMod val="65000"/>
              <a:lumOff val="35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sp>
        <p:nvSpPr>
          <p:cNvPr id="21" name="任意多边形 44"/>
          <p:cNvSpPr/>
          <p:nvPr>
            <p:custDataLst>
              <p:tags r:id="rId3"/>
            </p:custDataLst>
          </p:nvPr>
        </p:nvSpPr>
        <p:spPr>
          <a:xfrm flipV="1">
            <a:off x="4055110" y="3601085"/>
            <a:ext cx="1842770" cy="1015365"/>
          </a:xfrm>
          <a:custGeom>
            <a:avLst/>
            <a:gdLst>
              <a:gd name="connsiteX0" fmla="*/ 0 w 1940313"/>
              <a:gd name="connsiteY0" fmla="*/ 791737 h 1148576"/>
              <a:gd name="connsiteX1" fmla="*/ 791737 w 1940313"/>
              <a:gd name="connsiteY1" fmla="*/ 0 h 1148576"/>
              <a:gd name="connsiteX2" fmla="*/ 1940313 w 1940313"/>
              <a:gd name="connsiteY2" fmla="*/ 1148576 h 1148576"/>
            </a:gdLst>
            <a:ahLst/>
            <a:cxnLst>
              <a:cxn ang="0">
                <a:pos x="connsiteX0" y="connsiteY0"/>
              </a:cxn>
              <a:cxn ang="0">
                <a:pos x="connsiteX1" y="connsiteY1"/>
              </a:cxn>
              <a:cxn ang="0">
                <a:pos x="connsiteX2" y="connsiteY2"/>
              </a:cxn>
            </a:cxnLst>
            <a:rect l="l" t="t" r="r" b="b"/>
            <a:pathLst>
              <a:path w="1940313" h="1148576">
                <a:moveTo>
                  <a:pt x="0" y="791737"/>
                </a:moveTo>
                <a:lnTo>
                  <a:pt x="791737" y="0"/>
                </a:lnTo>
                <a:lnTo>
                  <a:pt x="1940313" y="1148576"/>
                </a:lnTo>
              </a:path>
            </a:pathLst>
          </a:custGeom>
          <a:noFill/>
          <a:ln w="12700">
            <a:solidFill>
              <a:srgbClr val="8A8B8F"/>
            </a:solidFill>
            <a:prstDash val="dash"/>
            <a:headEnd type="oval"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sp>
        <p:nvSpPr>
          <p:cNvPr id="10" name="文本框 9"/>
          <p:cNvSpPr txBox="1"/>
          <p:nvPr>
            <p:custDataLst>
              <p:tags r:id="rId4"/>
            </p:custDataLst>
          </p:nvPr>
        </p:nvSpPr>
        <p:spPr>
          <a:xfrm>
            <a:off x="4513479" y="2762250"/>
            <a:ext cx="682625" cy="1014730"/>
          </a:xfrm>
          <a:prstGeom prst="rect">
            <a:avLst/>
          </a:prstGeom>
          <a:noFill/>
        </p:spPr>
        <p:txBody>
          <a:bodyPr wrap="square" rtlCol="0">
            <a:spAutoFit/>
          </a:bodyPr>
          <a:lstStyle/>
          <a:p>
            <a:r>
              <a:rPr lang="en-US" altLang="zh-CN" sz="6000" b="1">
                <a:solidFill>
                  <a:schemeClr val="bg1"/>
                </a:solidFill>
                <a:latin typeface="+mj-ea"/>
                <a:ea typeface="+mj-ea"/>
              </a:rPr>
              <a:t>2</a:t>
            </a:r>
            <a:endParaRPr lang="en-US" altLang="zh-CN" sz="6000" b="1">
              <a:solidFill>
                <a:schemeClr val="bg1"/>
              </a:solidFill>
              <a:latin typeface="+mj-ea"/>
              <a:ea typeface="+mj-ea"/>
            </a:endParaRPr>
          </a:p>
        </p:txBody>
      </p:sp>
      <p:grpSp>
        <p:nvGrpSpPr>
          <p:cNvPr id="11" name="组合 10"/>
          <p:cNvGrpSpPr/>
          <p:nvPr>
            <p:custDataLst>
              <p:tags r:id="rId5"/>
            </p:custDataLst>
          </p:nvPr>
        </p:nvGrpSpPr>
        <p:grpSpPr>
          <a:xfrm>
            <a:off x="1248410" y="2000885"/>
            <a:ext cx="1597025" cy="1935480"/>
            <a:chOff x="4536" y="3212"/>
            <a:chExt cx="3287" cy="4048"/>
          </a:xfrm>
        </p:grpSpPr>
        <p:sp>
          <p:nvSpPr>
            <p:cNvPr id="13" name="圆角矩形 34"/>
            <p:cNvSpPr/>
            <p:nvPr>
              <p:custDataLst>
                <p:tags r:id="rId6"/>
              </p:custDataLst>
            </p:nvPr>
          </p:nvSpPr>
          <p:spPr>
            <a:xfrm rot="2700000">
              <a:off x="4536" y="4280"/>
              <a:ext cx="2980" cy="2980"/>
            </a:xfrm>
            <a:prstGeom prst="roundRect">
              <a:avLst>
                <a:gd name="adj" fmla="val 6319"/>
              </a:avLst>
            </a:prstGeom>
            <a:solidFill>
              <a:schemeClr val="bg1">
                <a:lumMod val="95000"/>
              </a:schemeClr>
            </a:solidFill>
            <a:ln>
              <a:noFill/>
            </a:ln>
            <a:effectLst>
              <a:outerShdw blurRad="152400" dist="63500" dir="8100000" algn="tl" rotWithShape="0">
                <a:prstClr val="black">
                  <a:alpha val="30000"/>
                </a:prstClr>
              </a:outerShdw>
            </a:effectLst>
            <a:scene3d>
              <a:camera prst="orthographicFront"/>
              <a:lightRig rig="threePt" dir="t"/>
            </a:scene3d>
            <a:sp3d prstMaterial="softEdge">
              <a:bevelT w="3810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0" i="0" u="none" strike="noStrike" kern="1200" cap="none" spc="0" normalizeH="0" baseline="0" noProof="0" dirty="0">
                <a:ln>
                  <a:noFill/>
                </a:ln>
                <a:solidFill>
                  <a:prstClr val="white"/>
                </a:solidFill>
                <a:effectLst/>
                <a:uLnTx/>
                <a:uFillTx/>
                <a:latin typeface="DIN-BoldItalic" pitchFamily="50" charset="0"/>
                <a:ea typeface="微软雅黑" panose="020B0503020204020204" pitchFamily="34" charset="-122"/>
                <a:cs typeface="+mn-cs"/>
              </a:endParaRPr>
            </a:p>
          </p:txBody>
        </p:sp>
        <p:sp>
          <p:nvSpPr>
            <p:cNvPr id="14" name="圆角矩形 38"/>
            <p:cNvSpPr/>
            <p:nvPr>
              <p:custDataLst>
                <p:tags r:id="rId7"/>
              </p:custDataLst>
            </p:nvPr>
          </p:nvSpPr>
          <p:spPr>
            <a:xfrm rot="2700000">
              <a:off x="4943" y="4671"/>
              <a:ext cx="2185" cy="2185"/>
            </a:xfrm>
            <a:prstGeom prst="roundRect">
              <a:avLst>
                <a:gd name="adj" fmla="val 6319"/>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sp>
          <p:nvSpPr>
            <p:cNvPr id="15" name="任意多边形 42"/>
            <p:cNvSpPr/>
            <p:nvPr/>
          </p:nvSpPr>
          <p:spPr>
            <a:xfrm>
              <a:off x="4767" y="3212"/>
              <a:ext cx="3056" cy="1809"/>
            </a:xfrm>
            <a:custGeom>
              <a:avLst/>
              <a:gdLst>
                <a:gd name="connsiteX0" fmla="*/ 0 w 1940313"/>
                <a:gd name="connsiteY0" fmla="*/ 791737 h 1148576"/>
                <a:gd name="connsiteX1" fmla="*/ 791737 w 1940313"/>
                <a:gd name="connsiteY1" fmla="*/ 0 h 1148576"/>
                <a:gd name="connsiteX2" fmla="*/ 1940313 w 1940313"/>
                <a:gd name="connsiteY2" fmla="*/ 1148576 h 1148576"/>
              </a:gdLst>
              <a:ahLst/>
              <a:cxnLst>
                <a:cxn ang="0">
                  <a:pos x="connsiteX0" y="connsiteY0"/>
                </a:cxn>
                <a:cxn ang="0">
                  <a:pos x="connsiteX1" y="connsiteY1"/>
                </a:cxn>
                <a:cxn ang="0">
                  <a:pos x="connsiteX2" y="connsiteY2"/>
                </a:cxn>
              </a:cxnLst>
              <a:rect l="l" t="t" r="r" b="b"/>
              <a:pathLst>
                <a:path w="1940313" h="1148576">
                  <a:moveTo>
                    <a:pt x="0" y="791737"/>
                  </a:moveTo>
                  <a:lnTo>
                    <a:pt x="791737" y="0"/>
                  </a:lnTo>
                  <a:lnTo>
                    <a:pt x="1940313" y="1148576"/>
                  </a:lnTo>
                </a:path>
              </a:pathLst>
            </a:custGeom>
            <a:noFill/>
            <a:ln w="12700">
              <a:solidFill>
                <a:srgbClr val="8A8B8F"/>
              </a:solidFill>
              <a:prstDash val="dash"/>
              <a:headEnd type="oval"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grpSp>
      <p:sp>
        <p:nvSpPr>
          <p:cNvPr id="17" name="文本框 16"/>
          <p:cNvSpPr txBox="1"/>
          <p:nvPr>
            <p:custDataLst>
              <p:tags r:id="rId8"/>
            </p:custDataLst>
          </p:nvPr>
        </p:nvSpPr>
        <p:spPr>
          <a:xfrm>
            <a:off x="1662430" y="2762250"/>
            <a:ext cx="541020" cy="949325"/>
          </a:xfrm>
          <a:prstGeom prst="rect">
            <a:avLst/>
          </a:prstGeom>
          <a:noFill/>
        </p:spPr>
        <p:txBody>
          <a:bodyPr wrap="square" rtlCol="0">
            <a:noAutofit/>
          </a:bodyPr>
          <a:lstStyle/>
          <a:p>
            <a:r>
              <a:rPr lang="en-US" altLang="zh-CN" sz="6000" b="1">
                <a:solidFill>
                  <a:schemeClr val="bg1"/>
                </a:solidFill>
                <a:latin typeface="+mj-ea"/>
                <a:ea typeface="+mj-ea"/>
              </a:rPr>
              <a:t>1</a:t>
            </a:r>
            <a:endParaRPr lang="en-US" altLang="zh-CN" sz="6000" b="1">
              <a:solidFill>
                <a:schemeClr val="bg1"/>
              </a:solidFill>
              <a:latin typeface="+mj-ea"/>
              <a:ea typeface="+mj-ea"/>
            </a:endParaRPr>
          </a:p>
        </p:txBody>
      </p:sp>
      <p:sp>
        <p:nvSpPr>
          <p:cNvPr id="3" name="文本框1"/>
          <p:cNvSpPr txBox="1"/>
          <p:nvPr>
            <p:custDataLst>
              <p:tags r:id="rId9"/>
            </p:custDataLst>
          </p:nvPr>
        </p:nvSpPr>
        <p:spPr>
          <a:xfrm>
            <a:off x="3457869" y="4770120"/>
            <a:ext cx="2700000" cy="4603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zh-CN" sz="2400" dirty="0" smtClean="0">
                <a:solidFill>
                  <a:schemeClr val="tx1"/>
                </a:solidFill>
                <a:latin typeface="微软雅黑" panose="020B0503020204020204" pitchFamily="34" charset="-122"/>
                <a:ea typeface="微软雅黑" panose="020B0503020204020204" pitchFamily="34" charset="-122"/>
                <a:sym typeface="+mn-ea"/>
              </a:rPr>
              <a:t>构建工作流的</a:t>
            </a:r>
            <a:r>
              <a:rPr lang="en-US" altLang="zh-CN" sz="2400" dirty="0" smtClean="0">
                <a:solidFill>
                  <a:schemeClr val="tx1"/>
                </a:solidFill>
                <a:latin typeface="微软雅黑" panose="020B0503020204020204" pitchFamily="34" charset="-122"/>
                <a:ea typeface="微软雅黑" panose="020B0503020204020204" pitchFamily="34" charset="-122"/>
                <a:sym typeface="+mn-ea"/>
              </a:rPr>
              <a:t>“</a:t>
            </a:r>
            <a:r>
              <a:rPr lang="zh-CN" altLang="en-US" sz="2400" dirty="0" smtClean="0">
                <a:solidFill>
                  <a:schemeClr val="tx1"/>
                </a:solidFill>
                <a:latin typeface="微软雅黑" panose="020B0503020204020204" pitchFamily="34" charset="-122"/>
                <a:ea typeface="微软雅黑" panose="020B0503020204020204" pitchFamily="34" charset="-122"/>
                <a:sym typeface="+mn-ea"/>
              </a:rPr>
              <a:t>积木</a:t>
            </a:r>
            <a:r>
              <a:rPr lang="en-US" altLang="zh-CN" sz="2400" dirty="0" smtClean="0">
                <a:solidFill>
                  <a:schemeClr val="tx1"/>
                </a:solidFill>
                <a:latin typeface="微软雅黑" panose="020B0503020204020204" pitchFamily="34" charset="-122"/>
                <a:ea typeface="微软雅黑" panose="020B0503020204020204" pitchFamily="34" charset="-122"/>
                <a:sym typeface="+mn-ea"/>
              </a:rPr>
              <a:t>”</a:t>
            </a:r>
            <a:r>
              <a:rPr lang="zh-CN" altLang="en-US" sz="2400" dirty="0" smtClean="0">
                <a:solidFill>
                  <a:schemeClr val="tx1"/>
                </a:solidFill>
                <a:latin typeface="微软雅黑" panose="020B0503020204020204" pitchFamily="34" charset="-122"/>
                <a:ea typeface="微软雅黑" panose="020B0503020204020204" pitchFamily="34" charset="-122"/>
                <a:sym typeface="+mn-ea"/>
              </a:rPr>
              <a:t>：组件功能和选择</a:t>
            </a:r>
            <a:endParaRPr lang="zh-CN" altLang="en-US" sz="2400" dirty="0" smtClean="0">
              <a:solidFill>
                <a:schemeClr val="tx1"/>
              </a:solidFill>
              <a:latin typeface="微软雅黑" panose="020B0503020204020204" pitchFamily="34" charset="-122"/>
              <a:ea typeface="微软雅黑" panose="020B0503020204020204" pitchFamily="34" charset="-122"/>
              <a:sym typeface="+mn-ea"/>
            </a:endParaRPr>
          </a:p>
        </p:txBody>
      </p:sp>
      <p:sp>
        <p:nvSpPr>
          <p:cNvPr id="4" name="文本框1"/>
          <p:cNvSpPr txBox="1"/>
          <p:nvPr>
            <p:custDataLst>
              <p:tags r:id="rId10"/>
            </p:custDataLst>
          </p:nvPr>
        </p:nvSpPr>
        <p:spPr>
          <a:xfrm>
            <a:off x="622292" y="4770120"/>
            <a:ext cx="2700000" cy="460800"/>
          </a:xfrm>
          <a:prstGeom prst="rect">
            <a:avLst/>
          </a:prstGeom>
          <a:noFill/>
        </p:spPr>
        <p:txBody>
          <a:bodyPr wrap="square" rtlCol="0">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zh-CN" sz="2400" dirty="0" smtClean="0">
                <a:solidFill>
                  <a:schemeClr val="tx1"/>
                </a:solidFill>
                <a:latin typeface="微软雅黑" panose="020B0503020204020204" pitchFamily="34" charset="-122"/>
                <a:ea typeface="微软雅黑" panose="020B0503020204020204" pitchFamily="34" charset="-122"/>
                <a:sym typeface="+mn-ea"/>
              </a:rPr>
              <a:t>一、从提示词到工作流</a:t>
            </a:r>
            <a:endParaRPr lang="zh-CN" altLang="zh-CN" sz="2400" dirty="0" smtClean="0">
              <a:solidFill>
                <a:schemeClr val="tx1"/>
              </a:solidFill>
              <a:latin typeface="微软雅黑" panose="020B0503020204020204" pitchFamily="34" charset="-122"/>
              <a:ea typeface="微软雅黑" panose="020B0503020204020204" pitchFamily="34" charset="-122"/>
              <a:sym typeface="+mn-ea"/>
            </a:endParaRPr>
          </a:p>
        </p:txBody>
      </p:sp>
      <p:sp>
        <p:nvSpPr>
          <p:cNvPr id="5" name="圆角矩形 34"/>
          <p:cNvSpPr/>
          <p:nvPr>
            <p:custDataLst>
              <p:tags r:id="rId11"/>
            </p:custDataLst>
          </p:nvPr>
        </p:nvSpPr>
        <p:spPr>
          <a:xfrm rot="2700000">
            <a:off x="6995795" y="2531745"/>
            <a:ext cx="1492885" cy="1393825"/>
          </a:xfrm>
          <a:prstGeom prst="roundRect">
            <a:avLst>
              <a:gd name="adj" fmla="val 6319"/>
            </a:avLst>
          </a:prstGeom>
          <a:solidFill>
            <a:schemeClr val="bg1">
              <a:lumMod val="95000"/>
            </a:schemeClr>
          </a:solidFill>
          <a:ln>
            <a:noFill/>
          </a:ln>
          <a:effectLst>
            <a:outerShdw blurRad="152400" dist="63500" dir="8100000" algn="tl" rotWithShape="0">
              <a:prstClr val="black">
                <a:alpha val="30000"/>
              </a:prstClr>
            </a:outerShdw>
          </a:effectLst>
          <a:scene3d>
            <a:camera prst="orthographicFront"/>
            <a:lightRig rig="threePt" dir="t"/>
          </a:scene3d>
          <a:sp3d prstMaterial="softEdge">
            <a:bevelT w="3810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0" i="0" u="none" strike="noStrike" kern="1200" cap="none" spc="0" normalizeH="0" baseline="0" noProof="0" dirty="0">
              <a:ln>
                <a:noFill/>
              </a:ln>
              <a:solidFill>
                <a:prstClr val="white"/>
              </a:solidFill>
              <a:effectLst/>
              <a:uLnTx/>
              <a:uFillTx/>
              <a:latin typeface="DIN-BoldItalic" pitchFamily="50" charset="0"/>
              <a:ea typeface="微软雅黑" panose="020B0503020204020204" pitchFamily="34" charset="-122"/>
              <a:cs typeface="+mn-cs"/>
            </a:endParaRPr>
          </a:p>
        </p:txBody>
      </p:sp>
      <p:sp>
        <p:nvSpPr>
          <p:cNvPr id="6" name="圆角矩形 38"/>
          <p:cNvSpPr/>
          <p:nvPr>
            <p:custDataLst>
              <p:tags r:id="rId12"/>
            </p:custDataLst>
          </p:nvPr>
        </p:nvSpPr>
        <p:spPr>
          <a:xfrm rot="2700000">
            <a:off x="7209155" y="2696845"/>
            <a:ext cx="1068070" cy="1068070"/>
          </a:xfrm>
          <a:prstGeom prst="roundRect">
            <a:avLst>
              <a:gd name="adj" fmla="val 6319"/>
            </a:avLst>
          </a:prstGeom>
          <a:solidFill>
            <a:schemeClr val="tx1">
              <a:lumMod val="65000"/>
              <a:lumOff val="35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sp>
        <p:nvSpPr>
          <p:cNvPr id="8" name="圆角矩形 34"/>
          <p:cNvSpPr/>
          <p:nvPr>
            <p:custDataLst>
              <p:tags r:id="rId13"/>
            </p:custDataLst>
          </p:nvPr>
        </p:nvSpPr>
        <p:spPr>
          <a:xfrm rot="2700000">
            <a:off x="9720580" y="2510790"/>
            <a:ext cx="1454785" cy="1449070"/>
          </a:xfrm>
          <a:prstGeom prst="roundRect">
            <a:avLst>
              <a:gd name="adj" fmla="val 6319"/>
            </a:avLst>
          </a:prstGeom>
          <a:solidFill>
            <a:schemeClr val="bg1">
              <a:lumMod val="95000"/>
            </a:schemeClr>
          </a:solidFill>
          <a:ln>
            <a:noFill/>
          </a:ln>
          <a:effectLst>
            <a:outerShdw blurRad="152400" dist="63500" dir="8100000" algn="tl" rotWithShape="0">
              <a:prstClr val="black">
                <a:alpha val="30000"/>
              </a:prstClr>
            </a:outerShdw>
          </a:effectLst>
          <a:scene3d>
            <a:camera prst="orthographicFront"/>
            <a:lightRig rig="threePt" dir="t"/>
          </a:scene3d>
          <a:sp3d prstMaterial="softEdge">
            <a:bevelT w="3810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0" i="0" u="none" strike="noStrike" kern="1200" cap="none" spc="0" normalizeH="0" baseline="0" noProof="0" dirty="0">
              <a:ln>
                <a:noFill/>
              </a:ln>
              <a:solidFill>
                <a:prstClr val="white"/>
              </a:solidFill>
              <a:effectLst/>
              <a:uLnTx/>
              <a:uFillTx/>
              <a:latin typeface="DIN-BoldItalic" pitchFamily="50" charset="0"/>
              <a:ea typeface="微软雅黑" panose="020B0503020204020204" pitchFamily="34" charset="-122"/>
              <a:cs typeface="+mn-cs"/>
            </a:endParaRPr>
          </a:p>
        </p:txBody>
      </p:sp>
      <p:sp>
        <p:nvSpPr>
          <p:cNvPr id="7" name="圆角矩形 38"/>
          <p:cNvSpPr/>
          <p:nvPr>
            <p:custDataLst>
              <p:tags r:id="rId14"/>
            </p:custDataLst>
          </p:nvPr>
        </p:nvSpPr>
        <p:spPr>
          <a:xfrm rot="2700000">
            <a:off x="9920605" y="2696210"/>
            <a:ext cx="1068070" cy="1068070"/>
          </a:xfrm>
          <a:prstGeom prst="roundRect">
            <a:avLst>
              <a:gd name="adj" fmla="val 6319"/>
            </a:avLst>
          </a:prstGeom>
          <a:solidFill>
            <a:srgbClr val="0064D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sp>
        <p:nvSpPr>
          <p:cNvPr id="9" name="文本框 8"/>
          <p:cNvSpPr txBox="1"/>
          <p:nvPr>
            <p:custDataLst>
              <p:tags r:id="rId15"/>
            </p:custDataLst>
          </p:nvPr>
        </p:nvSpPr>
        <p:spPr>
          <a:xfrm>
            <a:off x="7457339" y="2762250"/>
            <a:ext cx="682625" cy="1014730"/>
          </a:xfrm>
          <a:prstGeom prst="rect">
            <a:avLst/>
          </a:prstGeom>
          <a:noFill/>
        </p:spPr>
        <p:txBody>
          <a:bodyPr wrap="square" rtlCol="0">
            <a:spAutoFit/>
          </a:bodyPr>
          <a:lstStyle/>
          <a:p>
            <a:r>
              <a:rPr lang="en-US" altLang="zh-CN" sz="6000" b="1" dirty="0">
                <a:solidFill>
                  <a:schemeClr val="bg1"/>
                </a:solidFill>
                <a:latin typeface="+mj-ea"/>
                <a:ea typeface="+mj-ea"/>
              </a:rPr>
              <a:t>3</a:t>
            </a:r>
            <a:endParaRPr lang="en-US" altLang="zh-CN" sz="6000" b="1" dirty="0">
              <a:solidFill>
                <a:schemeClr val="bg1"/>
              </a:solidFill>
              <a:latin typeface="+mj-ea"/>
              <a:ea typeface="+mj-ea"/>
            </a:endParaRPr>
          </a:p>
        </p:txBody>
      </p:sp>
      <p:sp>
        <p:nvSpPr>
          <p:cNvPr id="16" name="文本框 15"/>
          <p:cNvSpPr txBox="1"/>
          <p:nvPr>
            <p:custDataLst>
              <p:tags r:id="rId16"/>
            </p:custDataLst>
          </p:nvPr>
        </p:nvSpPr>
        <p:spPr>
          <a:xfrm>
            <a:off x="10102114" y="2696845"/>
            <a:ext cx="682625" cy="1014730"/>
          </a:xfrm>
          <a:prstGeom prst="rect">
            <a:avLst/>
          </a:prstGeom>
          <a:noFill/>
        </p:spPr>
        <p:txBody>
          <a:bodyPr wrap="square" rtlCol="0">
            <a:spAutoFit/>
          </a:bodyPr>
          <a:lstStyle/>
          <a:p>
            <a:r>
              <a:rPr lang="en-US" altLang="zh-CN" sz="6000" b="1">
                <a:solidFill>
                  <a:schemeClr val="bg1"/>
                </a:solidFill>
                <a:latin typeface="+mj-ea"/>
                <a:ea typeface="+mj-ea"/>
              </a:rPr>
              <a:t>4</a:t>
            </a:r>
            <a:endParaRPr lang="en-US" altLang="zh-CN" sz="6000" b="1">
              <a:solidFill>
                <a:schemeClr val="bg1"/>
              </a:solidFill>
              <a:latin typeface="+mj-ea"/>
              <a:ea typeface="+mj-ea"/>
            </a:endParaRPr>
          </a:p>
        </p:txBody>
      </p:sp>
      <p:sp>
        <p:nvSpPr>
          <p:cNvPr id="20" name="任意多边形 42"/>
          <p:cNvSpPr/>
          <p:nvPr>
            <p:custDataLst>
              <p:tags r:id="rId17"/>
            </p:custDataLst>
          </p:nvPr>
        </p:nvSpPr>
        <p:spPr>
          <a:xfrm>
            <a:off x="7089614" y="2000885"/>
            <a:ext cx="1484791" cy="864942"/>
          </a:xfrm>
          <a:custGeom>
            <a:avLst/>
            <a:gdLst>
              <a:gd name="connsiteX0" fmla="*/ 0 w 1940313"/>
              <a:gd name="connsiteY0" fmla="*/ 791737 h 1148576"/>
              <a:gd name="connsiteX1" fmla="*/ 791737 w 1940313"/>
              <a:gd name="connsiteY1" fmla="*/ 0 h 1148576"/>
              <a:gd name="connsiteX2" fmla="*/ 1940313 w 1940313"/>
              <a:gd name="connsiteY2" fmla="*/ 1148576 h 1148576"/>
            </a:gdLst>
            <a:ahLst/>
            <a:cxnLst>
              <a:cxn ang="0">
                <a:pos x="connsiteX0" y="connsiteY0"/>
              </a:cxn>
              <a:cxn ang="0">
                <a:pos x="connsiteX1" y="connsiteY1"/>
              </a:cxn>
              <a:cxn ang="0">
                <a:pos x="connsiteX2" y="connsiteY2"/>
              </a:cxn>
            </a:cxnLst>
            <a:rect l="l" t="t" r="r" b="b"/>
            <a:pathLst>
              <a:path w="1940313" h="1148576">
                <a:moveTo>
                  <a:pt x="0" y="791737"/>
                </a:moveTo>
                <a:lnTo>
                  <a:pt x="791737" y="0"/>
                </a:lnTo>
                <a:lnTo>
                  <a:pt x="1940313" y="1148576"/>
                </a:lnTo>
              </a:path>
            </a:pathLst>
          </a:custGeom>
          <a:noFill/>
          <a:ln w="12700">
            <a:solidFill>
              <a:srgbClr val="8A8B8F"/>
            </a:solidFill>
            <a:prstDash val="dash"/>
            <a:headEnd type="oval"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sp>
        <p:nvSpPr>
          <p:cNvPr id="23" name="任意多边形 44"/>
          <p:cNvSpPr/>
          <p:nvPr>
            <p:custDataLst>
              <p:tags r:id="rId18"/>
            </p:custDataLst>
          </p:nvPr>
        </p:nvSpPr>
        <p:spPr>
          <a:xfrm flipV="1">
            <a:off x="9700260" y="3601085"/>
            <a:ext cx="1842770" cy="1015365"/>
          </a:xfrm>
          <a:custGeom>
            <a:avLst/>
            <a:gdLst>
              <a:gd name="connsiteX0" fmla="*/ 0 w 1940313"/>
              <a:gd name="connsiteY0" fmla="*/ 791737 h 1148576"/>
              <a:gd name="connsiteX1" fmla="*/ 791737 w 1940313"/>
              <a:gd name="connsiteY1" fmla="*/ 0 h 1148576"/>
              <a:gd name="connsiteX2" fmla="*/ 1940313 w 1940313"/>
              <a:gd name="connsiteY2" fmla="*/ 1148576 h 1148576"/>
            </a:gdLst>
            <a:ahLst/>
            <a:cxnLst>
              <a:cxn ang="0">
                <a:pos x="connsiteX0" y="connsiteY0"/>
              </a:cxn>
              <a:cxn ang="0">
                <a:pos x="connsiteX1" y="connsiteY1"/>
              </a:cxn>
              <a:cxn ang="0">
                <a:pos x="connsiteX2" y="connsiteY2"/>
              </a:cxn>
            </a:cxnLst>
            <a:rect l="l" t="t" r="r" b="b"/>
            <a:pathLst>
              <a:path w="1940313" h="1148576">
                <a:moveTo>
                  <a:pt x="0" y="791737"/>
                </a:moveTo>
                <a:lnTo>
                  <a:pt x="791737" y="0"/>
                </a:lnTo>
                <a:lnTo>
                  <a:pt x="1940313" y="1148576"/>
                </a:lnTo>
              </a:path>
            </a:pathLst>
          </a:custGeom>
          <a:noFill/>
          <a:ln w="12700">
            <a:solidFill>
              <a:srgbClr val="8A8B8F"/>
            </a:solidFill>
            <a:prstDash val="dash"/>
            <a:headEnd type="oval"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sp>
        <p:nvSpPr>
          <p:cNvPr id="24" name="文本框1"/>
          <p:cNvSpPr txBox="1"/>
          <p:nvPr>
            <p:custDataLst>
              <p:tags r:id="rId19"/>
            </p:custDataLst>
          </p:nvPr>
        </p:nvSpPr>
        <p:spPr>
          <a:xfrm>
            <a:off x="6392065" y="4769465"/>
            <a:ext cx="2700000" cy="460800"/>
          </a:xfrm>
          <a:prstGeom prst="rect">
            <a:avLst/>
          </a:prstGeom>
          <a:noFill/>
        </p:spPr>
        <p:txBody>
          <a:bodyPr wrap="square" rtlCol="0">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zh-CN" sz="2400" dirty="0" smtClean="0">
                <a:solidFill>
                  <a:schemeClr val="tx1"/>
                </a:solidFill>
                <a:latin typeface="微软雅黑" panose="020B0503020204020204" pitchFamily="34" charset="-122"/>
                <a:ea typeface="微软雅黑" panose="020B0503020204020204" pitchFamily="34" charset="-122"/>
                <a:sym typeface="+mn-ea"/>
              </a:rPr>
              <a:t>变量管理与数据传递</a:t>
            </a:r>
            <a:endParaRPr lang="zh-CN" altLang="zh-CN" sz="2400" dirty="0" smtClean="0">
              <a:solidFill>
                <a:schemeClr val="tx1"/>
              </a:solidFill>
              <a:latin typeface="微软雅黑" panose="020B0503020204020204" pitchFamily="34" charset="-122"/>
              <a:ea typeface="微软雅黑" panose="020B0503020204020204" pitchFamily="34" charset="-122"/>
              <a:sym typeface="+mn-ea"/>
            </a:endParaRPr>
          </a:p>
        </p:txBody>
      </p:sp>
      <p:sp>
        <p:nvSpPr>
          <p:cNvPr id="25" name="文本框1"/>
          <p:cNvSpPr txBox="1"/>
          <p:nvPr>
            <p:custDataLst>
              <p:tags r:id="rId20"/>
            </p:custDataLst>
          </p:nvPr>
        </p:nvSpPr>
        <p:spPr>
          <a:xfrm>
            <a:off x="9104439" y="4770120"/>
            <a:ext cx="2700000" cy="460800"/>
          </a:xfrm>
          <a:prstGeom prst="rect">
            <a:avLst/>
          </a:prstGeom>
          <a:noFill/>
        </p:spPr>
        <p:txBody>
          <a:bodyPr wrap="square" rtlCol="0">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zh-CN" sz="2400" b="1" dirty="0" smtClean="0">
                <a:solidFill>
                  <a:srgbClr val="0064D2"/>
                </a:solidFill>
                <a:latin typeface="微软雅黑" panose="020B0503020204020204" pitchFamily="34" charset="-122"/>
                <a:ea typeface="微软雅黑" panose="020B0503020204020204" pitchFamily="34" charset="-122"/>
                <a:sym typeface="+mn-ea"/>
              </a:rPr>
              <a:t>对话型工作流</a:t>
            </a:r>
            <a:endParaRPr lang="zh-CN" altLang="zh-CN" sz="2400" b="1" dirty="0" smtClean="0">
              <a:solidFill>
                <a:srgbClr val="0064D2"/>
              </a:solidFill>
              <a:latin typeface="微软雅黑" panose="020B0503020204020204" pitchFamily="34" charset="-122"/>
              <a:ea typeface="微软雅黑" panose="020B0503020204020204" pitchFamily="34" charset="-122"/>
              <a:sym typeface="+mn-ea"/>
            </a:endParaRPr>
          </a:p>
        </p:txBody>
      </p:sp>
      <p:sp>
        <p:nvSpPr>
          <p:cNvPr id="19" name="文本框 18"/>
          <p:cNvSpPr txBox="1"/>
          <p:nvPr/>
        </p:nvSpPr>
        <p:spPr>
          <a:xfrm>
            <a:off x="0" y="793750"/>
            <a:ext cx="1351262" cy="2061210"/>
          </a:xfrm>
          <a:prstGeom prst="rect">
            <a:avLst/>
          </a:prstGeom>
          <a:noFill/>
        </p:spPr>
        <p:txBody>
          <a:bodyPr wrap="square" rtlCol="0">
            <a:spAutoFit/>
            <a:scene3d>
              <a:camera prst="orthographicFront"/>
              <a:lightRig rig="threePt" dir="t"/>
            </a:scene3d>
            <a:sp3d contourW="12700"/>
          </a:bodyPr>
          <a:lstStyle/>
          <a:p>
            <a:pPr algn="ctr"/>
            <a:r>
              <a:rPr lang="en-US" altLang="zh-CN" sz="3200" dirty="0" smtClean="0">
                <a:solidFill>
                  <a:srgbClr val="3F396C"/>
                </a:solidFill>
                <a:latin typeface="思源宋体" panose="02020700000000000000" charset="-122"/>
                <a:ea typeface="思源宋体" panose="02020700000000000000" charset="-122"/>
              </a:rPr>
              <a:t>03</a:t>
            </a:r>
            <a:endParaRPr lang="en-US" altLang="zh-CN" sz="3200" dirty="0" smtClean="0">
              <a:solidFill>
                <a:srgbClr val="3F396C"/>
              </a:solidFill>
              <a:latin typeface="思源宋体" panose="02020700000000000000" charset="-122"/>
              <a:ea typeface="思源宋体" panose="02020700000000000000" charset="-122"/>
            </a:endParaRPr>
          </a:p>
        </p:txBody>
      </p:sp>
      <p:sp>
        <p:nvSpPr>
          <p:cNvPr id="22" name="文本框 21"/>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zh-CN"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知识储备</a:t>
            </a:r>
            <a:endParaRPr lang="zh-CN" altLang="zh-CN"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圆角矩形 22"/>
          <p:cNvSpPr/>
          <p:nvPr/>
        </p:nvSpPr>
        <p:spPr>
          <a:xfrm>
            <a:off x="4241800" y="1728470"/>
            <a:ext cx="7468870" cy="4835525"/>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矩形 24"/>
          <p:cNvSpPr/>
          <p:nvPr/>
        </p:nvSpPr>
        <p:spPr>
          <a:xfrm>
            <a:off x="488334" y="1904999"/>
            <a:ext cx="3494356" cy="465899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教材对应知识的图片</a:t>
            </a:r>
            <a:endParaRPr lang="zh-CN" altLang="en-US" dirty="0">
              <a:solidFill>
                <a:schemeClr val="tx1"/>
              </a:solidFill>
            </a:endParaRPr>
          </a:p>
        </p:txBody>
      </p:sp>
      <p:sp>
        <p:nvSpPr>
          <p:cNvPr id="3" name="文本框 2"/>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03</a:t>
            </a:r>
            <a:endParaRPr lang="en-US" sz="3200" dirty="0" smtClean="0">
              <a:solidFill>
                <a:srgbClr val="3F396C"/>
              </a:solidFill>
              <a:latin typeface="思源宋体" panose="02020700000000000000" charset="-122"/>
              <a:ea typeface="思源宋体" panose="02020700000000000000" charset="-122"/>
            </a:endParaRPr>
          </a:p>
        </p:txBody>
      </p:sp>
      <p:sp>
        <p:nvSpPr>
          <p:cNvPr id="17" name="文本框 16"/>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知识储备</a:t>
            </a:r>
            <a:endParaRPr lang="en-US" altLang="zh-CN"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
        <p:nvSpPr>
          <p:cNvPr id="4" name="文本框 3"/>
          <p:cNvSpPr txBox="1"/>
          <p:nvPr/>
        </p:nvSpPr>
        <p:spPr>
          <a:xfrm>
            <a:off x="4668671" y="1860550"/>
            <a:ext cx="6771164" cy="4554000"/>
          </a:xfrm>
          <a:prstGeom prst="rect">
            <a:avLst/>
          </a:prstGeom>
          <a:noFill/>
        </p:spPr>
        <p:txBody>
          <a:bodyPr wrap="square" rtlCol="0">
            <a:noAutofit/>
          </a:bodyPr>
          <a:lstStyle/>
          <a:p>
            <a:pPr indent="457200" fontAlgn="auto">
              <a:lnSpc>
                <a:spcPct val="150000"/>
              </a:lnSpc>
            </a:pPr>
            <a:r>
              <a:rPr lang="zh-CN" dirty="0">
                <a:latin typeface="微软雅黑" panose="020B0503020204020204" pitchFamily="34" charset="-122"/>
                <a:ea typeface="微软雅黑" panose="020B0503020204020204" pitchFamily="34" charset="-122"/>
                <a:cs typeface="微软雅黑" panose="020B0503020204020204" pitchFamily="34" charset="-122"/>
                <a:sym typeface="+mn-ea"/>
              </a:rPr>
              <a:t>在对话型工作流的设计中，首先需要区分两种基础模式：工作流（</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Workflow</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）和对话流（</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Chatflow</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工作流更适合一次性、无状态的任务，例如总结一份文档或处理一次表格数据。这类流程通常单次执行即结束，不会自动保留历史状态。每次执行时，它只接收当前输入并产出当前输出，流程本身并不知道上一轮执行的内容。因此，当业务场景需要</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追问、补槽、连续确认或上下文延续</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时，单纯使用无状态的</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Workflow</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往往无法满足需求。</a:t>
            </a:r>
            <a:endPar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429757" y="1773555"/>
            <a:ext cx="7664450" cy="4690745"/>
            <a:chOff x="450850" y="1397000"/>
            <a:chExt cx="5784850" cy="4690745"/>
          </a:xfrm>
        </p:grpSpPr>
        <p:sp>
          <p:nvSpPr>
            <p:cNvPr id="11" name="矩形 10"/>
            <p:cNvSpPr/>
            <p:nvPr>
              <p:custDataLst>
                <p:tags r:id="rId1"/>
              </p:custDataLst>
            </p:nvPr>
          </p:nvSpPr>
          <p:spPr>
            <a:xfrm>
              <a:off x="450850" y="1397000"/>
              <a:ext cx="5784850" cy="4690745"/>
            </a:xfrm>
            <a:prstGeom prst="rect">
              <a:avLst/>
            </a:prstGeom>
          </p:spPr>
          <p:style>
            <a:lnRef idx="2">
              <a:schemeClr val="accent1"/>
            </a:lnRef>
            <a:fillRef idx="1">
              <a:schemeClr val="lt1"/>
            </a:fillRef>
            <a:effectRef idx="0">
              <a:schemeClr val="accent1"/>
            </a:effectRef>
            <a:fontRef idx="minor">
              <a:schemeClr val="dk1"/>
            </a:fontRef>
          </p:style>
          <p:txBody>
            <a:bodyPr rtlCol="0" anchor="ctr">
              <a:normAutofit/>
            </a:bodyPr>
            <a:lstStyle/>
            <a:p>
              <a:pPr>
                <a:lnSpc>
                  <a:spcPct val="120000"/>
                </a:lnSpc>
              </a:pPr>
              <a:endParaRPr lang="zh-CN" altLang="en-US" sz="1400" spc="150" dirty="0">
                <a:latin typeface="Arial" panose="020B0604020202020204" pitchFamily="34" charset="0"/>
                <a:ea typeface="微软雅黑" panose="020B0503020204020204" pitchFamily="34" charset="-122"/>
                <a:sym typeface="Arial" panose="020B0604020202020204" pitchFamily="34" charset="0"/>
              </a:endParaRPr>
            </a:p>
          </p:txBody>
        </p:sp>
        <p:sp>
          <p:nvSpPr>
            <p:cNvPr id="12" name="矩形 11"/>
            <p:cNvSpPr/>
            <p:nvPr>
              <p:custDataLst>
                <p:tags r:id="rId2"/>
              </p:custDataLst>
            </p:nvPr>
          </p:nvSpPr>
          <p:spPr>
            <a:xfrm>
              <a:off x="574040" y="1519555"/>
              <a:ext cx="5521960" cy="4351655"/>
            </a:xfrm>
            <a:prstGeom prst="rect">
              <a:avLst/>
            </a:prstGeom>
            <a:solidFill>
              <a:srgbClr val="4276AA"/>
            </a:solidFill>
            <a:ln>
              <a:noFill/>
            </a:ln>
          </p:spPr>
          <p:style>
            <a:lnRef idx="2">
              <a:srgbClr val="8590CA">
                <a:shade val="50000"/>
              </a:srgbClr>
            </a:lnRef>
            <a:fillRef idx="1">
              <a:srgbClr val="8590CA"/>
            </a:fillRef>
            <a:effectRef idx="0">
              <a:srgbClr val="8590CA"/>
            </a:effectRef>
            <a:fontRef idx="minor">
              <a:sysClr val="window" lastClr="FFFFFF"/>
            </a:fontRef>
          </p:style>
          <p:txBody>
            <a:bodyPr rtlCol="0" anchor="ctr">
              <a:normAutofit/>
            </a:bodyPr>
            <a:lstStyle/>
            <a:p>
              <a:pPr>
                <a:lnSpc>
                  <a:spcPct val="120000"/>
                </a:lnSpc>
              </a:pPr>
              <a:endParaRPr lang="zh-CN" altLang="en-US" sz="1400" spc="150" dirty="0">
                <a:latin typeface="Arial" panose="020B0604020202020204" pitchFamily="34" charset="0"/>
                <a:ea typeface="微软雅黑" panose="020B0503020204020204" pitchFamily="34" charset="-122"/>
                <a:sym typeface="Arial" panose="020B0604020202020204" pitchFamily="34" charset="0"/>
              </a:endParaRPr>
            </a:p>
          </p:txBody>
        </p:sp>
      </p:grpSp>
      <p:sp>
        <p:nvSpPr>
          <p:cNvPr id="13" name="文本框 12"/>
          <p:cNvSpPr txBox="1"/>
          <p:nvPr>
            <p:custDataLst>
              <p:tags r:id="rId3"/>
            </p:custDataLst>
          </p:nvPr>
        </p:nvSpPr>
        <p:spPr>
          <a:xfrm>
            <a:off x="673100" y="1967230"/>
            <a:ext cx="7158355" cy="4202430"/>
          </a:xfrm>
          <a:prstGeom prst="rect">
            <a:avLst/>
          </a:prstGeom>
          <a:noFill/>
        </p:spPr>
        <p:txBody>
          <a:bodyPr wrap="square" rtlCol="0" anchor="t">
            <a:noAutofit/>
          </a:bodyPr>
          <a:lstStyle/>
          <a:p>
            <a:pPr indent="457200" fontAlgn="auto">
              <a:lnSpc>
                <a:spcPct val="150000"/>
              </a:lnSpc>
            </a:pPr>
            <a:r>
              <a:rPr 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对话流则专门用于持续对话场景。系统会自动维护会话</a:t>
            </a:r>
            <a:r>
              <a:rPr lang="en-US" alt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ID</a:t>
            </a:r>
            <a:r>
              <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、历史消息和部分上下文，使得用户的多轮输入能够被视为同一段连续交互。从本质上讲，</a:t>
            </a:r>
            <a:r>
              <a:rPr lang="en-US" alt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Chatflow</a:t>
            </a:r>
            <a:r>
              <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可以理解为带状态的工作流。它通过内置的会话管理机制，让每一次对话都能延续之前的上下文，从而支持更复杂的多轮交互。这种设计使得对话流在需要连续确认、信息补全或逐步推进任务的场景中，比传统工作流更具优势。</a:t>
            </a:r>
            <a:endPar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15" name="矩形 14"/>
          <p:cNvSpPr/>
          <p:nvPr/>
        </p:nvSpPr>
        <p:spPr>
          <a:xfrm>
            <a:off x="8368684" y="1773555"/>
            <a:ext cx="3494356" cy="465899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教材对应知识的图片</a:t>
            </a:r>
            <a:endParaRPr lang="zh-CN" altLang="en-US" dirty="0">
              <a:solidFill>
                <a:schemeClr val="tx1"/>
              </a:solidFill>
            </a:endParaRPr>
          </a:p>
        </p:txBody>
      </p:sp>
      <p:sp>
        <p:nvSpPr>
          <p:cNvPr id="2" name="文本框 1"/>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03</a:t>
            </a:r>
            <a:endParaRPr lang="en-US" sz="3200" dirty="0" smtClean="0">
              <a:solidFill>
                <a:srgbClr val="3F396C"/>
              </a:solidFill>
              <a:latin typeface="思源宋体" panose="02020700000000000000" charset="-122"/>
              <a:ea typeface="思源宋体" panose="02020700000000000000" charset="-122"/>
            </a:endParaRPr>
          </a:p>
        </p:txBody>
      </p:sp>
      <p:sp>
        <p:nvSpPr>
          <p:cNvPr id="17" name="文本框 16"/>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知识储备</a:t>
            </a:r>
            <a:endParaRPr lang="en-US" altLang="zh-CN"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0"/>
          <p:cNvSpPr/>
          <p:nvPr/>
        </p:nvSpPr>
        <p:spPr>
          <a:xfrm>
            <a:off x="4782820" y="1619885"/>
            <a:ext cx="7019290" cy="4445635"/>
          </a:xfrm>
          <a:custGeom>
            <a:avLst/>
            <a:gdLst/>
            <a:ahLst/>
            <a:cxnLst/>
            <a:rect l="l" t="t" r="r" b="b"/>
            <a:pathLst>
              <a:path w="1759038" h="1334706">
                <a:moveTo>
                  <a:pt x="65637" y="63758"/>
                </a:moveTo>
                <a:lnTo>
                  <a:pt x="65637" y="1271391"/>
                </a:lnTo>
                <a:lnTo>
                  <a:pt x="1711798" y="1271391"/>
                </a:lnTo>
                <a:lnTo>
                  <a:pt x="1711798" y="63758"/>
                </a:lnTo>
                <a:close/>
                <a:moveTo>
                  <a:pt x="0" y="0"/>
                </a:moveTo>
                <a:lnTo>
                  <a:pt x="1759038" y="0"/>
                </a:lnTo>
                <a:lnTo>
                  <a:pt x="1759038" y="1334706"/>
                </a:lnTo>
                <a:lnTo>
                  <a:pt x="0" y="1334706"/>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120000"/>
              </a:lnSpc>
            </a:pPr>
            <a:endParaRPr lang="zh-CN" altLang="en-US">
              <a:solidFill>
                <a:srgbClr val="000000"/>
              </a:solidFill>
              <a:cs typeface="+mn-ea"/>
              <a:sym typeface="+mn-lt"/>
            </a:endParaRPr>
          </a:p>
        </p:txBody>
      </p:sp>
      <p:sp>
        <p:nvSpPr>
          <p:cNvPr id="9" name="矩形 8"/>
          <p:cNvSpPr/>
          <p:nvPr/>
        </p:nvSpPr>
        <p:spPr>
          <a:xfrm>
            <a:off x="612775" y="2370138"/>
            <a:ext cx="3798570" cy="299148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教材对应知识的图片</a:t>
            </a:r>
            <a:endParaRPr lang="zh-CN" altLang="en-US" dirty="0">
              <a:solidFill>
                <a:schemeClr val="tx1"/>
              </a:solidFill>
            </a:endParaRPr>
          </a:p>
        </p:txBody>
      </p:sp>
      <p:sp>
        <p:nvSpPr>
          <p:cNvPr id="5" name="文本框 4"/>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03</a:t>
            </a:r>
            <a:endParaRPr lang="en-US" sz="3200" dirty="0" smtClean="0">
              <a:solidFill>
                <a:srgbClr val="3F396C"/>
              </a:solidFill>
              <a:latin typeface="思源宋体" panose="02020700000000000000" charset="-122"/>
              <a:ea typeface="思源宋体" panose="02020700000000000000" charset="-122"/>
            </a:endParaRPr>
          </a:p>
        </p:txBody>
      </p:sp>
      <p:sp>
        <p:nvSpPr>
          <p:cNvPr id="17" name="文本框 16"/>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知识储备</a:t>
            </a:r>
            <a:endParaRPr lang="en-US" altLang="zh-CN"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
        <p:nvSpPr>
          <p:cNvPr id="24" name="文本框 23"/>
          <p:cNvSpPr txBox="1"/>
          <p:nvPr/>
        </p:nvSpPr>
        <p:spPr>
          <a:xfrm>
            <a:off x="5031105" y="1828165"/>
            <a:ext cx="6608445" cy="4003040"/>
          </a:xfrm>
          <a:prstGeom prst="rect">
            <a:avLst/>
          </a:prstGeom>
          <a:noFill/>
        </p:spPr>
        <p:txBody>
          <a:bodyPr wrap="square" rtlCol="0">
            <a:noAutofit/>
          </a:bodyPr>
          <a:lstStyle/>
          <a:p>
            <a:pPr indent="457200" fontAlgn="auto">
              <a:lnSpc>
                <a:spcPct val="150000"/>
              </a:lnSpc>
            </a:pPr>
            <a:r>
              <a:rPr lang="zh-CN" dirty="0">
                <a:latin typeface="微软雅黑" panose="020B0503020204020204" pitchFamily="34" charset="-122"/>
                <a:ea typeface="微软雅黑" panose="020B0503020204020204" pitchFamily="34" charset="-122"/>
                <a:cs typeface="微软雅黑" panose="020B0503020204020204" pitchFamily="34" charset="-122"/>
                <a:sym typeface="+mn-ea"/>
              </a:rPr>
              <a:t>会话记忆机制决定了</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Agent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在多轮对话中是否具有连续性。如果没有记忆，多轮对话就会退化为多次独立的单轮问答；而记忆配置不当，则可能引发信息污染、</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Token</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膨胀或答非所问等问题。需要特别注意的是，不同平台对</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记忆</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的实现方式并不完全相同。有的平台提供独立的记忆组件，有的平台在</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LLM</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节点中配置历史注入，还有的平台将会话历史管理自动集成在</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Chatflow</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运行时中。因此，从更专业和通用的角度看，讨论的重点应当是</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会话记忆机制</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本身，而不只是某个平台上的具体节点。</a:t>
            </a:r>
            <a:endPar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组合 9"/>
          <p:cNvGrpSpPr/>
          <p:nvPr/>
        </p:nvGrpSpPr>
        <p:grpSpPr>
          <a:xfrm rot="0">
            <a:off x="385445" y="1786255"/>
            <a:ext cx="7734935" cy="4715510"/>
            <a:chOff x="5049" y="1927"/>
            <a:chExt cx="9267" cy="5731"/>
          </a:xfrm>
          <a:solidFill>
            <a:srgbClr val="1E8CE5"/>
          </a:solidFill>
        </p:grpSpPr>
        <p:sp>
          <p:nvSpPr>
            <p:cNvPr id="16" name="任意多边形 15"/>
            <p:cNvSpPr/>
            <p:nvPr>
              <p:custDataLst>
                <p:tags r:id="rId1"/>
              </p:custDataLst>
            </p:nvPr>
          </p:nvSpPr>
          <p:spPr>
            <a:xfrm rot="10800000">
              <a:off x="11403" y="7498"/>
              <a:ext cx="1928" cy="150"/>
            </a:xfrm>
            <a:custGeom>
              <a:avLst/>
              <a:gdLst>
                <a:gd name="adj" fmla="val 104500"/>
                <a:gd name="maxAdj" fmla="*/ 50000 w ss"/>
                <a:gd name="a" fmla="pin 0 adj maxAdj"/>
                <a:gd name="x1" fmla="*/ ss a 200000"/>
                <a:gd name="x2" fmla="*/ ss a 100000"/>
                <a:gd name="x3" fmla="+- r 0 x2"/>
                <a:gd name="x4" fmla="+- r 0 x1"/>
                <a:gd name="il" fmla="*/ wd3 a maxAdj"/>
                <a:gd name="it" fmla="*/ hd3 a maxAdj"/>
                <a:gd name="ir" fmla="+- r 0 il"/>
              </a:gdLst>
              <a:ahLst/>
              <a:cxnLst>
                <a:cxn ang="3">
                  <a:pos x="hc" y="t"/>
                </a:cxn>
                <a:cxn ang="cd2">
                  <a:pos x="x1" y="vc"/>
                </a:cxn>
                <a:cxn ang="cd4">
                  <a:pos x="hc" y="b"/>
                </a:cxn>
                <a:cxn ang="0">
                  <a:pos x="x4" y="vc"/>
                </a:cxn>
              </a:cxnLst>
              <a:rect l="l" t="t" r="r" b="b"/>
              <a:pathLst>
                <a:path w="1950" h="150">
                  <a:moveTo>
                    <a:pt x="157" y="0"/>
                  </a:moveTo>
                  <a:lnTo>
                    <a:pt x="1793" y="0"/>
                  </a:lnTo>
                  <a:lnTo>
                    <a:pt x="1950" y="150"/>
                  </a:lnTo>
                  <a:lnTo>
                    <a:pt x="0" y="150"/>
                  </a:lnTo>
                  <a:lnTo>
                    <a:pt x="157"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7" name="任意多边形 16"/>
            <p:cNvSpPr/>
            <p:nvPr>
              <p:custDataLst>
                <p:tags r:id="rId2"/>
              </p:custDataLst>
            </p:nvPr>
          </p:nvSpPr>
          <p:spPr>
            <a:xfrm rot="5400000">
              <a:off x="6739" y="236"/>
              <a:ext cx="5731" cy="9112"/>
            </a:xfrm>
            <a:custGeom>
              <a:avLst/>
              <a:gdLst>
                <a:gd name="adj" fmla="val 104500"/>
                <a:gd name="maxAdj" fmla="*/ 50000 w ss"/>
                <a:gd name="a" fmla="pin 0 adj maxAdj"/>
                <a:gd name="x1" fmla="*/ ss a 200000"/>
                <a:gd name="x2" fmla="*/ ss a 100000"/>
                <a:gd name="x3" fmla="+- r 0 x2"/>
                <a:gd name="x4" fmla="+- r 0 x1"/>
                <a:gd name="il" fmla="*/ wd3 a maxAdj"/>
                <a:gd name="it" fmla="*/ hd3 a maxAdj"/>
                <a:gd name="ir" fmla="+- r 0 il"/>
              </a:gdLst>
              <a:ahLst/>
              <a:cxnLst>
                <a:cxn ang="3">
                  <a:pos x="hc" y="t"/>
                </a:cxn>
                <a:cxn ang="cd2">
                  <a:pos x="x1" y="vc"/>
                </a:cxn>
                <a:cxn ang="cd4">
                  <a:pos x="hc" y="b"/>
                </a:cxn>
                <a:cxn ang="0">
                  <a:pos x="x4" y="vc"/>
                </a:cxn>
              </a:cxnLst>
              <a:rect l="l" t="t" r="r" b="b"/>
              <a:pathLst>
                <a:path w="4540" h="9270">
                  <a:moveTo>
                    <a:pt x="392" y="125"/>
                  </a:moveTo>
                  <a:lnTo>
                    <a:pt x="400" y="7061"/>
                  </a:lnTo>
                  <a:lnTo>
                    <a:pt x="152" y="7361"/>
                  </a:lnTo>
                  <a:lnTo>
                    <a:pt x="164" y="9131"/>
                  </a:lnTo>
                  <a:lnTo>
                    <a:pt x="4383" y="9145"/>
                  </a:lnTo>
                  <a:lnTo>
                    <a:pt x="4383" y="125"/>
                  </a:lnTo>
                  <a:lnTo>
                    <a:pt x="392" y="125"/>
                  </a:lnTo>
                  <a:close/>
                  <a:moveTo>
                    <a:pt x="252" y="0"/>
                  </a:moveTo>
                  <a:lnTo>
                    <a:pt x="4540" y="0"/>
                  </a:lnTo>
                  <a:lnTo>
                    <a:pt x="4540" y="830"/>
                  </a:lnTo>
                  <a:lnTo>
                    <a:pt x="4390" y="987"/>
                  </a:lnTo>
                  <a:lnTo>
                    <a:pt x="4390" y="2623"/>
                  </a:lnTo>
                  <a:lnTo>
                    <a:pt x="4540" y="2780"/>
                  </a:lnTo>
                  <a:lnTo>
                    <a:pt x="4540" y="9270"/>
                  </a:lnTo>
                  <a:lnTo>
                    <a:pt x="4342" y="9269"/>
                  </a:lnTo>
                  <a:lnTo>
                    <a:pt x="4238" y="9170"/>
                  </a:lnTo>
                  <a:lnTo>
                    <a:pt x="3418" y="9170"/>
                  </a:lnTo>
                  <a:lnTo>
                    <a:pt x="3317" y="9266"/>
                  </a:lnTo>
                  <a:lnTo>
                    <a:pt x="8" y="9256"/>
                  </a:lnTo>
                  <a:lnTo>
                    <a:pt x="0" y="7269"/>
                  </a:lnTo>
                  <a:lnTo>
                    <a:pt x="254" y="7041"/>
                  </a:lnTo>
                  <a:lnTo>
                    <a:pt x="252"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8" name="梯形 17"/>
            <p:cNvSpPr/>
            <p:nvPr>
              <p:custDataLst>
                <p:tags r:id="rId3"/>
              </p:custDataLst>
            </p:nvPr>
          </p:nvSpPr>
          <p:spPr>
            <a:xfrm rot="5400000">
              <a:off x="13749" y="4156"/>
              <a:ext cx="964" cy="170"/>
            </a:xfrm>
            <a:prstGeom prst="trapezoid">
              <a:avLst>
                <a:gd name="adj" fmla="val 1045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梯形 18"/>
            <p:cNvSpPr/>
            <p:nvPr>
              <p:custDataLst>
                <p:tags r:id="rId4"/>
              </p:custDataLst>
            </p:nvPr>
          </p:nvSpPr>
          <p:spPr>
            <a:xfrm>
              <a:off x="6194" y="7431"/>
              <a:ext cx="964" cy="170"/>
            </a:xfrm>
            <a:prstGeom prst="trapezoid">
              <a:avLst>
                <a:gd name="adj" fmla="val 1045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1" name="矩形 20"/>
          <p:cNvSpPr/>
          <p:nvPr/>
        </p:nvSpPr>
        <p:spPr>
          <a:xfrm>
            <a:off x="8275521" y="1842581"/>
            <a:ext cx="3494356" cy="465899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教材对应知识的图片</a:t>
            </a:r>
            <a:endParaRPr lang="zh-CN" altLang="en-US" dirty="0">
              <a:solidFill>
                <a:schemeClr val="tx1"/>
              </a:solidFill>
            </a:endParaRPr>
          </a:p>
        </p:txBody>
      </p:sp>
      <p:sp>
        <p:nvSpPr>
          <p:cNvPr id="2" name="文本框 1"/>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03</a:t>
            </a:r>
            <a:endParaRPr lang="en-US" sz="3200" dirty="0" smtClean="0">
              <a:solidFill>
                <a:srgbClr val="3F396C"/>
              </a:solidFill>
              <a:latin typeface="思源宋体" panose="02020700000000000000" charset="-122"/>
              <a:ea typeface="思源宋体" panose="02020700000000000000" charset="-122"/>
            </a:endParaRPr>
          </a:p>
        </p:txBody>
      </p:sp>
      <p:sp>
        <p:nvSpPr>
          <p:cNvPr id="3" name="文本框 2"/>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知识储备</a:t>
            </a:r>
            <a:endParaRPr lang="en-US" altLang="zh-CN"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
        <p:nvSpPr>
          <p:cNvPr id="24" name="文本框 23"/>
          <p:cNvSpPr txBox="1"/>
          <p:nvPr/>
        </p:nvSpPr>
        <p:spPr>
          <a:xfrm>
            <a:off x="527050" y="2218055"/>
            <a:ext cx="7366000" cy="4097020"/>
          </a:xfrm>
          <a:prstGeom prst="rect">
            <a:avLst/>
          </a:prstGeom>
          <a:noFill/>
        </p:spPr>
        <p:txBody>
          <a:bodyPr wrap="square" rtlCol="0">
            <a:noAutofit/>
          </a:bodyPr>
          <a:lstStyle/>
          <a:p>
            <a:pPr indent="457200" fontAlgn="auto">
              <a:lnSpc>
                <a:spcPct val="150000"/>
              </a:lnSpc>
            </a:pPr>
            <a:r>
              <a:rPr lang="zh-CN" dirty="0">
                <a:latin typeface="微软雅黑" panose="020B0503020204020204" pitchFamily="34" charset="-122"/>
                <a:ea typeface="微软雅黑" panose="020B0503020204020204" pitchFamily="34" charset="-122"/>
                <a:cs typeface="微软雅黑" panose="020B0503020204020204" pitchFamily="34" charset="-122"/>
                <a:sym typeface="+mn-ea"/>
              </a:rPr>
              <a:t>在许多平台中，记忆能力并非自动产生，而是需要在</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LLM</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节点中显式配置对话历史变量，或启用对应的历史注入选项。其本质是让模型在当前轮输出时，能够看到之前若干轮的消息。虽然很多大模型内置了记忆功能，在简单对话中能识别之前的内容，但这只是模型节点自身的记忆，它无法感知整个工作流会话的历史。在实际项目实施中，记录整个会话过程的历史是工作流搭建不可或缺的一环。常见的配置思路是在系统中显式指定一个历史变量，例如</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`history`</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，然后决定它所携带的用户信息，在流程中显式更新，并在提示词中明确要求模型结合该变量理解当前问题。这种写法将历史记录与当前问题区分开，让模型关注点主次分明，避免所有内容混为一团。</a:t>
            </a:r>
            <a:endPar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519834" y="2368911"/>
            <a:ext cx="3494356" cy="299148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教材对应知识的图片</a:t>
            </a:r>
            <a:endParaRPr lang="zh-CN" altLang="en-US" dirty="0">
              <a:solidFill>
                <a:schemeClr val="tx1"/>
              </a:solidFill>
            </a:endParaRPr>
          </a:p>
        </p:txBody>
      </p:sp>
      <p:grpSp>
        <p:nvGrpSpPr>
          <p:cNvPr id="11" name="组合 10"/>
          <p:cNvGrpSpPr/>
          <p:nvPr/>
        </p:nvGrpSpPr>
        <p:grpSpPr>
          <a:xfrm rot="0">
            <a:off x="4238625" y="1424305"/>
            <a:ext cx="7423785" cy="4859020"/>
            <a:chOff x="3838575" y="2105025"/>
            <a:chExt cx="4355782" cy="2518409"/>
          </a:xfrm>
        </p:grpSpPr>
        <p:sp>
          <p:nvSpPr>
            <p:cNvPr id="13" name="图形 5"/>
            <p:cNvSpPr/>
            <p:nvPr>
              <p:custDataLst>
                <p:tags r:id="rId1"/>
              </p:custDataLst>
            </p:nvPr>
          </p:nvSpPr>
          <p:spPr>
            <a:xfrm>
              <a:off x="3838575" y="2439352"/>
              <a:ext cx="4278630" cy="2184082"/>
            </a:xfrm>
            <a:custGeom>
              <a:avLst/>
              <a:gdLst>
                <a:gd name="connsiteX0" fmla="*/ 0 w 4278630"/>
                <a:gd name="connsiteY0" fmla="*/ 0 h 2184082"/>
                <a:gd name="connsiteX1" fmla="*/ 4278630 w 4278630"/>
                <a:gd name="connsiteY1" fmla="*/ 0 h 2184082"/>
                <a:gd name="connsiteX2" fmla="*/ 4278630 w 4278630"/>
                <a:gd name="connsiteY2" fmla="*/ 2184083 h 2184082"/>
                <a:gd name="connsiteX3" fmla="*/ 0 w 4278630"/>
                <a:gd name="connsiteY3" fmla="*/ 2184083 h 2184082"/>
              </a:gdLst>
              <a:ahLst/>
              <a:cxnLst>
                <a:cxn ang="0">
                  <a:pos x="connsiteX0" y="connsiteY0"/>
                </a:cxn>
                <a:cxn ang="0">
                  <a:pos x="connsiteX1" y="connsiteY1"/>
                </a:cxn>
                <a:cxn ang="0">
                  <a:pos x="connsiteX2" y="connsiteY2"/>
                </a:cxn>
                <a:cxn ang="0">
                  <a:pos x="connsiteX3" y="connsiteY3"/>
                </a:cxn>
              </a:cxnLst>
              <a:rect l="l" t="t" r="r" b="b"/>
              <a:pathLst>
                <a:path w="4278630" h="2184082">
                  <a:moveTo>
                    <a:pt x="0" y="0"/>
                  </a:moveTo>
                  <a:lnTo>
                    <a:pt x="4278630" y="0"/>
                  </a:lnTo>
                  <a:lnTo>
                    <a:pt x="4278630" y="2184083"/>
                  </a:lnTo>
                  <a:lnTo>
                    <a:pt x="0" y="2184083"/>
                  </a:lnTo>
                  <a:close/>
                </a:path>
              </a:pathLst>
            </a:custGeom>
            <a:solidFill>
              <a:srgbClr val="E8E8E8"/>
            </a:solidFill>
            <a:ln w="9525" cap="flat">
              <a:noFill/>
              <a:prstDash val="solid"/>
              <a:miter/>
            </a:ln>
          </p:spPr>
          <p:txBody>
            <a:bodyPr rtlCol="0" anchor="ctr"/>
            <a:lstStyle/>
            <a:p>
              <a:endParaRPr lang="zh-CN" altLang="en-US"/>
            </a:p>
          </p:txBody>
        </p:sp>
        <p:sp>
          <p:nvSpPr>
            <p:cNvPr id="14" name="图形 5"/>
            <p:cNvSpPr/>
            <p:nvPr>
              <p:custDataLst>
                <p:tags r:id="rId2"/>
              </p:custDataLst>
            </p:nvPr>
          </p:nvSpPr>
          <p:spPr>
            <a:xfrm>
              <a:off x="7632382" y="2110740"/>
              <a:ext cx="218122" cy="501967"/>
            </a:xfrm>
            <a:custGeom>
              <a:avLst/>
              <a:gdLst>
                <a:gd name="connsiteX0" fmla="*/ 184785 w 218122"/>
                <a:gd name="connsiteY0" fmla="*/ 501968 h 501967"/>
                <a:gd name="connsiteX1" fmla="*/ 0 w 218122"/>
                <a:gd name="connsiteY1" fmla="*/ 482918 h 501967"/>
                <a:gd name="connsiteX2" fmla="*/ 33338 w 218122"/>
                <a:gd name="connsiteY2" fmla="*/ 0 h 501967"/>
                <a:gd name="connsiteX3" fmla="*/ 218123 w 218122"/>
                <a:gd name="connsiteY3" fmla="*/ 18098 h 501967"/>
              </a:gdLst>
              <a:ahLst/>
              <a:cxnLst>
                <a:cxn ang="0">
                  <a:pos x="connsiteX0" y="connsiteY0"/>
                </a:cxn>
                <a:cxn ang="0">
                  <a:pos x="connsiteX1" y="connsiteY1"/>
                </a:cxn>
                <a:cxn ang="0">
                  <a:pos x="connsiteX2" y="connsiteY2"/>
                </a:cxn>
                <a:cxn ang="0">
                  <a:pos x="connsiteX3" y="connsiteY3"/>
                </a:cxn>
              </a:cxnLst>
              <a:rect l="l" t="t" r="r" b="b"/>
              <a:pathLst>
                <a:path w="218122" h="501967">
                  <a:moveTo>
                    <a:pt x="184785" y="501968"/>
                  </a:moveTo>
                  <a:lnTo>
                    <a:pt x="0" y="482918"/>
                  </a:lnTo>
                  <a:lnTo>
                    <a:pt x="33338" y="0"/>
                  </a:lnTo>
                  <a:lnTo>
                    <a:pt x="218123" y="18098"/>
                  </a:lnTo>
                  <a:close/>
                </a:path>
              </a:pathLst>
            </a:custGeom>
            <a:solidFill>
              <a:srgbClr val="DEBF90"/>
            </a:solidFill>
            <a:ln w="9525" cap="flat">
              <a:noFill/>
              <a:prstDash val="solid"/>
              <a:miter/>
            </a:ln>
          </p:spPr>
          <p:txBody>
            <a:bodyPr rtlCol="0" anchor="ctr"/>
            <a:lstStyle/>
            <a:p>
              <a:endParaRPr lang="zh-CN" altLang="en-US"/>
            </a:p>
          </p:txBody>
        </p:sp>
        <p:sp>
          <p:nvSpPr>
            <p:cNvPr id="15" name="图形 5"/>
            <p:cNvSpPr/>
            <p:nvPr>
              <p:custDataLst>
                <p:tags r:id="rId3"/>
              </p:custDataLst>
            </p:nvPr>
          </p:nvSpPr>
          <p:spPr>
            <a:xfrm>
              <a:off x="4259580" y="2110740"/>
              <a:ext cx="217169" cy="501967"/>
            </a:xfrm>
            <a:custGeom>
              <a:avLst/>
              <a:gdLst>
                <a:gd name="connsiteX0" fmla="*/ 32385 w 217169"/>
                <a:gd name="connsiteY0" fmla="*/ 501968 h 501967"/>
                <a:gd name="connsiteX1" fmla="*/ 217170 w 217169"/>
                <a:gd name="connsiteY1" fmla="*/ 482918 h 501967"/>
                <a:gd name="connsiteX2" fmla="*/ 183833 w 217169"/>
                <a:gd name="connsiteY2" fmla="*/ 0 h 501967"/>
                <a:gd name="connsiteX3" fmla="*/ 0 w 217169"/>
                <a:gd name="connsiteY3" fmla="*/ 18098 h 501967"/>
              </a:gdLst>
              <a:ahLst/>
              <a:cxnLst>
                <a:cxn ang="0">
                  <a:pos x="connsiteX0" y="connsiteY0"/>
                </a:cxn>
                <a:cxn ang="0">
                  <a:pos x="connsiteX1" y="connsiteY1"/>
                </a:cxn>
                <a:cxn ang="0">
                  <a:pos x="connsiteX2" y="connsiteY2"/>
                </a:cxn>
                <a:cxn ang="0">
                  <a:pos x="connsiteX3" y="connsiteY3"/>
                </a:cxn>
              </a:cxnLst>
              <a:rect l="l" t="t" r="r" b="b"/>
              <a:pathLst>
                <a:path w="217169" h="501967">
                  <a:moveTo>
                    <a:pt x="32385" y="501968"/>
                  </a:moveTo>
                  <a:lnTo>
                    <a:pt x="217170" y="482918"/>
                  </a:lnTo>
                  <a:lnTo>
                    <a:pt x="183833" y="0"/>
                  </a:lnTo>
                  <a:lnTo>
                    <a:pt x="0" y="18098"/>
                  </a:lnTo>
                  <a:close/>
                </a:path>
              </a:pathLst>
            </a:custGeom>
            <a:solidFill>
              <a:srgbClr val="DEBF90"/>
            </a:solidFill>
            <a:ln w="9525" cap="flat">
              <a:noFill/>
              <a:prstDash val="solid"/>
              <a:miter/>
            </a:ln>
          </p:spPr>
          <p:txBody>
            <a:bodyPr rtlCol="0" anchor="ctr"/>
            <a:lstStyle/>
            <a:p>
              <a:endParaRPr lang="zh-CN" altLang="en-US"/>
            </a:p>
          </p:txBody>
        </p:sp>
        <p:sp>
          <p:nvSpPr>
            <p:cNvPr id="16" name="图形 5"/>
            <p:cNvSpPr/>
            <p:nvPr>
              <p:custDataLst>
                <p:tags r:id="rId4"/>
              </p:custDataLst>
            </p:nvPr>
          </p:nvSpPr>
          <p:spPr>
            <a:xfrm>
              <a:off x="3915727" y="2349817"/>
              <a:ext cx="4278630" cy="2184082"/>
            </a:xfrm>
            <a:custGeom>
              <a:avLst/>
              <a:gdLst>
                <a:gd name="connsiteX0" fmla="*/ 0 w 4278630"/>
                <a:gd name="connsiteY0" fmla="*/ 0 h 2184082"/>
                <a:gd name="connsiteX1" fmla="*/ 4278630 w 4278630"/>
                <a:gd name="connsiteY1" fmla="*/ 0 h 2184082"/>
                <a:gd name="connsiteX2" fmla="*/ 4278630 w 4278630"/>
                <a:gd name="connsiteY2" fmla="*/ 2184083 h 2184082"/>
                <a:gd name="connsiteX3" fmla="*/ 0 w 4278630"/>
                <a:gd name="connsiteY3" fmla="*/ 2184083 h 2184082"/>
              </a:gdLst>
              <a:ahLst/>
              <a:cxnLst>
                <a:cxn ang="0">
                  <a:pos x="connsiteX0" y="connsiteY0"/>
                </a:cxn>
                <a:cxn ang="0">
                  <a:pos x="connsiteX1" y="connsiteY1"/>
                </a:cxn>
                <a:cxn ang="0">
                  <a:pos x="connsiteX2" y="connsiteY2"/>
                </a:cxn>
                <a:cxn ang="0">
                  <a:pos x="connsiteX3" y="connsiteY3"/>
                </a:cxn>
              </a:cxnLst>
              <a:rect l="l" t="t" r="r" b="b"/>
              <a:pathLst>
                <a:path w="4278630" h="2184082">
                  <a:moveTo>
                    <a:pt x="0" y="0"/>
                  </a:moveTo>
                  <a:lnTo>
                    <a:pt x="4278630" y="0"/>
                  </a:lnTo>
                  <a:lnTo>
                    <a:pt x="4278630" y="2184083"/>
                  </a:lnTo>
                  <a:lnTo>
                    <a:pt x="0" y="2184083"/>
                  </a:lnTo>
                  <a:close/>
                </a:path>
              </a:pathLst>
            </a:custGeom>
            <a:solidFill>
              <a:srgbClr val="FFFFFF"/>
            </a:solidFill>
            <a:ln w="9525" cap="flat">
              <a:solidFill>
                <a:srgbClr val="231815"/>
              </a:solidFill>
              <a:prstDash val="solid"/>
              <a:miter/>
            </a:ln>
          </p:spPr>
          <p:txBody>
            <a:bodyPr rtlCol="0" anchor="ctr"/>
            <a:lstStyle/>
            <a:p>
              <a:endParaRPr lang="zh-CN" altLang="en-US"/>
            </a:p>
          </p:txBody>
        </p:sp>
        <p:sp>
          <p:nvSpPr>
            <p:cNvPr id="17" name="图形 5"/>
            <p:cNvSpPr/>
            <p:nvPr>
              <p:custDataLst>
                <p:tags r:id="rId5"/>
              </p:custDataLst>
            </p:nvPr>
          </p:nvSpPr>
          <p:spPr>
            <a:xfrm>
              <a:off x="7632382" y="2105025"/>
              <a:ext cx="244792" cy="507682"/>
            </a:xfrm>
            <a:custGeom>
              <a:avLst/>
              <a:gdLst>
                <a:gd name="connsiteX0" fmla="*/ 184785 w 244792"/>
                <a:gd name="connsiteY0" fmla="*/ 507683 h 507682"/>
                <a:gd name="connsiteX1" fmla="*/ 0 w 244792"/>
                <a:gd name="connsiteY1" fmla="*/ 488633 h 507682"/>
                <a:gd name="connsiteX2" fmla="*/ 60960 w 244792"/>
                <a:gd name="connsiteY2" fmla="*/ 0 h 507682"/>
                <a:gd name="connsiteX3" fmla="*/ 244793 w 244792"/>
                <a:gd name="connsiteY3" fmla="*/ 19050 h 507682"/>
              </a:gdLst>
              <a:ahLst/>
              <a:cxnLst>
                <a:cxn ang="0">
                  <a:pos x="connsiteX0" y="connsiteY0"/>
                </a:cxn>
                <a:cxn ang="0">
                  <a:pos x="connsiteX1" y="connsiteY1"/>
                </a:cxn>
                <a:cxn ang="0">
                  <a:pos x="connsiteX2" y="connsiteY2"/>
                </a:cxn>
                <a:cxn ang="0">
                  <a:pos x="connsiteX3" y="connsiteY3"/>
                </a:cxn>
              </a:cxnLst>
              <a:rect l="l" t="t" r="r" b="b"/>
              <a:pathLst>
                <a:path w="244792" h="507682">
                  <a:moveTo>
                    <a:pt x="184785" y="507683"/>
                  </a:moveTo>
                  <a:lnTo>
                    <a:pt x="0" y="488633"/>
                  </a:lnTo>
                  <a:lnTo>
                    <a:pt x="60960" y="0"/>
                  </a:lnTo>
                  <a:lnTo>
                    <a:pt x="244793" y="19050"/>
                  </a:lnTo>
                  <a:close/>
                </a:path>
              </a:pathLst>
            </a:custGeom>
            <a:solidFill>
              <a:srgbClr val="FFDBA6"/>
            </a:solidFill>
            <a:ln w="9525" cap="flat">
              <a:noFill/>
              <a:prstDash val="solid"/>
              <a:miter/>
            </a:ln>
          </p:spPr>
          <p:txBody>
            <a:bodyPr rtlCol="0" anchor="ctr"/>
            <a:lstStyle/>
            <a:p>
              <a:endParaRPr lang="zh-CN" altLang="en-US"/>
            </a:p>
          </p:txBody>
        </p:sp>
        <p:sp>
          <p:nvSpPr>
            <p:cNvPr id="18" name="图形 5"/>
            <p:cNvSpPr/>
            <p:nvPr>
              <p:custDataLst>
                <p:tags r:id="rId6"/>
              </p:custDataLst>
            </p:nvPr>
          </p:nvSpPr>
          <p:spPr>
            <a:xfrm>
              <a:off x="7632382" y="2105025"/>
              <a:ext cx="65722" cy="489585"/>
            </a:xfrm>
            <a:custGeom>
              <a:avLst/>
              <a:gdLst>
                <a:gd name="connsiteX0" fmla="*/ 60960 w 65722"/>
                <a:gd name="connsiteY0" fmla="*/ 0 h 489585"/>
                <a:gd name="connsiteX1" fmla="*/ 0 w 65722"/>
                <a:gd name="connsiteY1" fmla="*/ 488633 h 489585"/>
                <a:gd name="connsiteX2" fmla="*/ 5715 w 65722"/>
                <a:gd name="connsiteY2" fmla="*/ 489585 h 489585"/>
                <a:gd name="connsiteX3" fmla="*/ 65723 w 65722"/>
                <a:gd name="connsiteY3" fmla="*/ 953 h 489585"/>
              </a:gdLst>
              <a:ahLst/>
              <a:cxnLst>
                <a:cxn ang="0">
                  <a:pos x="connsiteX0" y="connsiteY0"/>
                </a:cxn>
                <a:cxn ang="0">
                  <a:pos x="connsiteX1" y="connsiteY1"/>
                </a:cxn>
                <a:cxn ang="0">
                  <a:pos x="connsiteX2" y="connsiteY2"/>
                </a:cxn>
                <a:cxn ang="0">
                  <a:pos x="connsiteX3" y="connsiteY3"/>
                </a:cxn>
              </a:cxnLst>
              <a:rect l="l" t="t" r="r" b="b"/>
              <a:pathLst>
                <a:path w="65722" h="489585">
                  <a:moveTo>
                    <a:pt x="60960" y="0"/>
                  </a:moveTo>
                  <a:lnTo>
                    <a:pt x="0" y="488633"/>
                  </a:lnTo>
                  <a:lnTo>
                    <a:pt x="5715" y="489585"/>
                  </a:lnTo>
                  <a:lnTo>
                    <a:pt x="65723" y="953"/>
                  </a:lnTo>
                  <a:close/>
                </a:path>
              </a:pathLst>
            </a:custGeom>
            <a:solidFill>
              <a:srgbClr val="EBCA98"/>
            </a:solidFill>
            <a:ln w="9525" cap="flat">
              <a:noFill/>
              <a:prstDash val="solid"/>
              <a:miter/>
            </a:ln>
          </p:spPr>
          <p:txBody>
            <a:bodyPr rtlCol="0" anchor="ctr"/>
            <a:lstStyle/>
            <a:p>
              <a:endParaRPr lang="zh-CN" altLang="en-US"/>
            </a:p>
          </p:txBody>
        </p:sp>
        <p:sp>
          <p:nvSpPr>
            <p:cNvPr id="19" name="图形 5"/>
            <p:cNvSpPr/>
            <p:nvPr>
              <p:custDataLst>
                <p:tags r:id="rId7"/>
              </p:custDataLst>
            </p:nvPr>
          </p:nvSpPr>
          <p:spPr>
            <a:xfrm>
              <a:off x="4231957" y="2105025"/>
              <a:ext cx="244792" cy="507682"/>
            </a:xfrm>
            <a:custGeom>
              <a:avLst/>
              <a:gdLst>
                <a:gd name="connsiteX0" fmla="*/ 60007 w 244792"/>
                <a:gd name="connsiteY0" fmla="*/ 507683 h 507682"/>
                <a:gd name="connsiteX1" fmla="*/ 244793 w 244792"/>
                <a:gd name="connsiteY1" fmla="*/ 488633 h 507682"/>
                <a:gd name="connsiteX2" fmla="*/ 184785 w 244792"/>
                <a:gd name="connsiteY2" fmla="*/ 0 h 507682"/>
                <a:gd name="connsiteX3" fmla="*/ 0 w 244792"/>
                <a:gd name="connsiteY3" fmla="*/ 19050 h 507682"/>
              </a:gdLst>
              <a:ahLst/>
              <a:cxnLst>
                <a:cxn ang="0">
                  <a:pos x="connsiteX0" y="connsiteY0"/>
                </a:cxn>
                <a:cxn ang="0">
                  <a:pos x="connsiteX1" y="connsiteY1"/>
                </a:cxn>
                <a:cxn ang="0">
                  <a:pos x="connsiteX2" y="connsiteY2"/>
                </a:cxn>
                <a:cxn ang="0">
                  <a:pos x="connsiteX3" y="connsiteY3"/>
                </a:cxn>
              </a:cxnLst>
              <a:rect l="l" t="t" r="r" b="b"/>
              <a:pathLst>
                <a:path w="244792" h="507682">
                  <a:moveTo>
                    <a:pt x="60007" y="507683"/>
                  </a:moveTo>
                  <a:lnTo>
                    <a:pt x="244793" y="488633"/>
                  </a:lnTo>
                  <a:lnTo>
                    <a:pt x="184785" y="0"/>
                  </a:lnTo>
                  <a:lnTo>
                    <a:pt x="0" y="19050"/>
                  </a:lnTo>
                  <a:close/>
                </a:path>
              </a:pathLst>
            </a:custGeom>
            <a:solidFill>
              <a:srgbClr val="FFDBA6"/>
            </a:solidFill>
            <a:ln w="9525" cap="flat">
              <a:noFill/>
              <a:prstDash val="solid"/>
              <a:miter/>
            </a:ln>
          </p:spPr>
          <p:txBody>
            <a:bodyPr rtlCol="0" anchor="ctr"/>
            <a:lstStyle/>
            <a:p>
              <a:endParaRPr lang="zh-CN" altLang="en-US"/>
            </a:p>
          </p:txBody>
        </p:sp>
        <p:sp>
          <p:nvSpPr>
            <p:cNvPr id="20" name="图形 5"/>
            <p:cNvSpPr/>
            <p:nvPr>
              <p:custDataLst>
                <p:tags r:id="rId8"/>
              </p:custDataLst>
            </p:nvPr>
          </p:nvSpPr>
          <p:spPr>
            <a:xfrm>
              <a:off x="4411980" y="2105025"/>
              <a:ext cx="64769" cy="489585"/>
            </a:xfrm>
            <a:custGeom>
              <a:avLst/>
              <a:gdLst>
                <a:gd name="connsiteX0" fmla="*/ 4763 w 64769"/>
                <a:gd name="connsiteY0" fmla="*/ 0 h 489585"/>
                <a:gd name="connsiteX1" fmla="*/ 64770 w 64769"/>
                <a:gd name="connsiteY1" fmla="*/ 488633 h 489585"/>
                <a:gd name="connsiteX2" fmla="*/ 60007 w 64769"/>
                <a:gd name="connsiteY2" fmla="*/ 489585 h 489585"/>
                <a:gd name="connsiteX3" fmla="*/ 0 w 64769"/>
                <a:gd name="connsiteY3" fmla="*/ 953 h 489585"/>
              </a:gdLst>
              <a:ahLst/>
              <a:cxnLst>
                <a:cxn ang="0">
                  <a:pos x="connsiteX0" y="connsiteY0"/>
                </a:cxn>
                <a:cxn ang="0">
                  <a:pos x="connsiteX1" y="connsiteY1"/>
                </a:cxn>
                <a:cxn ang="0">
                  <a:pos x="connsiteX2" y="connsiteY2"/>
                </a:cxn>
                <a:cxn ang="0">
                  <a:pos x="connsiteX3" y="connsiteY3"/>
                </a:cxn>
              </a:cxnLst>
              <a:rect l="l" t="t" r="r" b="b"/>
              <a:pathLst>
                <a:path w="64769" h="489585">
                  <a:moveTo>
                    <a:pt x="4763" y="0"/>
                  </a:moveTo>
                  <a:lnTo>
                    <a:pt x="64770" y="488633"/>
                  </a:lnTo>
                  <a:lnTo>
                    <a:pt x="60007" y="489585"/>
                  </a:lnTo>
                  <a:lnTo>
                    <a:pt x="0" y="953"/>
                  </a:lnTo>
                  <a:close/>
                </a:path>
              </a:pathLst>
            </a:custGeom>
            <a:solidFill>
              <a:srgbClr val="EBCA98"/>
            </a:solidFill>
            <a:ln w="9525" cap="flat">
              <a:noFill/>
              <a:prstDash val="solid"/>
              <a:miter/>
            </a:ln>
          </p:spPr>
          <p:txBody>
            <a:bodyPr rtlCol="0" anchor="ctr"/>
            <a:lstStyle/>
            <a:p>
              <a:endParaRPr lang="zh-CN" altLang="en-US"/>
            </a:p>
          </p:txBody>
        </p:sp>
        <p:sp>
          <p:nvSpPr>
            <p:cNvPr id="21" name="图形 5"/>
            <p:cNvSpPr/>
            <p:nvPr>
              <p:custDataLst>
                <p:tags r:id="rId9"/>
              </p:custDataLst>
            </p:nvPr>
          </p:nvSpPr>
          <p:spPr>
            <a:xfrm>
              <a:off x="4259580" y="2331720"/>
              <a:ext cx="180022" cy="18097"/>
            </a:xfrm>
            <a:custGeom>
              <a:avLst/>
              <a:gdLst>
                <a:gd name="connsiteX0" fmla="*/ 0 w 180022"/>
                <a:gd name="connsiteY0" fmla="*/ 18098 h 18097"/>
                <a:gd name="connsiteX1" fmla="*/ 180022 w 180022"/>
                <a:gd name="connsiteY1" fmla="*/ 0 h 18097"/>
              </a:gdLst>
              <a:ahLst/>
              <a:cxnLst>
                <a:cxn ang="0">
                  <a:pos x="connsiteX0" y="connsiteY0"/>
                </a:cxn>
                <a:cxn ang="0">
                  <a:pos x="connsiteX1" y="connsiteY1"/>
                </a:cxn>
              </a:cxnLst>
              <a:rect l="l" t="t" r="r" b="b"/>
              <a:pathLst>
                <a:path w="180022" h="18097">
                  <a:moveTo>
                    <a:pt x="0" y="18098"/>
                  </a:moveTo>
                  <a:lnTo>
                    <a:pt x="180022" y="0"/>
                  </a:lnTo>
                </a:path>
              </a:pathLst>
            </a:custGeom>
            <a:ln w="9525" cap="flat">
              <a:solidFill>
                <a:srgbClr val="EBC999"/>
              </a:solidFill>
              <a:prstDash val="solid"/>
              <a:miter/>
            </a:ln>
          </p:spPr>
          <p:txBody>
            <a:bodyPr rtlCol="0" anchor="ctr"/>
            <a:lstStyle/>
            <a:p>
              <a:endParaRPr lang="zh-CN" altLang="en-US"/>
            </a:p>
          </p:txBody>
        </p:sp>
        <p:sp>
          <p:nvSpPr>
            <p:cNvPr id="22" name="图形 5"/>
            <p:cNvSpPr/>
            <p:nvPr>
              <p:custDataLst>
                <p:tags r:id="rId10"/>
              </p:custDataLst>
            </p:nvPr>
          </p:nvSpPr>
          <p:spPr>
            <a:xfrm>
              <a:off x="7669530" y="2331720"/>
              <a:ext cx="180022" cy="18097"/>
            </a:xfrm>
            <a:custGeom>
              <a:avLst/>
              <a:gdLst>
                <a:gd name="connsiteX0" fmla="*/ 180023 w 180022"/>
                <a:gd name="connsiteY0" fmla="*/ 18098 h 18097"/>
                <a:gd name="connsiteX1" fmla="*/ 0 w 180022"/>
                <a:gd name="connsiteY1" fmla="*/ 0 h 18097"/>
              </a:gdLst>
              <a:ahLst/>
              <a:cxnLst>
                <a:cxn ang="0">
                  <a:pos x="connsiteX0" y="connsiteY0"/>
                </a:cxn>
                <a:cxn ang="0">
                  <a:pos x="connsiteX1" y="connsiteY1"/>
                </a:cxn>
              </a:cxnLst>
              <a:rect l="l" t="t" r="r" b="b"/>
              <a:pathLst>
                <a:path w="180022" h="18097">
                  <a:moveTo>
                    <a:pt x="180023" y="18098"/>
                  </a:moveTo>
                  <a:lnTo>
                    <a:pt x="0" y="0"/>
                  </a:lnTo>
                </a:path>
              </a:pathLst>
            </a:custGeom>
            <a:ln w="9525" cap="flat">
              <a:solidFill>
                <a:srgbClr val="EBC999"/>
              </a:solidFill>
              <a:prstDash val="solid"/>
              <a:miter/>
            </a:ln>
          </p:spPr>
          <p:txBody>
            <a:bodyPr rtlCol="0" anchor="ctr"/>
            <a:lstStyle/>
            <a:p>
              <a:endParaRPr lang="zh-CN" altLang="en-US"/>
            </a:p>
          </p:txBody>
        </p:sp>
      </p:grpSp>
      <p:sp>
        <p:nvSpPr>
          <p:cNvPr id="3" name="文本框 2"/>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03</a:t>
            </a:r>
            <a:endParaRPr lang="en-US" sz="3200" dirty="0" smtClean="0">
              <a:solidFill>
                <a:srgbClr val="3F396C"/>
              </a:solidFill>
              <a:latin typeface="思源宋体" panose="02020700000000000000" charset="-122"/>
              <a:ea typeface="思源宋体" panose="02020700000000000000" charset="-122"/>
            </a:endParaRPr>
          </a:p>
        </p:txBody>
      </p:sp>
      <p:sp>
        <p:nvSpPr>
          <p:cNvPr id="4" name="文本框 3"/>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知识</a:t>
            </a: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储备</a:t>
            </a:r>
            <a:endPar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
        <p:nvSpPr>
          <p:cNvPr id="24" name="文本框 23"/>
          <p:cNvSpPr txBox="1"/>
          <p:nvPr/>
        </p:nvSpPr>
        <p:spPr>
          <a:xfrm>
            <a:off x="4370070" y="2366010"/>
            <a:ext cx="7292975" cy="3677920"/>
          </a:xfrm>
          <a:prstGeom prst="rect">
            <a:avLst/>
          </a:prstGeom>
          <a:noFill/>
        </p:spPr>
        <p:txBody>
          <a:bodyPr wrap="square" rtlCol="0">
            <a:noAutofit/>
          </a:bodyPr>
          <a:lstStyle/>
          <a:p>
            <a:pPr indent="457200" fontAlgn="auto">
              <a:lnSpc>
                <a:spcPct val="150000"/>
              </a:lnSpc>
            </a:pPr>
            <a:r>
              <a:rPr lang="zh-CN" dirty="0">
                <a:latin typeface="微软雅黑" panose="020B0503020204020204" pitchFamily="34" charset="-122"/>
                <a:ea typeface="微软雅黑" panose="020B0503020204020204" pitchFamily="34" charset="-122"/>
                <a:cs typeface="微软雅黑" panose="020B0503020204020204" pitchFamily="34" charset="-122"/>
                <a:sym typeface="+mn-ea"/>
              </a:rPr>
              <a:t>在企业级</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Agent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中，真正决定系统效率的往往不是语言表达是否自然，而是它能否快速判断当前输入属于什么任务、还缺什么信息、下一步应该往哪里走。多轮系统的关键不只是连续对话能力，更是业务推进能力。这就需要引入意图识别、补槽机制和会话路由。意图识别的本质，是把用户自然语言映射成业务动作。用户说</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帮我报修</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巡检标准温度是多少</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设备编号是</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AC-204”“</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不用继续了，重新开始</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，从人类角度看只是不同句子，但在系统内部，它们对应的是不同流程入口。成熟的设计通常会先让</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LLM</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节点完成语义判断，再输出结构化结果，从而将</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理解</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与</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执行</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分离开来，既保留了模型对自然语言的适应能力，也保证了流程整体的可控性。</a:t>
            </a:r>
            <a:endPar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圆角矩形 22"/>
          <p:cNvSpPr/>
          <p:nvPr/>
        </p:nvSpPr>
        <p:spPr>
          <a:xfrm>
            <a:off x="546265" y="1728470"/>
            <a:ext cx="7468870" cy="4835525"/>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文本框 23"/>
          <p:cNvSpPr txBox="1"/>
          <p:nvPr/>
        </p:nvSpPr>
        <p:spPr>
          <a:xfrm>
            <a:off x="922171" y="1860550"/>
            <a:ext cx="6771164" cy="4554000"/>
          </a:xfrm>
          <a:prstGeom prst="rect">
            <a:avLst/>
          </a:prstGeom>
          <a:noFill/>
        </p:spPr>
        <p:txBody>
          <a:bodyPr wrap="square" rtlCol="0">
            <a:noAutofit/>
          </a:bodyPr>
          <a:lstStyle/>
          <a:p>
            <a:pPr indent="457200" fontAlgn="auto">
              <a:lnSpc>
                <a:spcPct val="150000"/>
              </a:lnSpc>
            </a:pPr>
            <a:r>
              <a:rPr lang="zh-CN" dirty="0">
                <a:latin typeface="微软雅黑" panose="020B0503020204020204" pitchFamily="34" charset="-122"/>
                <a:ea typeface="微软雅黑" panose="020B0503020204020204" pitchFamily="34" charset="-122"/>
                <a:cs typeface="微软雅黑" panose="020B0503020204020204" pitchFamily="34" charset="-122"/>
                <a:sym typeface="+mn-ea"/>
              </a:rPr>
              <a:t>在任务型对话中，补槽机制（</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Slot Filling</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尤为重要。许多业务任务在信息不完整时无法直接生成结果。例如，报修需要设备编号、位置、故障现象和联系人；预约需要时间、地点和对象；审批需要事项、理由和附件。补槽不是多问几句，而是一种结构化的信息收集过程。一个专业的补槽系统，必须先知道完成当前任务至少需要哪些参数，再根据当前状态判断还缺少什么，并且在每一轮只追问最关键的少数字段，而不是一次性抛出大量泛化问题。补槽的本质不是</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增强聊天感</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，而是</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推动业务向完成状态推进</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25" name="矩形 24"/>
          <p:cNvSpPr/>
          <p:nvPr/>
        </p:nvSpPr>
        <p:spPr>
          <a:xfrm>
            <a:off x="8336934" y="1792605"/>
            <a:ext cx="3494356" cy="477139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教材对应知识的图片</a:t>
            </a:r>
            <a:endParaRPr lang="zh-CN" altLang="en-US" dirty="0">
              <a:solidFill>
                <a:schemeClr val="tx1"/>
              </a:solidFill>
            </a:endParaRPr>
          </a:p>
        </p:txBody>
      </p:sp>
      <p:sp>
        <p:nvSpPr>
          <p:cNvPr id="2" name="文本框 1"/>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03</a:t>
            </a:r>
            <a:endParaRPr lang="en-US" sz="3200" dirty="0" smtClean="0">
              <a:solidFill>
                <a:srgbClr val="3F396C"/>
              </a:solidFill>
              <a:latin typeface="思源宋体" panose="02020700000000000000" charset="-122"/>
              <a:ea typeface="思源宋体" panose="02020700000000000000" charset="-122"/>
            </a:endParaRPr>
          </a:p>
        </p:txBody>
      </p:sp>
      <p:sp>
        <p:nvSpPr>
          <p:cNvPr id="17" name="文本框 16"/>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知识储备</a:t>
            </a:r>
            <a:endParaRPr lang="en-US" altLang="zh-CN"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4169907" y="1773555"/>
            <a:ext cx="7664450" cy="4690745"/>
            <a:chOff x="450850" y="1397000"/>
            <a:chExt cx="5784850" cy="4690745"/>
          </a:xfrm>
        </p:grpSpPr>
        <p:sp>
          <p:nvSpPr>
            <p:cNvPr id="11" name="矩形 10"/>
            <p:cNvSpPr/>
            <p:nvPr>
              <p:custDataLst>
                <p:tags r:id="rId1"/>
              </p:custDataLst>
            </p:nvPr>
          </p:nvSpPr>
          <p:spPr>
            <a:xfrm>
              <a:off x="450850" y="1397000"/>
              <a:ext cx="5784850" cy="4690745"/>
            </a:xfrm>
            <a:prstGeom prst="rect">
              <a:avLst/>
            </a:prstGeom>
          </p:spPr>
          <p:style>
            <a:lnRef idx="2">
              <a:schemeClr val="accent1"/>
            </a:lnRef>
            <a:fillRef idx="1">
              <a:schemeClr val="lt1"/>
            </a:fillRef>
            <a:effectRef idx="0">
              <a:schemeClr val="accent1"/>
            </a:effectRef>
            <a:fontRef idx="minor">
              <a:schemeClr val="dk1"/>
            </a:fontRef>
          </p:style>
          <p:txBody>
            <a:bodyPr rtlCol="0" anchor="ctr">
              <a:normAutofit/>
            </a:bodyPr>
            <a:lstStyle/>
            <a:p>
              <a:pPr>
                <a:lnSpc>
                  <a:spcPct val="120000"/>
                </a:lnSpc>
              </a:pPr>
              <a:endParaRPr lang="zh-CN" altLang="en-US" sz="1400" spc="150" dirty="0">
                <a:latin typeface="Arial" panose="020B0604020202020204" pitchFamily="34" charset="0"/>
                <a:ea typeface="微软雅黑" panose="020B0503020204020204" pitchFamily="34" charset="-122"/>
                <a:sym typeface="Arial" panose="020B0604020202020204" pitchFamily="34" charset="0"/>
              </a:endParaRPr>
            </a:p>
          </p:txBody>
        </p:sp>
        <p:sp>
          <p:nvSpPr>
            <p:cNvPr id="12" name="矩形 11"/>
            <p:cNvSpPr/>
            <p:nvPr>
              <p:custDataLst>
                <p:tags r:id="rId2"/>
              </p:custDataLst>
            </p:nvPr>
          </p:nvSpPr>
          <p:spPr>
            <a:xfrm>
              <a:off x="574040" y="1519555"/>
              <a:ext cx="5521960" cy="4351655"/>
            </a:xfrm>
            <a:prstGeom prst="rect">
              <a:avLst/>
            </a:prstGeom>
            <a:solidFill>
              <a:srgbClr val="4276AA"/>
            </a:solidFill>
            <a:ln>
              <a:noFill/>
            </a:ln>
          </p:spPr>
          <p:style>
            <a:lnRef idx="2">
              <a:srgbClr val="8590CA">
                <a:shade val="50000"/>
              </a:srgbClr>
            </a:lnRef>
            <a:fillRef idx="1">
              <a:srgbClr val="8590CA"/>
            </a:fillRef>
            <a:effectRef idx="0">
              <a:srgbClr val="8590CA"/>
            </a:effectRef>
            <a:fontRef idx="minor">
              <a:sysClr val="window" lastClr="FFFFFF"/>
            </a:fontRef>
          </p:style>
          <p:txBody>
            <a:bodyPr rtlCol="0" anchor="ctr">
              <a:normAutofit/>
            </a:bodyPr>
            <a:lstStyle/>
            <a:p>
              <a:pPr>
                <a:lnSpc>
                  <a:spcPct val="120000"/>
                </a:lnSpc>
              </a:pPr>
              <a:endParaRPr lang="zh-CN" altLang="en-US" sz="1400" spc="150" dirty="0">
                <a:latin typeface="Arial" panose="020B0604020202020204" pitchFamily="34" charset="0"/>
                <a:ea typeface="微软雅黑" panose="020B0503020204020204" pitchFamily="34" charset="-122"/>
                <a:sym typeface="Arial" panose="020B0604020202020204" pitchFamily="34" charset="0"/>
              </a:endParaRPr>
            </a:p>
          </p:txBody>
        </p:sp>
      </p:grpSp>
      <p:sp>
        <p:nvSpPr>
          <p:cNvPr id="13" name="文本框 12"/>
          <p:cNvSpPr txBox="1"/>
          <p:nvPr>
            <p:custDataLst>
              <p:tags r:id="rId3"/>
            </p:custDataLst>
          </p:nvPr>
        </p:nvSpPr>
        <p:spPr>
          <a:xfrm>
            <a:off x="4493895" y="1978025"/>
            <a:ext cx="6997700" cy="4181475"/>
          </a:xfrm>
          <a:prstGeom prst="rect">
            <a:avLst/>
          </a:prstGeom>
          <a:noFill/>
        </p:spPr>
        <p:txBody>
          <a:bodyPr wrap="square" rtlCol="0" anchor="t">
            <a:noAutofit/>
          </a:bodyPr>
          <a:lstStyle/>
          <a:p>
            <a:pPr indent="457200" fontAlgn="auto">
              <a:lnSpc>
                <a:spcPct val="150000"/>
              </a:lnSpc>
            </a:pPr>
            <a:r>
              <a:rPr 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与之相伴的，是新话题识别与会话重置机制。真实用户并不会严格沿着系统预设路径交互，他可能在补充报修信息时突然转去问知识问题，也可能直接中断当前任务重新开始。如果系统不能正确识别这些行为，就会出现旧状态污染新任务的问题：知识问答被错误地当成报修信息补充，旧槽位被错误带入新流程，或者系统继续追问已经无关的字段。因此，智能体需要知道如何</a:t>
            </a:r>
            <a:r>
              <a:rPr lang="en-US" alt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继续当前任务</a:t>
            </a:r>
            <a:r>
              <a:rPr lang="en-US" alt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，以及如何</a:t>
            </a:r>
            <a:r>
              <a:rPr lang="en-US" alt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结束当前任务</a:t>
            </a:r>
            <a:r>
              <a:rPr lang="en-US" alt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，或者在不同任务之间切换。对企业级智能体来说，这种话题边界感并不是锦上添花，而是系统长期可用的重要前提。</a:t>
            </a:r>
            <a:endPar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15" name="矩形 14"/>
          <p:cNvSpPr/>
          <p:nvPr/>
        </p:nvSpPr>
        <p:spPr>
          <a:xfrm>
            <a:off x="429756" y="1773555"/>
            <a:ext cx="3507243" cy="469074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教材对应知识的图片</a:t>
            </a:r>
            <a:endParaRPr lang="zh-CN" altLang="en-US" dirty="0">
              <a:solidFill>
                <a:schemeClr val="tx1"/>
              </a:solidFill>
            </a:endParaRPr>
          </a:p>
        </p:txBody>
      </p:sp>
      <p:sp>
        <p:nvSpPr>
          <p:cNvPr id="4" name="文本框 3"/>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03</a:t>
            </a:r>
            <a:endParaRPr lang="en-US" sz="3200" dirty="0" smtClean="0">
              <a:solidFill>
                <a:srgbClr val="3F396C"/>
              </a:solidFill>
              <a:latin typeface="思源宋体" panose="02020700000000000000" charset="-122"/>
              <a:ea typeface="思源宋体" panose="02020700000000000000" charset="-122"/>
            </a:endParaRPr>
          </a:p>
        </p:txBody>
      </p:sp>
      <p:sp>
        <p:nvSpPr>
          <p:cNvPr id="17" name="文本框 16"/>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知识储备</a:t>
            </a:r>
            <a:endParaRPr lang="en-US" altLang="zh-CN"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5982970" y="2061210"/>
            <a:ext cx="528955" cy="71755"/>
            <a:chOff x="5831400" y="1495425"/>
            <a:chExt cx="529200" cy="72000"/>
          </a:xfrm>
        </p:grpSpPr>
        <p:sp>
          <p:nvSpPr>
            <p:cNvPr id="22" name="椭圆 21"/>
            <p:cNvSpPr/>
            <p:nvPr/>
          </p:nvSpPr>
          <p:spPr>
            <a:xfrm>
              <a:off x="5831400" y="1495425"/>
              <a:ext cx="72000" cy="720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50000"/>
                </a:lnSpc>
                <a:spcBef>
                  <a:spcPts val="0"/>
                </a:spcBef>
                <a:spcAft>
                  <a:spcPts val="0"/>
                </a:spcAft>
                <a:buClrTx/>
                <a:buSzTx/>
                <a:buFontTx/>
                <a:buNone/>
                <a:defRPr/>
              </a:pPr>
              <a:endParaRPr kumimoji="0" lang="en-US" sz="1800" b="0" i="0" u="none" strike="noStrike" kern="1200" cap="none" spc="0" normalizeH="0" baseline="0" noProof="0">
                <a:ln>
                  <a:noFill/>
                </a:ln>
                <a:solidFill>
                  <a:srgbClr val="303030"/>
                </a:solidFill>
                <a:effectLst/>
                <a:uLnTx/>
                <a:uFillTx/>
                <a:latin typeface="Arial" panose="020B0604020202020204"/>
                <a:ea typeface="微软雅黑" panose="020B0503020204020204" pitchFamily="34" charset="-122"/>
                <a:cs typeface="+mn-ea"/>
                <a:sym typeface="+mn-lt"/>
              </a:endParaRPr>
            </a:p>
          </p:txBody>
        </p:sp>
        <p:sp>
          <p:nvSpPr>
            <p:cNvPr id="23" name="椭圆 22"/>
            <p:cNvSpPr/>
            <p:nvPr/>
          </p:nvSpPr>
          <p:spPr>
            <a:xfrm>
              <a:off x="5983800" y="1495425"/>
              <a:ext cx="72000" cy="720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50000"/>
                </a:lnSpc>
                <a:spcBef>
                  <a:spcPts val="0"/>
                </a:spcBef>
                <a:spcAft>
                  <a:spcPts val="0"/>
                </a:spcAft>
                <a:buClrTx/>
                <a:buSzTx/>
                <a:buFontTx/>
                <a:buNone/>
                <a:defRPr/>
              </a:pPr>
              <a:endParaRPr kumimoji="0" lang="en-US" sz="1800" b="0" i="0" u="none" strike="noStrike" kern="1200" cap="none" spc="0" normalizeH="0" baseline="0" noProof="0">
                <a:ln>
                  <a:noFill/>
                </a:ln>
                <a:solidFill>
                  <a:srgbClr val="303030"/>
                </a:solidFill>
                <a:effectLst/>
                <a:uLnTx/>
                <a:uFillTx/>
                <a:latin typeface="Arial" panose="020B0604020202020204"/>
                <a:ea typeface="微软雅黑" panose="020B0503020204020204" pitchFamily="34" charset="-122"/>
                <a:cs typeface="+mn-ea"/>
                <a:sym typeface="+mn-lt"/>
              </a:endParaRPr>
            </a:p>
          </p:txBody>
        </p:sp>
        <p:sp>
          <p:nvSpPr>
            <p:cNvPr id="5" name="椭圆 4"/>
            <p:cNvSpPr/>
            <p:nvPr/>
          </p:nvSpPr>
          <p:spPr>
            <a:xfrm>
              <a:off x="6136200" y="1495425"/>
              <a:ext cx="72000" cy="7200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50000"/>
                </a:lnSpc>
                <a:spcBef>
                  <a:spcPts val="0"/>
                </a:spcBef>
                <a:spcAft>
                  <a:spcPts val="0"/>
                </a:spcAft>
                <a:buClrTx/>
                <a:buSzTx/>
                <a:buFontTx/>
                <a:buNone/>
                <a:defRPr/>
              </a:pPr>
              <a:endParaRPr kumimoji="0" lang="en-US" sz="1800" b="0" i="0" u="none" strike="noStrike" kern="1200" cap="none" spc="0" normalizeH="0" baseline="0" noProof="0">
                <a:ln>
                  <a:noFill/>
                </a:ln>
                <a:solidFill>
                  <a:srgbClr val="303030"/>
                </a:solidFill>
                <a:effectLst/>
                <a:uLnTx/>
                <a:uFillTx/>
                <a:latin typeface="Arial" panose="020B0604020202020204"/>
                <a:ea typeface="微软雅黑" panose="020B0503020204020204" pitchFamily="34" charset="-122"/>
                <a:cs typeface="+mn-ea"/>
                <a:sym typeface="+mn-lt"/>
              </a:endParaRPr>
            </a:p>
          </p:txBody>
        </p:sp>
        <p:sp>
          <p:nvSpPr>
            <p:cNvPr id="6" name="椭圆 5"/>
            <p:cNvSpPr/>
            <p:nvPr/>
          </p:nvSpPr>
          <p:spPr>
            <a:xfrm>
              <a:off x="6288600" y="1495425"/>
              <a:ext cx="72000" cy="7200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50000"/>
                </a:lnSpc>
                <a:spcBef>
                  <a:spcPts val="0"/>
                </a:spcBef>
                <a:spcAft>
                  <a:spcPts val="0"/>
                </a:spcAft>
                <a:buClrTx/>
                <a:buSzTx/>
                <a:buFontTx/>
                <a:buNone/>
                <a:defRPr/>
              </a:pPr>
              <a:endParaRPr kumimoji="0" lang="en-US" sz="1800" b="0" i="0" u="none" strike="noStrike" kern="1200" cap="none" spc="0" normalizeH="0" baseline="0" noProof="0">
                <a:ln>
                  <a:noFill/>
                </a:ln>
                <a:solidFill>
                  <a:srgbClr val="303030"/>
                </a:solidFill>
                <a:effectLst/>
                <a:uLnTx/>
                <a:uFillTx/>
                <a:latin typeface="Arial" panose="020B0604020202020204"/>
                <a:ea typeface="微软雅黑" panose="020B0503020204020204" pitchFamily="34" charset="-122"/>
                <a:cs typeface="+mn-ea"/>
                <a:sym typeface="+mn-lt"/>
              </a:endParaRPr>
            </a:p>
          </p:txBody>
        </p:sp>
      </p:grpSp>
      <p:grpSp>
        <p:nvGrpSpPr>
          <p:cNvPr id="18" name="组合 17"/>
          <p:cNvGrpSpPr/>
          <p:nvPr>
            <p:custDataLst>
              <p:tags r:id="rId1"/>
            </p:custDataLst>
          </p:nvPr>
        </p:nvGrpSpPr>
        <p:grpSpPr>
          <a:xfrm>
            <a:off x="1019810" y="2407403"/>
            <a:ext cx="3578068" cy="829945"/>
            <a:chOff x="1019810" y="2115568"/>
            <a:chExt cx="3578068" cy="829945"/>
          </a:xfrm>
        </p:grpSpPr>
        <p:sp>
          <p:nvSpPr>
            <p:cNvPr id="8" name="文本框 7"/>
            <p:cNvSpPr txBox="1"/>
            <p:nvPr>
              <p:custDataLst>
                <p:tags r:id="rId2"/>
              </p:custDataLst>
            </p:nvPr>
          </p:nvSpPr>
          <p:spPr>
            <a:xfrm flipH="1">
              <a:off x="2214341" y="2298448"/>
              <a:ext cx="2383537" cy="52197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ea"/>
                  <a:sym typeface="+mn-ea"/>
                </a:rPr>
                <a:t>任务描述</a:t>
              </a:r>
              <a:endParaRPr kumimoji="0" lang="zh-CN" altLang="en-US" sz="280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ea"/>
                <a:sym typeface="+mn-ea"/>
              </a:endParaRPr>
            </a:p>
          </p:txBody>
        </p:sp>
        <p:sp>
          <p:nvSpPr>
            <p:cNvPr id="14" name="文本框 13"/>
            <p:cNvSpPr txBox="1"/>
            <p:nvPr>
              <p:custDataLst>
                <p:tags r:id="rId3"/>
              </p:custDataLst>
            </p:nvPr>
          </p:nvSpPr>
          <p:spPr>
            <a:xfrm>
              <a:off x="1019810" y="2115568"/>
              <a:ext cx="961884" cy="82994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4800" b="0" i="0" u="none" strike="noStrike" kern="1200" cap="none" spc="0" normalizeH="0" baseline="0" noProof="0">
                  <a:ln>
                    <a:noFill/>
                  </a:ln>
                  <a:solidFill>
                    <a:srgbClr val="303030"/>
                  </a:solidFill>
                  <a:effectLst/>
                  <a:uLnTx/>
                  <a:uFillTx/>
                  <a:latin typeface="+mn-ea"/>
                  <a:cs typeface="+mn-ea"/>
                  <a:sym typeface="+mn-lt"/>
                </a:rPr>
                <a:t>01</a:t>
              </a:r>
              <a:endParaRPr kumimoji="0" lang="en-US" sz="4800" b="0" i="0" u="none" strike="noStrike" kern="1200" cap="none" spc="0" normalizeH="0" baseline="0" noProof="0">
                <a:ln>
                  <a:noFill/>
                </a:ln>
                <a:solidFill>
                  <a:srgbClr val="303030"/>
                </a:solidFill>
                <a:effectLst/>
                <a:uLnTx/>
                <a:uFillTx/>
                <a:latin typeface="+mn-ea"/>
                <a:cs typeface="+mn-ea"/>
                <a:sym typeface="+mn-lt"/>
              </a:endParaRPr>
            </a:p>
          </p:txBody>
        </p:sp>
        <p:cxnSp>
          <p:nvCxnSpPr>
            <p:cNvPr id="15" name="直接连接符 14"/>
            <p:cNvCxnSpPr/>
            <p:nvPr>
              <p:custDataLst>
                <p:tags r:id="rId4"/>
              </p:custDataLst>
            </p:nvPr>
          </p:nvCxnSpPr>
          <p:spPr>
            <a:xfrm flipH="1">
              <a:off x="1978973" y="2302258"/>
              <a:ext cx="127208" cy="45720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grpSp>
      <p:grpSp>
        <p:nvGrpSpPr>
          <p:cNvPr id="13" name="组合 12"/>
          <p:cNvGrpSpPr/>
          <p:nvPr>
            <p:custDataLst>
              <p:tags r:id="rId5"/>
            </p:custDataLst>
          </p:nvPr>
        </p:nvGrpSpPr>
        <p:grpSpPr>
          <a:xfrm>
            <a:off x="1019810" y="3342914"/>
            <a:ext cx="5267818" cy="829945"/>
            <a:chOff x="1019810" y="3241423"/>
            <a:chExt cx="5267818" cy="829945"/>
          </a:xfrm>
        </p:grpSpPr>
        <p:sp>
          <p:nvSpPr>
            <p:cNvPr id="21" name="文本框 20"/>
            <p:cNvSpPr txBox="1"/>
            <p:nvPr>
              <p:custDataLst>
                <p:tags r:id="rId6"/>
              </p:custDataLst>
            </p:nvPr>
          </p:nvSpPr>
          <p:spPr>
            <a:xfrm flipH="1">
              <a:off x="2214341" y="3424938"/>
              <a:ext cx="4073287" cy="521970"/>
            </a:xfrm>
            <a:prstGeom prst="rect">
              <a:avLst/>
            </a:prstGeom>
            <a:noFill/>
          </p:spPr>
          <p:txBody>
            <a:bodyPr wrap="square" rtlCol="0">
              <a:spAutoFit/>
            </a:bodyPr>
            <a:lstStyle/>
            <a:p>
              <a:pPr eaLnBrk="0" hangingPunct="0"/>
              <a:r>
                <a:rPr lang="zh-CN" altLang="en-US" sz="2800" dirty="0">
                  <a:solidFill>
                    <a:schemeClr val="tx1"/>
                  </a:solidFill>
                  <a:cs typeface="+mn-ea"/>
                  <a:sym typeface="+mn-lt"/>
                </a:rPr>
                <a:t>任务目标和重难点</a:t>
              </a:r>
              <a:endParaRPr lang="zh-CN" altLang="en-US" sz="2800" dirty="0">
                <a:solidFill>
                  <a:schemeClr val="tx1"/>
                </a:solidFill>
                <a:cs typeface="+mn-ea"/>
                <a:sym typeface="+mn-lt"/>
              </a:endParaRPr>
            </a:p>
          </p:txBody>
        </p:sp>
        <p:sp>
          <p:nvSpPr>
            <p:cNvPr id="34" name="文本框 33"/>
            <p:cNvSpPr txBox="1"/>
            <p:nvPr>
              <p:custDataLst>
                <p:tags r:id="rId7"/>
              </p:custDataLst>
            </p:nvPr>
          </p:nvSpPr>
          <p:spPr>
            <a:xfrm>
              <a:off x="1019810" y="3241423"/>
              <a:ext cx="870751" cy="82994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4800" b="0" i="0" u="none" strike="noStrike" kern="1200" cap="none" spc="0" normalizeH="0" baseline="0" noProof="0" dirty="0">
                  <a:ln>
                    <a:noFill/>
                  </a:ln>
                  <a:solidFill>
                    <a:srgbClr val="303030"/>
                  </a:solidFill>
                  <a:effectLst/>
                  <a:uLnTx/>
                  <a:uFillTx/>
                  <a:latin typeface="Arial" panose="020B0604020202020204"/>
                  <a:ea typeface="微软雅黑" panose="020B0503020204020204" pitchFamily="34" charset="-122"/>
                  <a:cs typeface="+mn-ea"/>
                  <a:sym typeface="+mn-lt"/>
                </a:rPr>
                <a:t>02</a:t>
              </a:r>
              <a:endParaRPr kumimoji="0" lang="en-US" sz="4800" b="0" i="0" u="none" strike="noStrike" kern="1200" cap="none" spc="0" normalizeH="0" baseline="0" noProof="0" dirty="0">
                <a:ln>
                  <a:noFill/>
                </a:ln>
                <a:solidFill>
                  <a:srgbClr val="303030"/>
                </a:solidFill>
                <a:effectLst/>
                <a:uLnTx/>
                <a:uFillTx/>
                <a:latin typeface="Arial" panose="020B0604020202020204"/>
                <a:ea typeface="微软雅黑" panose="020B0503020204020204" pitchFamily="34" charset="-122"/>
                <a:cs typeface="+mn-ea"/>
                <a:sym typeface="+mn-lt"/>
              </a:endParaRPr>
            </a:p>
          </p:txBody>
        </p:sp>
        <p:cxnSp>
          <p:nvCxnSpPr>
            <p:cNvPr id="35" name="直接连接符 34"/>
            <p:cNvCxnSpPr/>
            <p:nvPr>
              <p:custDataLst>
                <p:tags r:id="rId8"/>
              </p:custDataLst>
            </p:nvPr>
          </p:nvCxnSpPr>
          <p:spPr>
            <a:xfrm flipH="1">
              <a:off x="1978973" y="3428113"/>
              <a:ext cx="127208" cy="45720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grpSp>
      <p:grpSp>
        <p:nvGrpSpPr>
          <p:cNvPr id="26" name="组合 25"/>
          <p:cNvGrpSpPr/>
          <p:nvPr>
            <p:custDataLst>
              <p:tags r:id="rId9"/>
            </p:custDataLst>
          </p:nvPr>
        </p:nvGrpSpPr>
        <p:grpSpPr>
          <a:xfrm>
            <a:off x="1019810" y="4262394"/>
            <a:ext cx="4068621" cy="829945"/>
            <a:chOff x="1019810" y="5599430"/>
            <a:chExt cx="4068621" cy="829945"/>
          </a:xfrm>
        </p:grpSpPr>
        <p:sp>
          <p:nvSpPr>
            <p:cNvPr id="31" name="文本框 30"/>
            <p:cNvSpPr txBox="1"/>
            <p:nvPr>
              <p:custDataLst>
                <p:tags r:id="rId10"/>
              </p:custDataLst>
            </p:nvPr>
          </p:nvSpPr>
          <p:spPr>
            <a:xfrm flipH="1">
              <a:off x="2214342" y="5782945"/>
              <a:ext cx="2874089" cy="521970"/>
            </a:xfrm>
            <a:prstGeom prst="rect">
              <a:avLst/>
            </a:prstGeom>
            <a:noFill/>
          </p:spPr>
          <p:txBody>
            <a:bodyPr wrap="square" rtlCol="0">
              <a:spAutoFit/>
            </a:bodyPr>
            <a:lstStyle/>
            <a:p>
              <a:pPr eaLnBrk="0" hangingPunct="0"/>
              <a:r>
                <a:rPr kumimoji="0" lang="zh-CN" altLang="en-US" sz="2800" i="0" u="none" strike="noStrike" kern="1200" cap="none" spc="0" normalizeH="0" baseline="0" noProof="0" dirty="0">
                  <a:ln>
                    <a:noFill/>
                  </a:ln>
                  <a:solidFill>
                    <a:schemeClr val="tx1"/>
                  </a:solidFill>
                  <a:effectLst/>
                  <a:uLnTx/>
                  <a:uFillTx/>
                  <a:latin typeface="Arial" panose="020B0604020202020204"/>
                  <a:ea typeface="微软雅黑" panose="020B0503020204020204" pitchFamily="34" charset="-122"/>
                  <a:cs typeface="+mn-ea"/>
                  <a:sym typeface="+mn-lt"/>
                </a:rPr>
                <a:t>知识储备</a:t>
              </a:r>
              <a:endParaRPr kumimoji="0" lang="zh-CN" altLang="en-US" sz="2800" i="0" u="none" strike="noStrike" kern="1200" cap="none" spc="0" normalizeH="0" baseline="0" noProof="0" dirty="0">
                <a:ln>
                  <a:noFill/>
                </a:ln>
                <a:solidFill>
                  <a:schemeClr val="tx1"/>
                </a:solidFill>
                <a:effectLst/>
                <a:uLnTx/>
                <a:uFillTx/>
                <a:latin typeface="Arial" panose="020B0604020202020204"/>
                <a:ea typeface="微软雅黑" panose="020B0503020204020204" pitchFamily="34" charset="-122"/>
                <a:cs typeface="+mn-ea"/>
                <a:sym typeface="+mn-lt"/>
              </a:endParaRPr>
            </a:p>
          </p:txBody>
        </p:sp>
        <p:sp>
          <p:nvSpPr>
            <p:cNvPr id="32" name="文本框 31"/>
            <p:cNvSpPr txBox="1"/>
            <p:nvPr>
              <p:custDataLst>
                <p:tags r:id="rId11"/>
              </p:custDataLst>
            </p:nvPr>
          </p:nvSpPr>
          <p:spPr>
            <a:xfrm>
              <a:off x="1019810" y="5599430"/>
              <a:ext cx="870751" cy="82994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4800" b="0" i="0" u="none" strike="noStrike" kern="1200" cap="none" spc="0" normalizeH="0" baseline="0" noProof="0" dirty="0" smtClean="0">
                  <a:ln>
                    <a:noFill/>
                  </a:ln>
                  <a:solidFill>
                    <a:srgbClr val="303030"/>
                  </a:solidFill>
                  <a:effectLst/>
                  <a:uLnTx/>
                  <a:uFillTx/>
                  <a:latin typeface="Arial" panose="020B0604020202020204"/>
                  <a:ea typeface="微软雅黑" panose="020B0503020204020204" pitchFamily="34" charset="-122"/>
                  <a:cs typeface="+mn-ea"/>
                  <a:sym typeface="+mn-lt"/>
                </a:rPr>
                <a:t>03</a:t>
              </a:r>
              <a:endParaRPr kumimoji="0" lang="en-US" sz="4800" b="0" i="0" u="none" strike="noStrike" kern="1200" cap="none" spc="0" normalizeH="0" baseline="0" noProof="0" dirty="0">
                <a:ln>
                  <a:noFill/>
                </a:ln>
                <a:solidFill>
                  <a:srgbClr val="303030"/>
                </a:solidFill>
                <a:effectLst/>
                <a:uLnTx/>
                <a:uFillTx/>
                <a:latin typeface="Arial" panose="020B0604020202020204"/>
                <a:ea typeface="微软雅黑" panose="020B0503020204020204" pitchFamily="34" charset="-122"/>
                <a:cs typeface="+mn-ea"/>
                <a:sym typeface="+mn-lt"/>
              </a:endParaRPr>
            </a:p>
          </p:txBody>
        </p:sp>
        <p:cxnSp>
          <p:nvCxnSpPr>
            <p:cNvPr id="33" name="直接连接符 32"/>
            <p:cNvCxnSpPr/>
            <p:nvPr>
              <p:custDataLst>
                <p:tags r:id="rId12"/>
              </p:custDataLst>
            </p:nvPr>
          </p:nvCxnSpPr>
          <p:spPr>
            <a:xfrm flipH="1">
              <a:off x="1978973" y="5786120"/>
              <a:ext cx="127208" cy="45720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grpSp>
      <p:grpSp>
        <p:nvGrpSpPr>
          <p:cNvPr id="55" name="组合 54"/>
          <p:cNvGrpSpPr/>
          <p:nvPr>
            <p:custDataLst>
              <p:tags r:id="rId13"/>
            </p:custDataLst>
          </p:nvPr>
        </p:nvGrpSpPr>
        <p:grpSpPr>
          <a:xfrm>
            <a:off x="6848992" y="2405673"/>
            <a:ext cx="4068621" cy="829945"/>
            <a:chOff x="1019810" y="5599430"/>
            <a:chExt cx="4068621" cy="829945"/>
          </a:xfrm>
        </p:grpSpPr>
        <p:sp>
          <p:nvSpPr>
            <p:cNvPr id="56" name="文本框 55"/>
            <p:cNvSpPr txBox="1"/>
            <p:nvPr>
              <p:custDataLst>
                <p:tags r:id="rId14"/>
              </p:custDataLst>
            </p:nvPr>
          </p:nvSpPr>
          <p:spPr>
            <a:xfrm flipH="1">
              <a:off x="2214342" y="5782945"/>
              <a:ext cx="2874089" cy="521970"/>
            </a:xfrm>
            <a:prstGeom prst="rect">
              <a:avLst/>
            </a:prstGeom>
            <a:noFill/>
          </p:spPr>
          <p:txBody>
            <a:bodyPr wrap="square" rtlCol="0">
              <a:spAutoFit/>
            </a:bodyPr>
            <a:lstStyle/>
            <a:p>
              <a:pPr eaLnBrk="0" hangingPunct="0"/>
              <a:r>
                <a:rPr kumimoji="0" lang="zh-CN" altLang="en-US" sz="2800" b="1" i="0" u="none" strike="noStrike" kern="1200" cap="none" spc="0" normalizeH="0" baseline="0" noProof="0" dirty="0">
                  <a:ln>
                    <a:noFill/>
                  </a:ln>
                  <a:solidFill>
                    <a:srgbClr val="0064D2"/>
                  </a:solidFill>
                  <a:effectLst/>
                  <a:uLnTx/>
                  <a:uFillTx/>
                  <a:latin typeface="Arial" panose="020B0604020202020204"/>
                  <a:ea typeface="微软雅黑" panose="020B0503020204020204" pitchFamily="34" charset="-122"/>
                  <a:cs typeface="+mn-ea"/>
                  <a:sym typeface="+mn-lt"/>
                </a:rPr>
                <a:t>任务实施</a:t>
              </a:r>
              <a:endParaRPr kumimoji="0" lang="zh-CN" altLang="en-US" sz="2800" b="1" i="0" u="none" strike="noStrike" kern="1200" cap="none" spc="0" normalizeH="0" baseline="0" noProof="0" dirty="0">
                <a:ln>
                  <a:noFill/>
                </a:ln>
                <a:solidFill>
                  <a:srgbClr val="0064D2"/>
                </a:solidFill>
                <a:effectLst/>
                <a:uLnTx/>
                <a:uFillTx/>
                <a:latin typeface="Arial" panose="020B0604020202020204"/>
                <a:ea typeface="微软雅黑" panose="020B0503020204020204" pitchFamily="34" charset="-122"/>
                <a:cs typeface="+mn-ea"/>
                <a:sym typeface="+mn-lt"/>
              </a:endParaRPr>
            </a:p>
          </p:txBody>
        </p:sp>
        <p:sp>
          <p:nvSpPr>
            <p:cNvPr id="57" name="文本框 56"/>
            <p:cNvSpPr txBox="1"/>
            <p:nvPr>
              <p:custDataLst>
                <p:tags r:id="rId15"/>
              </p:custDataLst>
            </p:nvPr>
          </p:nvSpPr>
          <p:spPr>
            <a:xfrm>
              <a:off x="1019810" y="5599430"/>
              <a:ext cx="870751" cy="82994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4800" b="0" i="0" u="none" strike="noStrike" kern="1200" cap="none" spc="0" normalizeH="0" baseline="0" noProof="0" dirty="0" smtClean="0">
                  <a:ln>
                    <a:noFill/>
                  </a:ln>
                  <a:solidFill>
                    <a:srgbClr val="303030"/>
                  </a:solidFill>
                  <a:effectLst/>
                  <a:uLnTx/>
                  <a:uFillTx/>
                  <a:latin typeface="Arial" panose="020B0604020202020204"/>
                  <a:ea typeface="微软雅黑" panose="020B0503020204020204" pitchFamily="34" charset="-122"/>
                  <a:cs typeface="+mn-ea"/>
                  <a:sym typeface="+mn-lt"/>
                </a:rPr>
                <a:t>04</a:t>
              </a:r>
              <a:endParaRPr kumimoji="0" lang="en-US" sz="4800" b="0" i="0" u="none" strike="noStrike" kern="1200" cap="none" spc="0" normalizeH="0" baseline="0" noProof="0" dirty="0">
                <a:ln>
                  <a:noFill/>
                </a:ln>
                <a:solidFill>
                  <a:srgbClr val="303030"/>
                </a:solidFill>
                <a:effectLst/>
                <a:uLnTx/>
                <a:uFillTx/>
                <a:latin typeface="Arial" panose="020B0604020202020204"/>
                <a:ea typeface="微软雅黑" panose="020B0503020204020204" pitchFamily="34" charset="-122"/>
                <a:cs typeface="+mn-ea"/>
                <a:sym typeface="+mn-lt"/>
              </a:endParaRPr>
            </a:p>
          </p:txBody>
        </p:sp>
        <p:cxnSp>
          <p:nvCxnSpPr>
            <p:cNvPr id="58" name="直接连接符 57"/>
            <p:cNvCxnSpPr/>
            <p:nvPr>
              <p:custDataLst>
                <p:tags r:id="rId16"/>
              </p:custDataLst>
            </p:nvPr>
          </p:nvCxnSpPr>
          <p:spPr>
            <a:xfrm flipH="1">
              <a:off x="1978973" y="5786120"/>
              <a:ext cx="127208" cy="45720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grpSp>
      <p:grpSp>
        <p:nvGrpSpPr>
          <p:cNvPr id="59" name="组合 58"/>
          <p:cNvGrpSpPr/>
          <p:nvPr>
            <p:custDataLst>
              <p:tags r:id="rId17"/>
            </p:custDataLst>
          </p:nvPr>
        </p:nvGrpSpPr>
        <p:grpSpPr>
          <a:xfrm>
            <a:off x="6848992" y="3342705"/>
            <a:ext cx="4068621" cy="829945"/>
            <a:chOff x="1019810" y="5599430"/>
            <a:chExt cx="4068621" cy="829945"/>
          </a:xfrm>
        </p:grpSpPr>
        <p:sp>
          <p:nvSpPr>
            <p:cNvPr id="60" name="文本框 59"/>
            <p:cNvSpPr txBox="1"/>
            <p:nvPr>
              <p:custDataLst>
                <p:tags r:id="rId18"/>
              </p:custDataLst>
            </p:nvPr>
          </p:nvSpPr>
          <p:spPr>
            <a:xfrm flipH="1">
              <a:off x="2214342" y="5782945"/>
              <a:ext cx="2874089" cy="521970"/>
            </a:xfrm>
            <a:prstGeom prst="rect">
              <a:avLst/>
            </a:prstGeom>
            <a:noFill/>
          </p:spPr>
          <p:txBody>
            <a:bodyPr wrap="square" rtlCol="0">
              <a:spAutoFit/>
            </a:bodyPr>
            <a:lstStyle/>
            <a:p>
              <a:pPr eaLnBrk="0" hangingPunct="0"/>
              <a:r>
                <a:rPr lang="zh-CN" altLang="en-US" sz="2800" dirty="0">
                  <a:solidFill>
                    <a:schemeClr val="tx1"/>
                  </a:solidFill>
                  <a:cs typeface="+mn-ea"/>
                  <a:sym typeface="+mn-lt"/>
                </a:rPr>
                <a:t>任务</a:t>
              </a:r>
              <a:r>
                <a:rPr lang="zh-CN" altLang="en-US" sz="2800" dirty="0">
                  <a:solidFill>
                    <a:schemeClr val="tx1"/>
                  </a:solidFill>
                  <a:cs typeface="+mn-ea"/>
                  <a:sym typeface="+mn-lt"/>
                </a:rPr>
                <a:t>小结</a:t>
              </a:r>
              <a:endParaRPr lang="zh-CN" altLang="en-US" sz="2800" dirty="0">
                <a:solidFill>
                  <a:schemeClr val="tx1"/>
                </a:solidFill>
                <a:cs typeface="+mn-ea"/>
                <a:sym typeface="+mn-lt"/>
              </a:endParaRPr>
            </a:p>
          </p:txBody>
        </p:sp>
        <p:sp>
          <p:nvSpPr>
            <p:cNvPr id="61" name="文本框 60"/>
            <p:cNvSpPr txBox="1"/>
            <p:nvPr>
              <p:custDataLst>
                <p:tags r:id="rId19"/>
              </p:custDataLst>
            </p:nvPr>
          </p:nvSpPr>
          <p:spPr>
            <a:xfrm>
              <a:off x="1019810" y="5599430"/>
              <a:ext cx="870751" cy="82994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4800" b="0" i="0" u="none" strike="noStrike" kern="1200" cap="none" spc="0" normalizeH="0" baseline="0" noProof="0" dirty="0" smtClean="0">
                  <a:ln>
                    <a:noFill/>
                  </a:ln>
                  <a:solidFill>
                    <a:srgbClr val="303030"/>
                  </a:solidFill>
                  <a:effectLst/>
                  <a:uLnTx/>
                  <a:uFillTx/>
                  <a:latin typeface="Arial" panose="020B0604020202020204"/>
                  <a:ea typeface="微软雅黑" panose="020B0503020204020204" pitchFamily="34" charset="-122"/>
                  <a:cs typeface="+mn-ea"/>
                  <a:sym typeface="+mn-lt"/>
                </a:rPr>
                <a:t>05</a:t>
              </a:r>
              <a:endParaRPr kumimoji="0" lang="en-US" sz="4800" b="0" i="0" u="none" strike="noStrike" kern="1200" cap="none" spc="0" normalizeH="0" baseline="0" noProof="0" dirty="0">
                <a:ln>
                  <a:noFill/>
                </a:ln>
                <a:solidFill>
                  <a:srgbClr val="303030"/>
                </a:solidFill>
                <a:effectLst/>
                <a:uLnTx/>
                <a:uFillTx/>
                <a:latin typeface="Arial" panose="020B0604020202020204"/>
                <a:ea typeface="微软雅黑" panose="020B0503020204020204" pitchFamily="34" charset="-122"/>
                <a:cs typeface="+mn-ea"/>
                <a:sym typeface="+mn-lt"/>
              </a:endParaRPr>
            </a:p>
          </p:txBody>
        </p:sp>
        <p:cxnSp>
          <p:nvCxnSpPr>
            <p:cNvPr id="62" name="直接连接符 61"/>
            <p:cNvCxnSpPr/>
            <p:nvPr>
              <p:custDataLst>
                <p:tags r:id="rId20"/>
              </p:custDataLst>
            </p:nvPr>
          </p:nvCxnSpPr>
          <p:spPr>
            <a:xfrm flipH="1">
              <a:off x="1978973" y="5786120"/>
              <a:ext cx="127208" cy="45720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grpSp>
      <p:grpSp>
        <p:nvGrpSpPr>
          <p:cNvPr id="2" name="组合 1"/>
          <p:cNvGrpSpPr/>
          <p:nvPr>
            <p:custDataLst>
              <p:tags r:id="rId21"/>
            </p:custDataLst>
          </p:nvPr>
        </p:nvGrpSpPr>
        <p:grpSpPr>
          <a:xfrm>
            <a:off x="6848992" y="4253930"/>
            <a:ext cx="4068621" cy="829945"/>
            <a:chOff x="1019810" y="5599430"/>
            <a:chExt cx="4068621" cy="829945"/>
          </a:xfrm>
        </p:grpSpPr>
        <p:sp>
          <p:nvSpPr>
            <p:cNvPr id="3" name="文本框 2"/>
            <p:cNvSpPr txBox="1"/>
            <p:nvPr>
              <p:custDataLst>
                <p:tags r:id="rId22"/>
              </p:custDataLst>
            </p:nvPr>
          </p:nvSpPr>
          <p:spPr>
            <a:xfrm flipH="1">
              <a:off x="2214342" y="5782945"/>
              <a:ext cx="2874089" cy="521970"/>
            </a:xfrm>
            <a:prstGeom prst="rect">
              <a:avLst/>
            </a:prstGeom>
            <a:noFill/>
          </p:spPr>
          <p:txBody>
            <a:bodyPr wrap="square" rtlCol="0">
              <a:spAutoFit/>
            </a:bodyPr>
            <a:lstStyle/>
            <a:p>
              <a:pPr eaLnBrk="0" hangingPunct="0"/>
              <a:r>
                <a:rPr lang="zh-CN" altLang="en-US" sz="2800" dirty="0">
                  <a:solidFill>
                    <a:schemeClr val="tx1"/>
                  </a:solidFill>
                  <a:cs typeface="+mn-ea"/>
                  <a:sym typeface="+mn-lt"/>
                </a:rPr>
                <a:t>任务</a:t>
              </a:r>
              <a:r>
                <a:rPr lang="zh-CN" altLang="en-US" sz="2800" dirty="0">
                  <a:solidFill>
                    <a:schemeClr val="tx1"/>
                  </a:solidFill>
                  <a:cs typeface="+mn-ea"/>
                  <a:sym typeface="+mn-lt"/>
                </a:rPr>
                <a:t>拓展</a:t>
              </a:r>
              <a:endParaRPr lang="zh-CN" altLang="en-US" sz="2800" dirty="0">
                <a:solidFill>
                  <a:schemeClr val="tx1"/>
                </a:solidFill>
                <a:cs typeface="+mn-ea"/>
                <a:sym typeface="+mn-lt"/>
              </a:endParaRPr>
            </a:p>
          </p:txBody>
        </p:sp>
        <p:sp>
          <p:nvSpPr>
            <p:cNvPr id="9" name="文本框 8"/>
            <p:cNvSpPr txBox="1"/>
            <p:nvPr>
              <p:custDataLst>
                <p:tags r:id="rId23"/>
              </p:custDataLst>
            </p:nvPr>
          </p:nvSpPr>
          <p:spPr>
            <a:xfrm>
              <a:off x="1019810" y="5599430"/>
              <a:ext cx="870751" cy="82994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4800" b="0" i="0" u="none" strike="noStrike" kern="1200" cap="none" spc="0" normalizeH="0" baseline="0" noProof="0" dirty="0" smtClean="0">
                  <a:ln>
                    <a:noFill/>
                  </a:ln>
                  <a:solidFill>
                    <a:srgbClr val="303030"/>
                  </a:solidFill>
                  <a:effectLst/>
                  <a:uLnTx/>
                  <a:uFillTx/>
                  <a:latin typeface="Arial" panose="020B0604020202020204"/>
                  <a:ea typeface="微软雅黑" panose="020B0503020204020204" pitchFamily="34" charset="-122"/>
                  <a:cs typeface="+mn-ea"/>
                  <a:sym typeface="+mn-lt"/>
                </a:rPr>
                <a:t>06</a:t>
              </a:r>
              <a:endParaRPr kumimoji="0" lang="en-US" sz="4800" b="0" i="0" u="none" strike="noStrike" kern="1200" cap="none" spc="0" normalizeH="0" baseline="0" noProof="0" dirty="0">
                <a:ln>
                  <a:noFill/>
                </a:ln>
                <a:solidFill>
                  <a:srgbClr val="303030"/>
                </a:solidFill>
                <a:effectLst/>
                <a:uLnTx/>
                <a:uFillTx/>
                <a:latin typeface="Arial" panose="020B0604020202020204"/>
                <a:ea typeface="微软雅黑" panose="020B0503020204020204" pitchFamily="34" charset="-122"/>
                <a:cs typeface="+mn-ea"/>
                <a:sym typeface="+mn-lt"/>
              </a:endParaRPr>
            </a:p>
          </p:txBody>
        </p:sp>
        <p:cxnSp>
          <p:nvCxnSpPr>
            <p:cNvPr id="10" name="直接连接符 9"/>
            <p:cNvCxnSpPr/>
            <p:nvPr>
              <p:custDataLst>
                <p:tags r:id="rId24"/>
              </p:custDataLst>
            </p:nvPr>
          </p:nvCxnSpPr>
          <p:spPr>
            <a:xfrm flipH="1">
              <a:off x="1978973" y="5786120"/>
              <a:ext cx="127208" cy="45720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grpSp>
      <p:sp>
        <p:nvSpPr>
          <p:cNvPr id="11" name="文本框 10"/>
          <p:cNvSpPr txBox="1"/>
          <p:nvPr/>
        </p:nvSpPr>
        <p:spPr>
          <a:xfrm>
            <a:off x="208915" y="946785"/>
            <a:ext cx="11774170" cy="706755"/>
          </a:xfrm>
          <a:prstGeom prst="rect">
            <a:avLst/>
          </a:prstGeom>
          <a:noFill/>
        </p:spPr>
        <p:txBody>
          <a:bodyPr wrap="square" rtlCol="0">
            <a:spAutoFit/>
          </a:bodyPr>
          <a:lstStyle/>
          <a:p>
            <a:pPr algn="ctr"/>
            <a:r>
              <a:rPr lang="zh-CN" altLang="en-US" sz="4000" b="1" dirty="0">
                <a:latin typeface="微软雅黑" panose="020B0503020204020204" pitchFamily="34" charset="-122"/>
                <a:ea typeface="微软雅黑" panose="020B0503020204020204" pitchFamily="34" charset="-122"/>
                <a:cs typeface="微软雅黑" panose="020B0503020204020204" pitchFamily="34" charset="-122"/>
                <a:sym typeface="+mn-lt"/>
              </a:rPr>
              <a:t>任务三</a:t>
            </a:r>
            <a:r>
              <a:rPr lang="en-US" altLang="zh-CN" sz="4000" b="1" dirty="0">
                <a:latin typeface="微软雅黑" panose="020B0503020204020204" pitchFamily="34" charset="-122"/>
                <a:ea typeface="微软雅黑" panose="020B0503020204020204" pitchFamily="34" charset="-122"/>
                <a:cs typeface="微软雅黑" panose="020B0503020204020204" pitchFamily="34" charset="-122"/>
                <a:sym typeface="+mn-lt"/>
              </a:rPr>
              <a:t>    </a:t>
            </a:r>
            <a:r>
              <a:rPr lang="zh-CN" altLang="en-US" sz="4000" b="1" dirty="0">
                <a:latin typeface="微软雅黑" panose="020B0503020204020204" pitchFamily="34" charset="-122"/>
                <a:ea typeface="微软雅黑" panose="020B0503020204020204" pitchFamily="34" charset="-122"/>
                <a:cs typeface="微软雅黑" panose="020B0503020204020204" pitchFamily="34" charset="-122"/>
                <a:sym typeface="+mn-lt"/>
              </a:rPr>
              <a:t>工作流编排与对话状态管理</a:t>
            </a:r>
            <a:endParaRPr lang="zh-CN" altLang="en-US" sz="4000" b="1" dirty="0">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文本框 34"/>
          <p:cNvSpPr txBox="1"/>
          <p:nvPr/>
        </p:nvSpPr>
        <p:spPr>
          <a:xfrm>
            <a:off x="0" y="793750"/>
            <a:ext cx="1351262" cy="2061210"/>
          </a:xfrm>
          <a:prstGeom prst="rect">
            <a:avLst/>
          </a:prstGeom>
          <a:noFill/>
        </p:spPr>
        <p:txBody>
          <a:bodyPr wrap="square" rtlCol="0">
            <a:spAutoFit/>
            <a:scene3d>
              <a:camera prst="orthographicFront"/>
              <a:lightRig rig="threePt" dir="t"/>
            </a:scene3d>
            <a:sp3d contourW="12700"/>
          </a:bodyPr>
          <a:lstStyle/>
          <a:p>
            <a:pPr algn="ctr"/>
            <a:r>
              <a:rPr lang="en-US" altLang="zh-CN" sz="3200" dirty="0" smtClean="0">
                <a:solidFill>
                  <a:srgbClr val="3F396C"/>
                </a:solidFill>
                <a:latin typeface="思源宋体" panose="02020700000000000000" charset="-122"/>
                <a:ea typeface="思源宋体" panose="02020700000000000000" charset="-122"/>
              </a:rPr>
              <a:t>04</a:t>
            </a:r>
            <a:endParaRPr lang="en-US" altLang="zh-CN" sz="3200" dirty="0" smtClean="0">
              <a:solidFill>
                <a:srgbClr val="3F396C"/>
              </a:solidFill>
              <a:latin typeface="思源宋体" panose="02020700000000000000" charset="-122"/>
              <a:ea typeface="思源宋体" panose="02020700000000000000" charset="-122"/>
            </a:endParaRPr>
          </a:p>
        </p:txBody>
      </p:sp>
      <p:sp>
        <p:nvSpPr>
          <p:cNvPr id="8" name="文本框1"/>
          <p:cNvSpPr txBox="1"/>
          <p:nvPr>
            <p:custDataLst>
              <p:tags r:id="rId1"/>
            </p:custDataLst>
          </p:nvPr>
        </p:nvSpPr>
        <p:spPr>
          <a:xfrm>
            <a:off x="3844925" y="5423535"/>
            <a:ext cx="4320000" cy="4603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zh-CN" sz="2400" b="1" dirty="0" smtClean="0">
                <a:solidFill>
                  <a:srgbClr val="0064D2"/>
                </a:solidFill>
                <a:latin typeface="微软雅黑" panose="020B0503020204020204" pitchFamily="34" charset="-122"/>
                <a:ea typeface="微软雅黑" panose="020B0503020204020204" pitchFamily="34" charset="-122"/>
                <a:sym typeface="+mn-ea"/>
              </a:rPr>
              <a:t>一、制造企业设备运维报修助手</a:t>
            </a:r>
            <a:endParaRPr lang="zh-CN" altLang="zh-CN" sz="2400" b="1" dirty="0" smtClean="0">
              <a:solidFill>
                <a:srgbClr val="0064D2"/>
              </a:solidFill>
              <a:latin typeface="微软雅黑" panose="020B0503020204020204" pitchFamily="34" charset="-122"/>
              <a:ea typeface="微软雅黑" panose="020B0503020204020204" pitchFamily="34" charset="-122"/>
              <a:sym typeface="+mn-ea"/>
            </a:endParaRPr>
          </a:p>
        </p:txBody>
      </p:sp>
      <p:grpSp>
        <p:nvGrpSpPr>
          <p:cNvPr id="2" name="组合 1"/>
          <p:cNvGrpSpPr/>
          <p:nvPr>
            <p:custDataLst>
              <p:tags r:id="rId2"/>
            </p:custDataLst>
          </p:nvPr>
        </p:nvGrpSpPr>
        <p:grpSpPr>
          <a:xfrm>
            <a:off x="5052140" y="2077085"/>
            <a:ext cx="2087958" cy="2571359"/>
            <a:chOff x="4536" y="3212"/>
            <a:chExt cx="3287" cy="4048"/>
          </a:xfrm>
        </p:grpSpPr>
        <p:sp>
          <p:nvSpPr>
            <p:cNvPr id="3" name="圆角矩形 34"/>
            <p:cNvSpPr/>
            <p:nvPr>
              <p:custDataLst>
                <p:tags r:id="rId3"/>
              </p:custDataLst>
            </p:nvPr>
          </p:nvSpPr>
          <p:spPr>
            <a:xfrm rot="2700000">
              <a:off x="4536" y="4280"/>
              <a:ext cx="2980" cy="2980"/>
            </a:xfrm>
            <a:prstGeom prst="roundRect">
              <a:avLst>
                <a:gd name="adj" fmla="val 6319"/>
              </a:avLst>
            </a:prstGeom>
            <a:solidFill>
              <a:schemeClr val="bg1">
                <a:lumMod val="95000"/>
              </a:schemeClr>
            </a:solidFill>
            <a:ln>
              <a:noFill/>
            </a:ln>
            <a:effectLst>
              <a:outerShdw blurRad="152400" dist="63500" dir="8100000" algn="tl" rotWithShape="0">
                <a:prstClr val="black">
                  <a:alpha val="30000"/>
                </a:prstClr>
              </a:outerShdw>
            </a:effectLst>
            <a:scene3d>
              <a:camera prst="orthographicFront"/>
              <a:lightRig rig="threePt" dir="t"/>
            </a:scene3d>
            <a:sp3d prstMaterial="softEdge">
              <a:bevelT w="3810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0" i="0" u="none" strike="noStrike" kern="1200" cap="none" spc="0" normalizeH="0" baseline="0" noProof="0" dirty="0">
                <a:ln>
                  <a:noFill/>
                </a:ln>
                <a:solidFill>
                  <a:prstClr val="white"/>
                </a:solidFill>
                <a:effectLst/>
                <a:uLnTx/>
                <a:uFillTx/>
                <a:latin typeface="DIN-BoldItalic" pitchFamily="50" charset="0"/>
                <a:ea typeface="微软雅黑" panose="020B0503020204020204" pitchFamily="34" charset="-122"/>
                <a:cs typeface="+mn-cs"/>
              </a:endParaRPr>
            </a:p>
          </p:txBody>
        </p:sp>
        <p:sp>
          <p:nvSpPr>
            <p:cNvPr id="4" name="圆角矩形 38"/>
            <p:cNvSpPr/>
            <p:nvPr>
              <p:custDataLst>
                <p:tags r:id="rId4"/>
              </p:custDataLst>
            </p:nvPr>
          </p:nvSpPr>
          <p:spPr>
            <a:xfrm rot="2700000">
              <a:off x="4943" y="4671"/>
              <a:ext cx="2185" cy="2185"/>
            </a:xfrm>
            <a:prstGeom prst="roundRect">
              <a:avLst>
                <a:gd name="adj" fmla="val 6319"/>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sp>
          <p:nvSpPr>
            <p:cNvPr id="6" name="任意多边形 42"/>
            <p:cNvSpPr/>
            <p:nvPr>
              <p:custDataLst>
                <p:tags r:id="rId5"/>
              </p:custDataLst>
            </p:nvPr>
          </p:nvSpPr>
          <p:spPr>
            <a:xfrm>
              <a:off x="4767" y="3212"/>
              <a:ext cx="3056" cy="1809"/>
            </a:xfrm>
            <a:custGeom>
              <a:avLst/>
              <a:gdLst>
                <a:gd name="connsiteX0" fmla="*/ 0 w 1940313"/>
                <a:gd name="connsiteY0" fmla="*/ 791737 h 1148576"/>
                <a:gd name="connsiteX1" fmla="*/ 791737 w 1940313"/>
                <a:gd name="connsiteY1" fmla="*/ 0 h 1148576"/>
                <a:gd name="connsiteX2" fmla="*/ 1940313 w 1940313"/>
                <a:gd name="connsiteY2" fmla="*/ 1148576 h 1148576"/>
              </a:gdLst>
              <a:ahLst/>
              <a:cxnLst>
                <a:cxn ang="0">
                  <a:pos x="connsiteX0" y="connsiteY0"/>
                </a:cxn>
                <a:cxn ang="0">
                  <a:pos x="connsiteX1" y="connsiteY1"/>
                </a:cxn>
                <a:cxn ang="0">
                  <a:pos x="connsiteX2" y="connsiteY2"/>
                </a:cxn>
              </a:cxnLst>
              <a:rect l="l" t="t" r="r" b="b"/>
              <a:pathLst>
                <a:path w="1940313" h="1148576">
                  <a:moveTo>
                    <a:pt x="0" y="791737"/>
                  </a:moveTo>
                  <a:lnTo>
                    <a:pt x="791737" y="0"/>
                  </a:lnTo>
                  <a:lnTo>
                    <a:pt x="1940313" y="1148576"/>
                  </a:lnTo>
                </a:path>
              </a:pathLst>
            </a:custGeom>
            <a:noFill/>
            <a:ln w="12700">
              <a:solidFill>
                <a:srgbClr val="8A8B8F"/>
              </a:solidFill>
              <a:prstDash val="dash"/>
              <a:headEnd type="oval"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grpSp>
      <p:sp>
        <p:nvSpPr>
          <p:cNvPr id="9" name="文本框 8"/>
          <p:cNvSpPr txBox="1"/>
          <p:nvPr>
            <p:custDataLst>
              <p:tags r:id="rId6"/>
            </p:custDataLst>
          </p:nvPr>
        </p:nvSpPr>
        <p:spPr>
          <a:xfrm>
            <a:off x="5642257" y="3226193"/>
            <a:ext cx="682858" cy="1014730"/>
          </a:xfrm>
          <a:prstGeom prst="rect">
            <a:avLst/>
          </a:prstGeom>
          <a:noFill/>
        </p:spPr>
        <p:txBody>
          <a:bodyPr wrap="square" rtlCol="0">
            <a:spAutoFit/>
          </a:bodyPr>
          <a:lstStyle/>
          <a:p>
            <a:r>
              <a:rPr lang="en-US" altLang="zh-CN" sz="6000" b="1">
                <a:solidFill>
                  <a:schemeClr val="bg1"/>
                </a:solidFill>
                <a:latin typeface="+mj-ea"/>
                <a:ea typeface="+mj-ea"/>
              </a:rPr>
              <a:t>1</a:t>
            </a:r>
            <a:endParaRPr lang="en-US" altLang="zh-CN" sz="6000" b="1">
              <a:solidFill>
                <a:schemeClr val="bg1"/>
              </a:solidFill>
              <a:latin typeface="+mj-ea"/>
              <a:ea typeface="+mj-ea"/>
            </a:endParaRPr>
          </a:p>
        </p:txBody>
      </p:sp>
      <p:sp>
        <p:nvSpPr>
          <p:cNvPr id="17" name="文本框 16"/>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zh-CN"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任务实施</a:t>
            </a:r>
            <a:endParaRPr lang="zh-CN" altLang="zh-CN"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175385" y="1377315"/>
            <a:ext cx="9841230" cy="2282190"/>
          </a:xfrm>
          <a:prstGeom prst="rect">
            <a:avLst/>
          </a:prstGeom>
          <a:noFill/>
        </p:spPr>
        <p:txBody>
          <a:bodyPr wrap="square" rtlCol="0" anchor="t">
            <a:noAutofit/>
          </a:bodyPr>
          <a:lstStyle/>
          <a:p>
            <a:pPr indent="457200" fontAlgn="auto">
              <a:lnSpc>
                <a:spcPct val="150000"/>
              </a:lnSpc>
            </a:pPr>
            <a:r>
              <a:rPr lang="zh-CN" dirty="0" smtClean="0">
                <a:latin typeface="微软雅黑" panose="020B0503020204020204" pitchFamily="34" charset="-122"/>
                <a:ea typeface="微软雅黑" panose="020B0503020204020204" pitchFamily="34" charset="-122"/>
                <a:cs typeface="微软雅黑" panose="020B0503020204020204" pitchFamily="34" charset="-122"/>
              </a:rPr>
              <a:t>某制造企业计划为设备管理部门上线一个</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设备运维报修助手</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，该助手部署在企业内部服务门户中，面向一线操作员、班组长和设备管理员。它主要承担两类工作：一是回答设备运维相关的知识类问题，例如</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空压机巡检温度标准是多少？</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或</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设备报警灯闪烁代表什么？</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；二是受理报修申请，例如</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设备报警了，帮我报修</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或</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这台泵一直漏油，需要安排维修</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企业给出了明确的业务要求：如果用户只是咨询知识类问题，系统应直接回答；如果用户是要发起报修，系统必须收集完整的报修信息后才能生成工单摘要；如果用户补充的是上一轮缺失的信息，系统不能重新开始问一遍；如果用户明确表示</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换个问题</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或</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重新开始</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，系统应重置当前会话状态；输出结果必须稳定，便于后续接入工单系统。本次任务基于</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RAGFlow</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实现智能体工作流。</a:t>
            </a:r>
            <a:endParaRPr lang="zh-CN" altLang="en-US" dirty="0" smtClean="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6" name="矩形 5"/>
          <p:cNvSpPr/>
          <p:nvPr/>
        </p:nvSpPr>
        <p:spPr>
          <a:xfrm>
            <a:off x="1954896" y="3657124"/>
            <a:ext cx="8211454" cy="299148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教材对步骤图片</a:t>
            </a:r>
            <a:endParaRPr lang="zh-CN" altLang="en-US" dirty="0">
              <a:solidFill>
                <a:schemeClr val="tx1"/>
              </a:solidFill>
            </a:endParaRPr>
          </a:p>
        </p:txBody>
      </p:sp>
      <p:sp>
        <p:nvSpPr>
          <p:cNvPr id="2" name="文本框 1"/>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04</a:t>
            </a:r>
            <a:endParaRPr lang="en-US" sz="3200" dirty="0" smtClean="0">
              <a:solidFill>
                <a:srgbClr val="3F396C"/>
              </a:solidFill>
              <a:latin typeface="思源宋体" panose="02020700000000000000" charset="-122"/>
              <a:ea typeface="思源宋体" panose="02020700000000000000" charset="-122"/>
            </a:endParaRPr>
          </a:p>
        </p:txBody>
      </p:sp>
      <p:sp>
        <p:nvSpPr>
          <p:cNvPr id="17" name="文本框 16"/>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任务</a:t>
            </a: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实施</a:t>
            </a:r>
            <a:endPar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5982970" y="2061210"/>
            <a:ext cx="528955" cy="71755"/>
            <a:chOff x="5831400" y="1495425"/>
            <a:chExt cx="529200" cy="72000"/>
          </a:xfrm>
        </p:grpSpPr>
        <p:sp>
          <p:nvSpPr>
            <p:cNvPr id="22" name="椭圆 21"/>
            <p:cNvSpPr/>
            <p:nvPr/>
          </p:nvSpPr>
          <p:spPr>
            <a:xfrm>
              <a:off x="5831400" y="1495425"/>
              <a:ext cx="72000" cy="720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50000"/>
                </a:lnSpc>
                <a:spcBef>
                  <a:spcPts val="0"/>
                </a:spcBef>
                <a:spcAft>
                  <a:spcPts val="0"/>
                </a:spcAft>
                <a:buClrTx/>
                <a:buSzTx/>
                <a:buFontTx/>
                <a:buNone/>
                <a:defRPr/>
              </a:pPr>
              <a:endParaRPr kumimoji="0" lang="en-US" sz="1800" b="0" i="0" u="none" strike="noStrike" kern="1200" cap="none" spc="0" normalizeH="0" baseline="0" noProof="0">
                <a:ln>
                  <a:noFill/>
                </a:ln>
                <a:solidFill>
                  <a:srgbClr val="303030"/>
                </a:solidFill>
                <a:effectLst/>
                <a:uLnTx/>
                <a:uFillTx/>
                <a:latin typeface="Arial" panose="020B0604020202020204"/>
                <a:ea typeface="微软雅黑" panose="020B0503020204020204" pitchFamily="34" charset="-122"/>
                <a:cs typeface="+mn-ea"/>
                <a:sym typeface="+mn-lt"/>
              </a:endParaRPr>
            </a:p>
          </p:txBody>
        </p:sp>
        <p:sp>
          <p:nvSpPr>
            <p:cNvPr id="23" name="椭圆 22"/>
            <p:cNvSpPr/>
            <p:nvPr/>
          </p:nvSpPr>
          <p:spPr>
            <a:xfrm>
              <a:off x="5983800" y="1495425"/>
              <a:ext cx="72000" cy="720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50000"/>
                </a:lnSpc>
                <a:spcBef>
                  <a:spcPts val="0"/>
                </a:spcBef>
                <a:spcAft>
                  <a:spcPts val="0"/>
                </a:spcAft>
                <a:buClrTx/>
                <a:buSzTx/>
                <a:buFontTx/>
                <a:buNone/>
                <a:defRPr/>
              </a:pPr>
              <a:endParaRPr kumimoji="0" lang="en-US" sz="1800" b="0" i="0" u="none" strike="noStrike" kern="1200" cap="none" spc="0" normalizeH="0" baseline="0" noProof="0">
                <a:ln>
                  <a:noFill/>
                </a:ln>
                <a:solidFill>
                  <a:srgbClr val="303030"/>
                </a:solidFill>
                <a:effectLst/>
                <a:uLnTx/>
                <a:uFillTx/>
                <a:latin typeface="Arial" panose="020B0604020202020204"/>
                <a:ea typeface="微软雅黑" panose="020B0503020204020204" pitchFamily="34" charset="-122"/>
                <a:cs typeface="+mn-ea"/>
                <a:sym typeface="+mn-lt"/>
              </a:endParaRPr>
            </a:p>
          </p:txBody>
        </p:sp>
        <p:sp>
          <p:nvSpPr>
            <p:cNvPr id="5" name="椭圆 4"/>
            <p:cNvSpPr/>
            <p:nvPr/>
          </p:nvSpPr>
          <p:spPr>
            <a:xfrm>
              <a:off x="6136200" y="1495425"/>
              <a:ext cx="72000" cy="7200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50000"/>
                </a:lnSpc>
                <a:spcBef>
                  <a:spcPts val="0"/>
                </a:spcBef>
                <a:spcAft>
                  <a:spcPts val="0"/>
                </a:spcAft>
                <a:buClrTx/>
                <a:buSzTx/>
                <a:buFontTx/>
                <a:buNone/>
                <a:defRPr/>
              </a:pPr>
              <a:endParaRPr kumimoji="0" lang="en-US" sz="1800" b="0" i="0" u="none" strike="noStrike" kern="1200" cap="none" spc="0" normalizeH="0" baseline="0" noProof="0">
                <a:ln>
                  <a:noFill/>
                </a:ln>
                <a:solidFill>
                  <a:srgbClr val="303030"/>
                </a:solidFill>
                <a:effectLst/>
                <a:uLnTx/>
                <a:uFillTx/>
                <a:latin typeface="Arial" panose="020B0604020202020204"/>
                <a:ea typeface="微软雅黑" panose="020B0503020204020204" pitchFamily="34" charset="-122"/>
                <a:cs typeface="+mn-ea"/>
                <a:sym typeface="+mn-lt"/>
              </a:endParaRPr>
            </a:p>
          </p:txBody>
        </p:sp>
        <p:sp>
          <p:nvSpPr>
            <p:cNvPr id="6" name="椭圆 5"/>
            <p:cNvSpPr/>
            <p:nvPr/>
          </p:nvSpPr>
          <p:spPr>
            <a:xfrm>
              <a:off x="6288600" y="1495425"/>
              <a:ext cx="72000" cy="7200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50000"/>
                </a:lnSpc>
                <a:spcBef>
                  <a:spcPts val="0"/>
                </a:spcBef>
                <a:spcAft>
                  <a:spcPts val="0"/>
                </a:spcAft>
                <a:buClrTx/>
                <a:buSzTx/>
                <a:buFontTx/>
                <a:buNone/>
                <a:defRPr/>
              </a:pPr>
              <a:endParaRPr kumimoji="0" lang="en-US" sz="1800" b="0" i="0" u="none" strike="noStrike" kern="1200" cap="none" spc="0" normalizeH="0" baseline="0" noProof="0">
                <a:ln>
                  <a:noFill/>
                </a:ln>
                <a:solidFill>
                  <a:srgbClr val="303030"/>
                </a:solidFill>
                <a:effectLst/>
                <a:uLnTx/>
                <a:uFillTx/>
                <a:latin typeface="Arial" panose="020B0604020202020204"/>
                <a:ea typeface="微软雅黑" panose="020B0503020204020204" pitchFamily="34" charset="-122"/>
                <a:cs typeface="+mn-ea"/>
                <a:sym typeface="+mn-lt"/>
              </a:endParaRPr>
            </a:p>
          </p:txBody>
        </p:sp>
      </p:grpSp>
      <p:grpSp>
        <p:nvGrpSpPr>
          <p:cNvPr id="18" name="组合 17"/>
          <p:cNvGrpSpPr/>
          <p:nvPr>
            <p:custDataLst>
              <p:tags r:id="rId1"/>
            </p:custDataLst>
          </p:nvPr>
        </p:nvGrpSpPr>
        <p:grpSpPr>
          <a:xfrm>
            <a:off x="1019810" y="2407403"/>
            <a:ext cx="3578068" cy="829945"/>
            <a:chOff x="1019810" y="2115568"/>
            <a:chExt cx="3578068" cy="829945"/>
          </a:xfrm>
        </p:grpSpPr>
        <p:sp>
          <p:nvSpPr>
            <p:cNvPr id="8" name="文本框 7"/>
            <p:cNvSpPr txBox="1"/>
            <p:nvPr>
              <p:custDataLst>
                <p:tags r:id="rId2"/>
              </p:custDataLst>
            </p:nvPr>
          </p:nvSpPr>
          <p:spPr>
            <a:xfrm flipH="1">
              <a:off x="2214341" y="2298448"/>
              <a:ext cx="2383537" cy="52197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ea"/>
                  <a:sym typeface="+mn-ea"/>
                </a:rPr>
                <a:t>任务描述</a:t>
              </a:r>
              <a:endParaRPr kumimoji="0" lang="zh-CN" altLang="en-US" sz="280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ea"/>
                <a:sym typeface="+mn-ea"/>
              </a:endParaRPr>
            </a:p>
          </p:txBody>
        </p:sp>
        <p:sp>
          <p:nvSpPr>
            <p:cNvPr id="14" name="文本框 13"/>
            <p:cNvSpPr txBox="1"/>
            <p:nvPr>
              <p:custDataLst>
                <p:tags r:id="rId3"/>
              </p:custDataLst>
            </p:nvPr>
          </p:nvSpPr>
          <p:spPr>
            <a:xfrm>
              <a:off x="1019810" y="2115568"/>
              <a:ext cx="961884" cy="82994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4800" b="0" i="0" u="none" strike="noStrike" kern="1200" cap="none" spc="0" normalizeH="0" baseline="0" noProof="0">
                  <a:ln>
                    <a:noFill/>
                  </a:ln>
                  <a:solidFill>
                    <a:srgbClr val="303030"/>
                  </a:solidFill>
                  <a:effectLst/>
                  <a:uLnTx/>
                  <a:uFillTx/>
                  <a:latin typeface="+mn-ea"/>
                  <a:cs typeface="+mn-ea"/>
                  <a:sym typeface="+mn-lt"/>
                </a:rPr>
                <a:t>01</a:t>
              </a:r>
              <a:endParaRPr kumimoji="0" lang="en-US" sz="4800" b="0" i="0" u="none" strike="noStrike" kern="1200" cap="none" spc="0" normalizeH="0" baseline="0" noProof="0">
                <a:ln>
                  <a:noFill/>
                </a:ln>
                <a:solidFill>
                  <a:srgbClr val="303030"/>
                </a:solidFill>
                <a:effectLst/>
                <a:uLnTx/>
                <a:uFillTx/>
                <a:latin typeface="+mn-ea"/>
                <a:cs typeface="+mn-ea"/>
                <a:sym typeface="+mn-lt"/>
              </a:endParaRPr>
            </a:p>
          </p:txBody>
        </p:sp>
        <p:cxnSp>
          <p:nvCxnSpPr>
            <p:cNvPr id="15" name="直接连接符 14"/>
            <p:cNvCxnSpPr/>
            <p:nvPr>
              <p:custDataLst>
                <p:tags r:id="rId4"/>
              </p:custDataLst>
            </p:nvPr>
          </p:nvCxnSpPr>
          <p:spPr>
            <a:xfrm flipH="1">
              <a:off x="1978973" y="2302258"/>
              <a:ext cx="127208" cy="45720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grpSp>
      <p:grpSp>
        <p:nvGrpSpPr>
          <p:cNvPr id="13" name="组合 12"/>
          <p:cNvGrpSpPr/>
          <p:nvPr>
            <p:custDataLst>
              <p:tags r:id="rId5"/>
            </p:custDataLst>
          </p:nvPr>
        </p:nvGrpSpPr>
        <p:grpSpPr>
          <a:xfrm>
            <a:off x="1019810" y="3342914"/>
            <a:ext cx="5267818" cy="829945"/>
            <a:chOff x="1019810" y="3241423"/>
            <a:chExt cx="5267818" cy="829945"/>
          </a:xfrm>
        </p:grpSpPr>
        <p:sp>
          <p:nvSpPr>
            <p:cNvPr id="21" name="文本框 20"/>
            <p:cNvSpPr txBox="1"/>
            <p:nvPr>
              <p:custDataLst>
                <p:tags r:id="rId6"/>
              </p:custDataLst>
            </p:nvPr>
          </p:nvSpPr>
          <p:spPr>
            <a:xfrm flipH="1">
              <a:off x="2214341" y="3424938"/>
              <a:ext cx="4073287" cy="521970"/>
            </a:xfrm>
            <a:prstGeom prst="rect">
              <a:avLst/>
            </a:prstGeom>
            <a:noFill/>
          </p:spPr>
          <p:txBody>
            <a:bodyPr wrap="square" rtlCol="0">
              <a:spAutoFit/>
            </a:bodyPr>
            <a:lstStyle/>
            <a:p>
              <a:pPr eaLnBrk="0" hangingPunct="0"/>
              <a:r>
                <a:rPr lang="zh-CN" altLang="en-US" sz="2800" dirty="0">
                  <a:solidFill>
                    <a:schemeClr val="tx1"/>
                  </a:solidFill>
                  <a:cs typeface="+mn-ea"/>
                  <a:sym typeface="+mn-lt"/>
                </a:rPr>
                <a:t>任务目标和重难点</a:t>
              </a:r>
              <a:endParaRPr lang="zh-CN" altLang="en-US" sz="2800" dirty="0">
                <a:solidFill>
                  <a:schemeClr val="tx1"/>
                </a:solidFill>
                <a:cs typeface="+mn-ea"/>
                <a:sym typeface="+mn-lt"/>
              </a:endParaRPr>
            </a:p>
          </p:txBody>
        </p:sp>
        <p:sp>
          <p:nvSpPr>
            <p:cNvPr id="34" name="文本框 33"/>
            <p:cNvSpPr txBox="1"/>
            <p:nvPr>
              <p:custDataLst>
                <p:tags r:id="rId7"/>
              </p:custDataLst>
            </p:nvPr>
          </p:nvSpPr>
          <p:spPr>
            <a:xfrm>
              <a:off x="1019810" y="3241423"/>
              <a:ext cx="870751" cy="82994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4800" b="0" i="0" u="none" strike="noStrike" kern="1200" cap="none" spc="0" normalizeH="0" baseline="0" noProof="0" dirty="0">
                  <a:ln>
                    <a:noFill/>
                  </a:ln>
                  <a:solidFill>
                    <a:srgbClr val="303030"/>
                  </a:solidFill>
                  <a:effectLst/>
                  <a:uLnTx/>
                  <a:uFillTx/>
                  <a:latin typeface="Arial" panose="020B0604020202020204"/>
                  <a:ea typeface="微软雅黑" panose="020B0503020204020204" pitchFamily="34" charset="-122"/>
                  <a:cs typeface="+mn-ea"/>
                  <a:sym typeface="+mn-lt"/>
                </a:rPr>
                <a:t>02</a:t>
              </a:r>
              <a:endParaRPr kumimoji="0" lang="en-US" sz="4800" b="0" i="0" u="none" strike="noStrike" kern="1200" cap="none" spc="0" normalizeH="0" baseline="0" noProof="0" dirty="0">
                <a:ln>
                  <a:noFill/>
                </a:ln>
                <a:solidFill>
                  <a:srgbClr val="303030"/>
                </a:solidFill>
                <a:effectLst/>
                <a:uLnTx/>
                <a:uFillTx/>
                <a:latin typeface="Arial" panose="020B0604020202020204"/>
                <a:ea typeface="微软雅黑" panose="020B0503020204020204" pitchFamily="34" charset="-122"/>
                <a:cs typeface="+mn-ea"/>
                <a:sym typeface="+mn-lt"/>
              </a:endParaRPr>
            </a:p>
          </p:txBody>
        </p:sp>
        <p:cxnSp>
          <p:nvCxnSpPr>
            <p:cNvPr id="35" name="直接连接符 34"/>
            <p:cNvCxnSpPr/>
            <p:nvPr>
              <p:custDataLst>
                <p:tags r:id="rId8"/>
              </p:custDataLst>
            </p:nvPr>
          </p:nvCxnSpPr>
          <p:spPr>
            <a:xfrm flipH="1">
              <a:off x="1978973" y="3428113"/>
              <a:ext cx="127208" cy="45720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grpSp>
      <p:grpSp>
        <p:nvGrpSpPr>
          <p:cNvPr id="26" name="组合 25"/>
          <p:cNvGrpSpPr/>
          <p:nvPr>
            <p:custDataLst>
              <p:tags r:id="rId9"/>
            </p:custDataLst>
          </p:nvPr>
        </p:nvGrpSpPr>
        <p:grpSpPr>
          <a:xfrm>
            <a:off x="1019810" y="4262394"/>
            <a:ext cx="4068621" cy="829945"/>
            <a:chOff x="1019810" y="5599430"/>
            <a:chExt cx="4068621" cy="829945"/>
          </a:xfrm>
        </p:grpSpPr>
        <p:sp>
          <p:nvSpPr>
            <p:cNvPr id="31" name="文本框 30"/>
            <p:cNvSpPr txBox="1"/>
            <p:nvPr>
              <p:custDataLst>
                <p:tags r:id="rId10"/>
              </p:custDataLst>
            </p:nvPr>
          </p:nvSpPr>
          <p:spPr>
            <a:xfrm flipH="1">
              <a:off x="2214342" y="5782945"/>
              <a:ext cx="2874089" cy="521970"/>
            </a:xfrm>
            <a:prstGeom prst="rect">
              <a:avLst/>
            </a:prstGeom>
            <a:noFill/>
          </p:spPr>
          <p:txBody>
            <a:bodyPr wrap="square" rtlCol="0">
              <a:spAutoFit/>
            </a:bodyPr>
            <a:lstStyle/>
            <a:p>
              <a:pPr eaLnBrk="0" hangingPunct="0"/>
              <a:r>
                <a:rPr kumimoji="0" lang="zh-CN" altLang="en-US" sz="2800" i="0" u="none" strike="noStrike" kern="1200" cap="none" spc="0" normalizeH="0" baseline="0" noProof="0" dirty="0">
                  <a:ln>
                    <a:noFill/>
                  </a:ln>
                  <a:solidFill>
                    <a:schemeClr val="tx1"/>
                  </a:solidFill>
                  <a:effectLst/>
                  <a:uLnTx/>
                  <a:uFillTx/>
                  <a:latin typeface="Arial" panose="020B0604020202020204"/>
                  <a:ea typeface="微软雅黑" panose="020B0503020204020204" pitchFamily="34" charset="-122"/>
                  <a:cs typeface="+mn-ea"/>
                  <a:sym typeface="+mn-lt"/>
                </a:rPr>
                <a:t>知识储备</a:t>
              </a:r>
              <a:endParaRPr kumimoji="0" lang="zh-CN" altLang="en-US" sz="2800" i="0" u="none" strike="noStrike" kern="1200" cap="none" spc="0" normalizeH="0" baseline="0" noProof="0" dirty="0">
                <a:ln>
                  <a:noFill/>
                </a:ln>
                <a:solidFill>
                  <a:schemeClr val="tx1"/>
                </a:solidFill>
                <a:effectLst/>
                <a:uLnTx/>
                <a:uFillTx/>
                <a:latin typeface="Arial" panose="020B0604020202020204"/>
                <a:ea typeface="微软雅黑" panose="020B0503020204020204" pitchFamily="34" charset="-122"/>
                <a:cs typeface="+mn-ea"/>
                <a:sym typeface="+mn-lt"/>
              </a:endParaRPr>
            </a:p>
          </p:txBody>
        </p:sp>
        <p:sp>
          <p:nvSpPr>
            <p:cNvPr id="32" name="文本框 31"/>
            <p:cNvSpPr txBox="1"/>
            <p:nvPr>
              <p:custDataLst>
                <p:tags r:id="rId11"/>
              </p:custDataLst>
            </p:nvPr>
          </p:nvSpPr>
          <p:spPr>
            <a:xfrm>
              <a:off x="1019810" y="5599430"/>
              <a:ext cx="870751" cy="82994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4800" b="0" i="0" u="none" strike="noStrike" kern="1200" cap="none" spc="0" normalizeH="0" baseline="0" noProof="0" dirty="0" smtClean="0">
                  <a:ln>
                    <a:noFill/>
                  </a:ln>
                  <a:solidFill>
                    <a:srgbClr val="303030"/>
                  </a:solidFill>
                  <a:effectLst/>
                  <a:uLnTx/>
                  <a:uFillTx/>
                  <a:latin typeface="Arial" panose="020B0604020202020204"/>
                  <a:ea typeface="微软雅黑" panose="020B0503020204020204" pitchFamily="34" charset="-122"/>
                  <a:cs typeface="+mn-ea"/>
                  <a:sym typeface="+mn-lt"/>
                </a:rPr>
                <a:t>03</a:t>
              </a:r>
              <a:endParaRPr kumimoji="0" lang="en-US" sz="4800" b="0" i="0" u="none" strike="noStrike" kern="1200" cap="none" spc="0" normalizeH="0" baseline="0" noProof="0" dirty="0">
                <a:ln>
                  <a:noFill/>
                </a:ln>
                <a:solidFill>
                  <a:srgbClr val="303030"/>
                </a:solidFill>
                <a:effectLst/>
                <a:uLnTx/>
                <a:uFillTx/>
                <a:latin typeface="Arial" panose="020B0604020202020204"/>
                <a:ea typeface="微软雅黑" panose="020B0503020204020204" pitchFamily="34" charset="-122"/>
                <a:cs typeface="+mn-ea"/>
                <a:sym typeface="+mn-lt"/>
              </a:endParaRPr>
            </a:p>
          </p:txBody>
        </p:sp>
        <p:cxnSp>
          <p:nvCxnSpPr>
            <p:cNvPr id="33" name="直接连接符 32"/>
            <p:cNvCxnSpPr/>
            <p:nvPr>
              <p:custDataLst>
                <p:tags r:id="rId12"/>
              </p:custDataLst>
            </p:nvPr>
          </p:nvCxnSpPr>
          <p:spPr>
            <a:xfrm flipH="1">
              <a:off x="1978973" y="5786120"/>
              <a:ext cx="127208" cy="45720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grpSp>
      <p:grpSp>
        <p:nvGrpSpPr>
          <p:cNvPr id="55" name="组合 54"/>
          <p:cNvGrpSpPr/>
          <p:nvPr>
            <p:custDataLst>
              <p:tags r:id="rId13"/>
            </p:custDataLst>
          </p:nvPr>
        </p:nvGrpSpPr>
        <p:grpSpPr>
          <a:xfrm>
            <a:off x="6848992" y="2405673"/>
            <a:ext cx="4068621" cy="829945"/>
            <a:chOff x="1019810" y="5599430"/>
            <a:chExt cx="4068621" cy="829945"/>
          </a:xfrm>
        </p:grpSpPr>
        <p:sp>
          <p:nvSpPr>
            <p:cNvPr id="56" name="文本框 55"/>
            <p:cNvSpPr txBox="1"/>
            <p:nvPr>
              <p:custDataLst>
                <p:tags r:id="rId14"/>
              </p:custDataLst>
            </p:nvPr>
          </p:nvSpPr>
          <p:spPr>
            <a:xfrm flipH="1">
              <a:off x="2214342" y="5782945"/>
              <a:ext cx="2874089" cy="521970"/>
            </a:xfrm>
            <a:prstGeom prst="rect">
              <a:avLst/>
            </a:prstGeom>
            <a:noFill/>
          </p:spPr>
          <p:txBody>
            <a:bodyPr wrap="square" rtlCol="0">
              <a:spAutoFit/>
            </a:bodyPr>
            <a:lstStyle/>
            <a:p>
              <a:pPr eaLnBrk="0" hangingPunct="0"/>
              <a:r>
                <a:rPr kumimoji="0" lang="zh-CN" altLang="en-US" sz="2800" i="0" u="none" strike="noStrike" kern="1200" cap="none" spc="0" normalizeH="0" baseline="0" noProof="0" dirty="0">
                  <a:ln>
                    <a:noFill/>
                  </a:ln>
                  <a:solidFill>
                    <a:schemeClr val="tx1"/>
                  </a:solidFill>
                  <a:effectLst/>
                  <a:uLnTx/>
                  <a:uFillTx/>
                  <a:latin typeface="Arial" panose="020B0604020202020204"/>
                  <a:ea typeface="微软雅黑" panose="020B0503020204020204" pitchFamily="34" charset="-122"/>
                  <a:cs typeface="+mn-ea"/>
                  <a:sym typeface="+mn-lt"/>
                </a:rPr>
                <a:t>任务实施</a:t>
              </a:r>
              <a:endParaRPr kumimoji="0" lang="zh-CN" altLang="en-US" sz="2800" i="0" u="none" strike="noStrike" kern="1200" cap="none" spc="0" normalizeH="0" baseline="0" noProof="0" dirty="0">
                <a:ln>
                  <a:noFill/>
                </a:ln>
                <a:solidFill>
                  <a:schemeClr val="tx1"/>
                </a:solidFill>
                <a:effectLst/>
                <a:uLnTx/>
                <a:uFillTx/>
                <a:latin typeface="Arial" panose="020B0604020202020204"/>
                <a:ea typeface="微软雅黑" panose="020B0503020204020204" pitchFamily="34" charset="-122"/>
                <a:cs typeface="+mn-ea"/>
                <a:sym typeface="+mn-lt"/>
              </a:endParaRPr>
            </a:p>
          </p:txBody>
        </p:sp>
        <p:sp>
          <p:nvSpPr>
            <p:cNvPr id="57" name="文本框 56"/>
            <p:cNvSpPr txBox="1"/>
            <p:nvPr>
              <p:custDataLst>
                <p:tags r:id="rId15"/>
              </p:custDataLst>
            </p:nvPr>
          </p:nvSpPr>
          <p:spPr>
            <a:xfrm>
              <a:off x="1019810" y="5599430"/>
              <a:ext cx="870751" cy="82994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4800" b="0" i="0" u="none" strike="noStrike" kern="1200" cap="none" spc="0" normalizeH="0" baseline="0" noProof="0" dirty="0" smtClean="0">
                  <a:ln>
                    <a:noFill/>
                  </a:ln>
                  <a:solidFill>
                    <a:srgbClr val="303030"/>
                  </a:solidFill>
                  <a:effectLst/>
                  <a:uLnTx/>
                  <a:uFillTx/>
                  <a:latin typeface="Arial" panose="020B0604020202020204"/>
                  <a:ea typeface="微软雅黑" panose="020B0503020204020204" pitchFamily="34" charset="-122"/>
                  <a:cs typeface="+mn-ea"/>
                  <a:sym typeface="+mn-lt"/>
                </a:rPr>
                <a:t>04</a:t>
              </a:r>
              <a:endParaRPr kumimoji="0" lang="en-US" sz="4800" b="0" i="0" u="none" strike="noStrike" kern="1200" cap="none" spc="0" normalizeH="0" baseline="0" noProof="0" dirty="0">
                <a:ln>
                  <a:noFill/>
                </a:ln>
                <a:solidFill>
                  <a:srgbClr val="303030"/>
                </a:solidFill>
                <a:effectLst/>
                <a:uLnTx/>
                <a:uFillTx/>
                <a:latin typeface="Arial" panose="020B0604020202020204"/>
                <a:ea typeface="微软雅黑" panose="020B0503020204020204" pitchFamily="34" charset="-122"/>
                <a:cs typeface="+mn-ea"/>
                <a:sym typeface="+mn-lt"/>
              </a:endParaRPr>
            </a:p>
          </p:txBody>
        </p:sp>
        <p:cxnSp>
          <p:nvCxnSpPr>
            <p:cNvPr id="58" name="直接连接符 57"/>
            <p:cNvCxnSpPr/>
            <p:nvPr>
              <p:custDataLst>
                <p:tags r:id="rId16"/>
              </p:custDataLst>
            </p:nvPr>
          </p:nvCxnSpPr>
          <p:spPr>
            <a:xfrm flipH="1">
              <a:off x="1978973" y="5786120"/>
              <a:ext cx="127208" cy="45720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grpSp>
      <p:grpSp>
        <p:nvGrpSpPr>
          <p:cNvPr id="59" name="组合 58"/>
          <p:cNvGrpSpPr/>
          <p:nvPr>
            <p:custDataLst>
              <p:tags r:id="rId17"/>
            </p:custDataLst>
          </p:nvPr>
        </p:nvGrpSpPr>
        <p:grpSpPr>
          <a:xfrm>
            <a:off x="6848992" y="3342705"/>
            <a:ext cx="4068621" cy="829945"/>
            <a:chOff x="1019810" y="5599430"/>
            <a:chExt cx="4068621" cy="829945"/>
          </a:xfrm>
        </p:grpSpPr>
        <p:sp>
          <p:nvSpPr>
            <p:cNvPr id="60" name="文本框 59"/>
            <p:cNvSpPr txBox="1"/>
            <p:nvPr>
              <p:custDataLst>
                <p:tags r:id="rId18"/>
              </p:custDataLst>
            </p:nvPr>
          </p:nvSpPr>
          <p:spPr>
            <a:xfrm flipH="1">
              <a:off x="2214342" y="5782945"/>
              <a:ext cx="2874089" cy="521970"/>
            </a:xfrm>
            <a:prstGeom prst="rect">
              <a:avLst/>
            </a:prstGeom>
            <a:noFill/>
          </p:spPr>
          <p:txBody>
            <a:bodyPr wrap="square" rtlCol="0">
              <a:spAutoFit/>
            </a:bodyPr>
            <a:lstStyle/>
            <a:p>
              <a:pPr eaLnBrk="0" hangingPunct="0"/>
              <a:r>
                <a:rPr lang="zh-CN" altLang="en-US" sz="2800" b="1" dirty="0">
                  <a:solidFill>
                    <a:srgbClr val="0064D2"/>
                  </a:solidFill>
                  <a:cs typeface="+mn-ea"/>
                  <a:sym typeface="+mn-lt"/>
                </a:rPr>
                <a:t>任务小结</a:t>
              </a:r>
              <a:endParaRPr lang="zh-CN" altLang="en-US" sz="2800" b="1" dirty="0">
                <a:solidFill>
                  <a:srgbClr val="0064D2"/>
                </a:solidFill>
                <a:cs typeface="+mn-ea"/>
                <a:sym typeface="+mn-lt"/>
              </a:endParaRPr>
            </a:p>
          </p:txBody>
        </p:sp>
        <p:sp>
          <p:nvSpPr>
            <p:cNvPr id="61" name="文本框 60"/>
            <p:cNvSpPr txBox="1"/>
            <p:nvPr>
              <p:custDataLst>
                <p:tags r:id="rId19"/>
              </p:custDataLst>
            </p:nvPr>
          </p:nvSpPr>
          <p:spPr>
            <a:xfrm>
              <a:off x="1019810" y="5599430"/>
              <a:ext cx="870751" cy="82994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4800" b="0" i="0" u="none" strike="noStrike" kern="1200" cap="none" spc="0" normalizeH="0" baseline="0" noProof="0" dirty="0" smtClean="0">
                  <a:ln>
                    <a:noFill/>
                  </a:ln>
                  <a:solidFill>
                    <a:srgbClr val="303030"/>
                  </a:solidFill>
                  <a:effectLst/>
                  <a:uLnTx/>
                  <a:uFillTx/>
                  <a:latin typeface="Arial" panose="020B0604020202020204"/>
                  <a:ea typeface="微软雅黑" panose="020B0503020204020204" pitchFamily="34" charset="-122"/>
                  <a:cs typeface="+mn-ea"/>
                  <a:sym typeface="+mn-lt"/>
                </a:rPr>
                <a:t>05</a:t>
              </a:r>
              <a:endParaRPr kumimoji="0" lang="en-US" sz="4800" b="0" i="0" u="none" strike="noStrike" kern="1200" cap="none" spc="0" normalizeH="0" baseline="0" noProof="0" dirty="0">
                <a:ln>
                  <a:noFill/>
                </a:ln>
                <a:solidFill>
                  <a:srgbClr val="303030"/>
                </a:solidFill>
                <a:effectLst/>
                <a:uLnTx/>
                <a:uFillTx/>
                <a:latin typeface="Arial" panose="020B0604020202020204"/>
                <a:ea typeface="微软雅黑" panose="020B0503020204020204" pitchFamily="34" charset="-122"/>
                <a:cs typeface="+mn-ea"/>
                <a:sym typeface="+mn-lt"/>
              </a:endParaRPr>
            </a:p>
          </p:txBody>
        </p:sp>
        <p:cxnSp>
          <p:nvCxnSpPr>
            <p:cNvPr id="62" name="直接连接符 61"/>
            <p:cNvCxnSpPr/>
            <p:nvPr>
              <p:custDataLst>
                <p:tags r:id="rId20"/>
              </p:custDataLst>
            </p:nvPr>
          </p:nvCxnSpPr>
          <p:spPr>
            <a:xfrm flipH="1">
              <a:off x="1978973" y="5786120"/>
              <a:ext cx="127208" cy="45720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grpSp>
      <p:grpSp>
        <p:nvGrpSpPr>
          <p:cNvPr id="2" name="组合 1"/>
          <p:cNvGrpSpPr/>
          <p:nvPr>
            <p:custDataLst>
              <p:tags r:id="rId21"/>
            </p:custDataLst>
          </p:nvPr>
        </p:nvGrpSpPr>
        <p:grpSpPr>
          <a:xfrm>
            <a:off x="6848992" y="4253930"/>
            <a:ext cx="4068621" cy="829945"/>
            <a:chOff x="1019810" y="5599430"/>
            <a:chExt cx="4068621" cy="829945"/>
          </a:xfrm>
        </p:grpSpPr>
        <p:sp>
          <p:nvSpPr>
            <p:cNvPr id="3" name="文本框 2"/>
            <p:cNvSpPr txBox="1"/>
            <p:nvPr>
              <p:custDataLst>
                <p:tags r:id="rId22"/>
              </p:custDataLst>
            </p:nvPr>
          </p:nvSpPr>
          <p:spPr>
            <a:xfrm flipH="1">
              <a:off x="2214342" y="5782945"/>
              <a:ext cx="2874089" cy="521970"/>
            </a:xfrm>
            <a:prstGeom prst="rect">
              <a:avLst/>
            </a:prstGeom>
            <a:noFill/>
          </p:spPr>
          <p:txBody>
            <a:bodyPr wrap="square" rtlCol="0">
              <a:spAutoFit/>
            </a:bodyPr>
            <a:lstStyle/>
            <a:p>
              <a:pPr eaLnBrk="0" hangingPunct="0"/>
              <a:r>
                <a:rPr lang="zh-CN" altLang="en-US" sz="2800" dirty="0">
                  <a:solidFill>
                    <a:schemeClr val="tx1"/>
                  </a:solidFill>
                  <a:cs typeface="+mn-ea"/>
                  <a:sym typeface="+mn-lt"/>
                </a:rPr>
                <a:t>任务</a:t>
              </a:r>
              <a:r>
                <a:rPr lang="zh-CN" altLang="en-US" sz="2800" dirty="0">
                  <a:solidFill>
                    <a:schemeClr val="tx1"/>
                  </a:solidFill>
                  <a:cs typeface="+mn-ea"/>
                  <a:sym typeface="+mn-lt"/>
                </a:rPr>
                <a:t>拓展</a:t>
              </a:r>
              <a:endParaRPr lang="zh-CN" altLang="en-US" sz="2800" dirty="0">
                <a:solidFill>
                  <a:schemeClr val="tx1"/>
                </a:solidFill>
                <a:cs typeface="+mn-ea"/>
                <a:sym typeface="+mn-lt"/>
              </a:endParaRPr>
            </a:p>
          </p:txBody>
        </p:sp>
        <p:sp>
          <p:nvSpPr>
            <p:cNvPr id="9" name="文本框 8"/>
            <p:cNvSpPr txBox="1"/>
            <p:nvPr>
              <p:custDataLst>
                <p:tags r:id="rId23"/>
              </p:custDataLst>
            </p:nvPr>
          </p:nvSpPr>
          <p:spPr>
            <a:xfrm>
              <a:off x="1019810" y="5599430"/>
              <a:ext cx="870751" cy="82994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4800" b="0" i="0" u="none" strike="noStrike" kern="1200" cap="none" spc="0" normalizeH="0" baseline="0" noProof="0" dirty="0" smtClean="0">
                  <a:ln>
                    <a:noFill/>
                  </a:ln>
                  <a:solidFill>
                    <a:srgbClr val="303030"/>
                  </a:solidFill>
                  <a:effectLst/>
                  <a:uLnTx/>
                  <a:uFillTx/>
                  <a:latin typeface="Arial" panose="020B0604020202020204"/>
                  <a:ea typeface="微软雅黑" panose="020B0503020204020204" pitchFamily="34" charset="-122"/>
                  <a:cs typeface="+mn-ea"/>
                  <a:sym typeface="+mn-lt"/>
                </a:rPr>
                <a:t>06</a:t>
              </a:r>
              <a:endParaRPr kumimoji="0" lang="en-US" sz="4800" b="0" i="0" u="none" strike="noStrike" kern="1200" cap="none" spc="0" normalizeH="0" baseline="0" noProof="0" dirty="0">
                <a:ln>
                  <a:noFill/>
                </a:ln>
                <a:solidFill>
                  <a:srgbClr val="303030"/>
                </a:solidFill>
                <a:effectLst/>
                <a:uLnTx/>
                <a:uFillTx/>
                <a:latin typeface="Arial" panose="020B0604020202020204"/>
                <a:ea typeface="微软雅黑" panose="020B0503020204020204" pitchFamily="34" charset="-122"/>
                <a:cs typeface="+mn-ea"/>
                <a:sym typeface="+mn-lt"/>
              </a:endParaRPr>
            </a:p>
          </p:txBody>
        </p:sp>
        <p:cxnSp>
          <p:nvCxnSpPr>
            <p:cNvPr id="10" name="直接连接符 9"/>
            <p:cNvCxnSpPr/>
            <p:nvPr>
              <p:custDataLst>
                <p:tags r:id="rId24"/>
              </p:custDataLst>
            </p:nvPr>
          </p:nvCxnSpPr>
          <p:spPr>
            <a:xfrm flipH="1">
              <a:off x="1978973" y="5786120"/>
              <a:ext cx="127208" cy="45720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grpSp>
      <p:sp>
        <p:nvSpPr>
          <p:cNvPr id="11" name="文本框 10"/>
          <p:cNvSpPr txBox="1"/>
          <p:nvPr/>
        </p:nvSpPr>
        <p:spPr>
          <a:xfrm>
            <a:off x="208915" y="946785"/>
            <a:ext cx="11774170" cy="706755"/>
          </a:xfrm>
          <a:prstGeom prst="rect">
            <a:avLst/>
          </a:prstGeom>
          <a:noFill/>
        </p:spPr>
        <p:txBody>
          <a:bodyPr wrap="square" rtlCol="0">
            <a:spAutoFit/>
          </a:bodyPr>
          <a:lstStyle/>
          <a:p>
            <a:pPr algn="ctr"/>
            <a:r>
              <a:rPr lang="zh-CN" altLang="en-US" sz="4000" b="1" dirty="0">
                <a:latin typeface="微软雅黑" panose="020B0503020204020204" pitchFamily="34" charset="-122"/>
                <a:ea typeface="微软雅黑" panose="020B0503020204020204" pitchFamily="34" charset="-122"/>
                <a:cs typeface="微软雅黑" panose="020B0503020204020204" pitchFamily="34" charset="-122"/>
                <a:sym typeface="+mn-lt"/>
              </a:rPr>
              <a:t>任务三</a:t>
            </a:r>
            <a:r>
              <a:rPr lang="en-US" altLang="zh-CN" sz="4000" b="1" dirty="0">
                <a:latin typeface="微软雅黑" panose="020B0503020204020204" pitchFamily="34" charset="-122"/>
                <a:ea typeface="微软雅黑" panose="020B0503020204020204" pitchFamily="34" charset="-122"/>
                <a:cs typeface="微软雅黑" panose="020B0503020204020204" pitchFamily="34" charset="-122"/>
                <a:sym typeface="+mn-lt"/>
              </a:rPr>
              <a:t>    </a:t>
            </a:r>
            <a:r>
              <a:rPr lang="zh-CN" altLang="en-US" sz="4000" b="1" dirty="0">
                <a:latin typeface="微软雅黑" panose="020B0503020204020204" pitchFamily="34" charset="-122"/>
                <a:ea typeface="微软雅黑" panose="020B0503020204020204" pitchFamily="34" charset="-122"/>
                <a:cs typeface="微软雅黑" panose="020B0503020204020204" pitchFamily="34" charset="-122"/>
                <a:sym typeface="+mn-lt"/>
              </a:rPr>
              <a:t>工作流编排与对话状态管理</a:t>
            </a:r>
            <a:endParaRPr lang="zh-CN" altLang="en-US" sz="4000" b="1" dirty="0">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851025" y="1375410"/>
            <a:ext cx="8822055" cy="1753200"/>
          </a:xfrm>
          <a:prstGeom prst="rect">
            <a:avLst/>
          </a:prstGeom>
          <a:noFill/>
        </p:spPr>
        <p:txBody>
          <a:bodyPr wrap="square" rtlCol="0" anchor="t">
            <a:noAutofit/>
          </a:bodyPr>
          <a:lstStyle/>
          <a:p>
            <a:pPr indent="457200" algn="l" fontAlgn="auto">
              <a:lnSpc>
                <a:spcPct val="150000"/>
              </a:lnSpc>
            </a:pPr>
            <a:r>
              <a:rPr lang="zh-CN" dirty="0">
                <a:latin typeface="Arial" panose="020B0604020202020204" pitchFamily="34" charset="0"/>
                <a:cs typeface="Arial" panose="020B0604020202020204" pitchFamily="34" charset="0"/>
              </a:rPr>
              <a:t>本任务的核心是帮助学员建立工作流思维：</a:t>
            </a:r>
            <a:r>
              <a:rPr lang="en-US" altLang="zh-CN" dirty="0">
                <a:latin typeface="Arial" panose="020B0604020202020204" pitchFamily="34" charset="0"/>
                <a:cs typeface="Arial" panose="020B0604020202020204" pitchFamily="34" charset="0"/>
              </a:rPr>
              <a:t>Agent </a:t>
            </a:r>
            <a:r>
              <a:rPr lang="zh-CN" altLang="en-US" dirty="0">
                <a:latin typeface="Arial" panose="020B0604020202020204" pitchFamily="34" charset="0"/>
                <a:cs typeface="Arial" panose="020B0604020202020204" pitchFamily="34" charset="0"/>
              </a:rPr>
              <a:t>的稳定性，不只来自模型，也来自节点职责是否清晰、变量传递是否准确、控制流是否合理、记忆管理是否克制。本任务解决的问题是</a:t>
            </a:r>
            <a:r>
              <a:rPr lang="en-US" altLang="zh-CN" dirty="0">
                <a:latin typeface="Arial" panose="020B0604020202020204" pitchFamily="34" charset="0"/>
                <a:cs typeface="Arial" panose="020B0604020202020204" pitchFamily="34" charset="0"/>
              </a:rPr>
              <a:t>“Agent </a:t>
            </a:r>
            <a:r>
              <a:rPr lang="zh-CN" altLang="en-US" dirty="0">
                <a:latin typeface="Arial" panose="020B0604020202020204" pitchFamily="34" charset="0"/>
                <a:cs typeface="Arial" panose="020B0604020202020204" pitchFamily="34" charset="0"/>
              </a:rPr>
              <a:t>如何在系统里按流程做</a:t>
            </a:r>
            <a:r>
              <a:rPr lang="en-US" altLang="zh-CN" dirty="0">
                <a:latin typeface="Arial" panose="020B0604020202020204" pitchFamily="34" charset="0"/>
                <a:cs typeface="Arial" panose="020B0604020202020204" pitchFamily="34" charset="0"/>
              </a:rPr>
              <a:t>”</a:t>
            </a:r>
            <a:r>
              <a:rPr lang="zh-CN" altLang="en-US" dirty="0">
                <a:latin typeface="Arial" panose="020B0604020202020204" pitchFamily="34" charset="0"/>
                <a:cs typeface="Arial" panose="020B0604020202020204" pitchFamily="34" charset="0"/>
              </a:rPr>
              <a:t>。</a:t>
            </a:r>
            <a:endParaRPr lang="zh-CN" altLang="en-US" dirty="0">
              <a:latin typeface="Arial" panose="020B0604020202020204" pitchFamily="34" charset="0"/>
              <a:cs typeface="Arial" panose="020B0604020202020204" pitchFamily="34" charset="0"/>
            </a:endParaRPr>
          </a:p>
        </p:txBody>
      </p:sp>
      <p:sp>
        <p:nvSpPr>
          <p:cNvPr id="6" name="矩形 5"/>
          <p:cNvSpPr/>
          <p:nvPr/>
        </p:nvSpPr>
        <p:spPr>
          <a:xfrm>
            <a:off x="2223770" y="3274695"/>
            <a:ext cx="7743825" cy="326771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4" name="文本框 3"/>
          <p:cNvSpPr txBox="1"/>
          <p:nvPr/>
        </p:nvSpPr>
        <p:spPr>
          <a:xfrm>
            <a:off x="0" y="792000"/>
            <a:ext cx="1351262" cy="583565"/>
          </a:xfrm>
          <a:prstGeom prst="rect">
            <a:avLst/>
          </a:prstGeom>
          <a:noFill/>
        </p:spPr>
        <p:txBody>
          <a:bodyPr wrap="square" rtlCol="0">
            <a:spAutoFit/>
            <a:scene3d>
              <a:camera prst="orthographicFront"/>
              <a:lightRig rig="threePt" dir="t"/>
            </a:scene3d>
            <a:sp3d contourW="12700"/>
          </a:bodyPr>
          <a:lstStyle/>
          <a:p>
            <a:pPr algn="ctr"/>
            <a:r>
              <a:rPr lang="en-US" altLang="zh-CN" sz="3200" dirty="0" smtClean="0">
                <a:solidFill>
                  <a:srgbClr val="3F396C"/>
                </a:solidFill>
                <a:latin typeface="思源宋体" panose="02020700000000000000" charset="-122"/>
                <a:ea typeface="思源宋体" panose="02020700000000000000" charset="-122"/>
              </a:rPr>
              <a:t>05</a:t>
            </a:r>
            <a:endParaRPr lang="en-US" altLang="zh-CN" sz="3200" dirty="0">
              <a:solidFill>
                <a:srgbClr val="3F396C"/>
              </a:solidFill>
              <a:latin typeface="思源宋体" panose="02020700000000000000" charset="-122"/>
              <a:ea typeface="思源宋体" panose="02020700000000000000" charset="-122"/>
            </a:endParaRPr>
          </a:p>
        </p:txBody>
      </p:sp>
      <p:sp>
        <p:nvSpPr>
          <p:cNvPr id="5" name="文本框 4"/>
          <p:cNvSpPr txBox="1"/>
          <p:nvPr/>
        </p:nvSpPr>
        <p:spPr>
          <a:xfrm>
            <a:off x="1278000" y="792000"/>
            <a:ext cx="1808480" cy="583565"/>
          </a:xfrm>
          <a:prstGeom prst="rect">
            <a:avLst/>
          </a:prstGeom>
          <a:noFill/>
        </p:spPr>
        <p:txBody>
          <a:bodyPr wrap="non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b="1" dirty="0">
                <a:solidFill>
                  <a:schemeClr val="accent1">
                    <a:lumMod val="75000"/>
                  </a:schemeClr>
                </a:solidFill>
                <a:latin typeface="微软雅黑" panose="020B0503020204020204" pitchFamily="34" charset="-122"/>
                <a:ea typeface="微软雅黑" panose="020B0503020204020204" pitchFamily="34" charset="-122"/>
                <a:sym typeface="+mn-lt"/>
              </a:rPr>
              <a:t>任务</a:t>
            </a:r>
            <a:r>
              <a:rPr lang="zh-CN" b="1" dirty="0">
                <a:solidFill>
                  <a:schemeClr val="accent1">
                    <a:lumMod val="75000"/>
                  </a:schemeClr>
                </a:solidFill>
                <a:latin typeface="微软雅黑" panose="020B0503020204020204" pitchFamily="34" charset="-122"/>
                <a:ea typeface="微软雅黑" panose="020B0503020204020204" pitchFamily="34" charset="-122"/>
                <a:sym typeface="+mn-lt"/>
              </a:rPr>
              <a:t>小结</a:t>
            </a:r>
            <a:endParaRPr lang="zh-CN" b="1" dirty="0">
              <a:solidFill>
                <a:schemeClr val="accent1">
                  <a:lumMod val="75000"/>
                </a:schemeClr>
              </a:solidFill>
              <a:latin typeface="微软雅黑" panose="020B0503020204020204" pitchFamily="34" charset="-122"/>
              <a:ea typeface="微软雅黑" panose="020B0503020204020204" pitchFamily="34" charset="-122"/>
              <a:sym typeface="+mn-lt"/>
            </a:endParaRPr>
          </a:p>
        </p:txBody>
      </p:sp>
      <p:sp>
        <p:nvSpPr>
          <p:cNvPr id="2" name="文本框 1"/>
          <p:cNvSpPr txBox="1"/>
          <p:nvPr/>
        </p:nvSpPr>
        <p:spPr>
          <a:xfrm>
            <a:off x="3976370" y="4642485"/>
            <a:ext cx="4239260" cy="532130"/>
          </a:xfrm>
          <a:prstGeom prst="rect">
            <a:avLst/>
          </a:prstGeom>
          <a:noFill/>
        </p:spPr>
        <p:txBody>
          <a:bodyPr wrap="square" rtlCol="0">
            <a:noAutofit/>
          </a:bodyPr>
          <a:lstStyle/>
          <a:p>
            <a:pPr algn="ctr" fontAlgn="auto">
              <a:lnSpc>
                <a:spcPct val="150000"/>
              </a:lnSpc>
            </a:pPr>
            <a:r>
              <a:rPr lang="en-US" altLang="zh-CN" dirty="0">
                <a:latin typeface="微软雅黑" panose="020B0503020204020204" pitchFamily="34" charset="-122"/>
                <a:ea typeface="微软雅黑" panose="020B0503020204020204" pitchFamily="34" charset="-122"/>
                <a:sym typeface="+mn-ea"/>
              </a:rPr>
              <a:t>{{image:summary_image}}</a:t>
            </a:r>
            <a:endParaRPr lang="en-US" altLang="zh-CN" dirty="0">
              <a:latin typeface="微软雅黑" panose="020B0503020204020204" pitchFamily="34" charset="-122"/>
              <a:ea typeface="微软雅黑" panose="020B0503020204020204" pitchFamily="34" charset="-122"/>
              <a:sym typeface="+mn-ea"/>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1"/>
            </p:custDataLst>
          </p:nvPr>
        </p:nvSpPr>
        <p:spPr>
          <a:xfrm>
            <a:off x="1278000" y="792000"/>
            <a:ext cx="4998745" cy="583565"/>
          </a:xfrm>
          <a:prstGeom prst="rect">
            <a:avLst/>
          </a:prstGeom>
          <a:noFill/>
        </p:spPr>
        <p:txBody>
          <a:bodyPr vert="horz" wrap="square" lIns="91440" tIns="45720" rIns="91440" bIns="45720" rtlCol="0" anchor="t" anchorCtr="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lvl="0" algn="l">
              <a:buClrTx/>
              <a:buSzTx/>
              <a:buFontTx/>
            </a:pPr>
            <a:r>
              <a:rPr lang="zh-CN" altLang="en-US" b="1" dirty="0" smtClean="0">
                <a:solidFill>
                  <a:srgbClr val="0064D2"/>
                </a:solidFill>
                <a:latin typeface="微软雅黑" panose="020B0503020204020204" pitchFamily="34" charset="-122"/>
                <a:ea typeface="微软雅黑" panose="020B0503020204020204" pitchFamily="34" charset="-122"/>
                <a:sym typeface="+mn-ea"/>
              </a:rPr>
              <a:t>重</a:t>
            </a:r>
            <a:r>
              <a:rPr lang="zh-CN" altLang="en-US" b="1" dirty="0">
                <a:solidFill>
                  <a:srgbClr val="0064D2"/>
                </a:solidFill>
                <a:latin typeface="微软雅黑" panose="020B0503020204020204" pitchFamily="34" charset="-122"/>
                <a:ea typeface="微软雅黑" panose="020B0503020204020204" pitchFamily="34" charset="-122"/>
                <a:sym typeface="+mn-ea"/>
              </a:rPr>
              <a:t>难点</a:t>
            </a:r>
            <a:r>
              <a:rPr lang="zh-CN" altLang="en-US" b="1" dirty="0" smtClean="0">
                <a:solidFill>
                  <a:srgbClr val="0064D2"/>
                </a:solidFill>
                <a:latin typeface="微软雅黑" panose="020B0503020204020204" pitchFamily="34" charset="-122"/>
                <a:ea typeface="微软雅黑" panose="020B0503020204020204" pitchFamily="34" charset="-122"/>
                <a:sym typeface="+mn-ea"/>
              </a:rPr>
              <a:t>总结</a:t>
            </a:r>
            <a:endParaRPr lang="zh-CN" b="1" dirty="0">
              <a:solidFill>
                <a:srgbClr val="0064D2"/>
              </a:solidFill>
              <a:latin typeface="微软雅黑" panose="020B0503020204020204" pitchFamily="34" charset="-122"/>
              <a:ea typeface="微软雅黑" panose="020B0503020204020204" pitchFamily="34" charset="-122"/>
              <a:sym typeface="+mn-ea"/>
            </a:endParaRPr>
          </a:p>
        </p:txBody>
      </p:sp>
      <p:sp>
        <p:nvSpPr>
          <p:cNvPr id="38" name="文本框 37"/>
          <p:cNvSpPr txBox="1"/>
          <p:nvPr/>
        </p:nvSpPr>
        <p:spPr>
          <a:xfrm>
            <a:off x="0" y="792000"/>
            <a:ext cx="907415" cy="583565"/>
          </a:xfrm>
          <a:prstGeom prst="rect">
            <a:avLst/>
          </a:prstGeom>
          <a:noFill/>
        </p:spPr>
        <p:txBody>
          <a:bodyPr wrap="square" rtlCol="0">
            <a:spAutoFit/>
            <a:scene3d>
              <a:camera prst="orthographicFront"/>
              <a:lightRig rig="threePt" dir="t"/>
            </a:scene3d>
            <a:sp3d contourW="12700"/>
          </a:bodyPr>
          <a:lstStyle/>
          <a:p>
            <a:pPr algn="ctr"/>
            <a:r>
              <a:rPr lang="en-US" altLang="zh-CN" sz="3200" dirty="0" smtClean="0">
                <a:solidFill>
                  <a:srgbClr val="3F396C"/>
                </a:solidFill>
                <a:latin typeface="思源宋体" panose="02020700000000000000" charset="-122"/>
                <a:ea typeface="思源宋体" panose="02020700000000000000" charset="-122"/>
              </a:rPr>
              <a:t>05</a:t>
            </a:r>
            <a:endParaRPr lang="en-US" altLang="zh-CN" sz="3200" dirty="0">
              <a:solidFill>
                <a:srgbClr val="3F396C"/>
              </a:solidFill>
              <a:latin typeface="思源宋体" panose="02020700000000000000" charset="-122"/>
              <a:ea typeface="思源宋体" panose="02020700000000000000" charset="-122"/>
            </a:endParaRPr>
          </a:p>
        </p:txBody>
      </p:sp>
      <p:sp>
        <p:nvSpPr>
          <p:cNvPr id="8" name="www.koppt.cn"/>
          <p:cNvSpPr/>
          <p:nvPr/>
        </p:nvSpPr>
        <p:spPr>
          <a:xfrm>
            <a:off x="1321200" y="2391777"/>
            <a:ext cx="1693017" cy="426365"/>
          </a:xfrm>
          <a:prstGeom prst="roundRect">
            <a:avLst>
              <a:gd name="adj" fmla="val 50000"/>
            </a:avLst>
          </a:prstGeom>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smtClean="0">
                <a:latin typeface="+mj-ea"/>
                <a:ea typeface="+mj-ea"/>
              </a:rPr>
              <a:t>重点内容总结</a:t>
            </a:r>
            <a:endParaRPr lang="zh-CN" altLang="en-US" sz="1600" dirty="0">
              <a:latin typeface="+mj-ea"/>
              <a:ea typeface="+mj-ea"/>
            </a:endParaRPr>
          </a:p>
        </p:txBody>
      </p:sp>
      <p:sp>
        <p:nvSpPr>
          <p:cNvPr id="9" name="www.koppt.cn"/>
          <p:cNvSpPr/>
          <p:nvPr/>
        </p:nvSpPr>
        <p:spPr>
          <a:xfrm>
            <a:off x="6665277" y="2391776"/>
            <a:ext cx="1806257" cy="426365"/>
          </a:xfrm>
          <a:prstGeom prst="roundRect">
            <a:avLst>
              <a:gd name="adj" fmla="val 50000"/>
            </a:avLst>
          </a:prstGeom>
          <a:solidFill>
            <a:schemeClr val="accent3"/>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smtClean="0">
                <a:latin typeface="+mj-ea"/>
                <a:ea typeface="+mj-ea"/>
              </a:rPr>
              <a:t>难点内容总结</a:t>
            </a:r>
            <a:endParaRPr lang="zh-CN" altLang="en-US" sz="1600" dirty="0">
              <a:latin typeface="+mj-ea"/>
              <a:ea typeface="+mj-ea"/>
            </a:endParaRPr>
          </a:p>
        </p:txBody>
      </p:sp>
      <p:sp>
        <p:nvSpPr>
          <p:cNvPr id="4" name="矩形 3"/>
          <p:cNvSpPr/>
          <p:nvPr/>
        </p:nvSpPr>
        <p:spPr>
          <a:xfrm>
            <a:off x="1169670" y="3154045"/>
            <a:ext cx="5040000" cy="538480"/>
          </a:xfrm>
          <a:prstGeom prst="rect">
            <a:avLst/>
          </a:prstGeom>
        </p:spPr>
        <p:txBody>
          <a:bodyPr wrap="square">
            <a:noAutofit/>
          </a:bodyPr>
          <a:lstStyle/>
          <a:p>
            <a:pPr marL="285750" indent="-285750" algn="l" fontAlgn="auto">
              <a:lnSpc>
                <a:spcPct val="150000"/>
              </a:lnSpc>
              <a:buFont typeface="Wingdings" panose="05000000000000000000" pitchFamily="2" charset="2"/>
              <a:buChar char="Ø"/>
            </a:pPr>
            <a:r>
              <a:rPr lang="zh-CN" sz="2000" dirty="0">
                <a:latin typeface="Arial" panose="020B0604020202020204" pitchFamily="34" charset="0"/>
              </a:rPr>
              <a:t>节点职责清晰是工作流稳定的基础；</a:t>
            </a:r>
            <a:endParaRPr lang="zh-CN" sz="2000" dirty="0">
              <a:latin typeface="Arial" panose="020B0604020202020204" pitchFamily="34" charset="0"/>
            </a:endParaRPr>
          </a:p>
        </p:txBody>
      </p:sp>
      <p:sp>
        <p:nvSpPr>
          <p:cNvPr id="11" name="矩形 10"/>
          <p:cNvSpPr/>
          <p:nvPr/>
        </p:nvSpPr>
        <p:spPr>
          <a:xfrm>
            <a:off x="6511925" y="3155315"/>
            <a:ext cx="5040000" cy="539750"/>
          </a:xfrm>
          <a:prstGeom prst="rect">
            <a:avLst/>
          </a:prstGeom>
        </p:spPr>
        <p:txBody>
          <a:bodyPr wrap="square">
            <a:noAutofit/>
          </a:bodyPr>
          <a:lstStyle/>
          <a:p>
            <a:pPr marL="285750" indent="-285750" algn="l">
              <a:lnSpc>
                <a:spcPct val="150000"/>
              </a:lnSpc>
              <a:buFont typeface="Wingdings" panose="05000000000000000000" pitchFamily="2" charset="2"/>
              <a:buChar char="Ø"/>
            </a:pPr>
            <a:r>
              <a:rPr lang="zh-CN" sz="2000" dirty="0">
                <a:latin typeface="Arial" panose="020B0604020202020204" pitchFamily="34" charset="0"/>
                <a:sym typeface="+mn-ea"/>
              </a:rPr>
              <a:t>从提示词调优思维过渡到系统编排思维；</a:t>
            </a:r>
            <a:endParaRPr lang="zh-CN" sz="2000" dirty="0">
              <a:latin typeface="Arial" panose="020B0604020202020204" pitchFamily="34" charset="0"/>
              <a:sym typeface="+mn-ea"/>
            </a:endParaRPr>
          </a:p>
        </p:txBody>
      </p:sp>
      <p:sp>
        <p:nvSpPr>
          <p:cNvPr id="2" name="矩形 1"/>
          <p:cNvSpPr/>
          <p:nvPr/>
        </p:nvSpPr>
        <p:spPr>
          <a:xfrm>
            <a:off x="1169670" y="3693600"/>
            <a:ext cx="5040000" cy="538480"/>
          </a:xfrm>
          <a:prstGeom prst="rect">
            <a:avLst/>
          </a:prstGeom>
        </p:spPr>
        <p:txBody>
          <a:bodyPr wrap="square">
            <a:noAutofit/>
          </a:bodyPr>
          <a:lstStyle/>
          <a:p>
            <a:pPr marL="285750" indent="-285750" algn="l" fontAlgn="auto">
              <a:lnSpc>
                <a:spcPct val="150000"/>
              </a:lnSpc>
              <a:buFont typeface="Wingdings" panose="05000000000000000000" pitchFamily="2" charset="2"/>
              <a:buChar char="Ø"/>
            </a:pPr>
            <a:r>
              <a:rPr lang="zh-CN" sz="2000" dirty="0">
                <a:latin typeface="Arial" panose="020B0604020202020204" pitchFamily="34" charset="0"/>
              </a:rPr>
              <a:t>变量契约明确确保数据传递正确；</a:t>
            </a:r>
            <a:endParaRPr lang="zh-CN" sz="2000" dirty="0">
              <a:latin typeface="Arial" panose="020B0604020202020204" pitchFamily="34" charset="0"/>
            </a:endParaRPr>
          </a:p>
        </p:txBody>
      </p:sp>
      <p:sp>
        <p:nvSpPr>
          <p:cNvPr id="5" name="矩形 4"/>
          <p:cNvSpPr/>
          <p:nvPr/>
        </p:nvSpPr>
        <p:spPr>
          <a:xfrm>
            <a:off x="1169670" y="4234870"/>
            <a:ext cx="5040000" cy="538480"/>
          </a:xfrm>
          <a:prstGeom prst="rect">
            <a:avLst/>
          </a:prstGeom>
        </p:spPr>
        <p:txBody>
          <a:bodyPr wrap="square">
            <a:noAutofit/>
          </a:bodyPr>
          <a:lstStyle/>
          <a:p>
            <a:pPr marL="285750" indent="-285750" algn="l" fontAlgn="auto">
              <a:lnSpc>
                <a:spcPct val="150000"/>
              </a:lnSpc>
              <a:buFont typeface="Wingdings" panose="05000000000000000000" pitchFamily="2" charset="2"/>
              <a:buChar char="Ø"/>
            </a:pPr>
            <a:r>
              <a:rPr lang="zh-CN" sz="2000" dirty="0">
                <a:latin typeface="Arial" panose="020B0604020202020204" pitchFamily="34" charset="0"/>
              </a:rPr>
              <a:t>控制逻辑稳定和记忆管理克制是关键；</a:t>
            </a:r>
            <a:endParaRPr lang="zh-CN" sz="2000" dirty="0">
              <a:latin typeface="Arial" panose="020B0604020202020204" pitchFamily="34" charset="0"/>
            </a:endParaRPr>
          </a:p>
        </p:txBody>
      </p:sp>
      <p:sp>
        <p:nvSpPr>
          <p:cNvPr id="6" name="矩形 5"/>
          <p:cNvSpPr/>
          <p:nvPr/>
        </p:nvSpPr>
        <p:spPr>
          <a:xfrm>
            <a:off x="6511925" y="3693600"/>
            <a:ext cx="5040000" cy="540000"/>
          </a:xfrm>
          <a:prstGeom prst="rect">
            <a:avLst/>
          </a:prstGeom>
        </p:spPr>
        <p:txBody>
          <a:bodyPr wrap="square">
            <a:noAutofit/>
          </a:bodyPr>
          <a:lstStyle/>
          <a:p>
            <a:pPr marL="285750" indent="-285750" algn="l">
              <a:lnSpc>
                <a:spcPct val="150000"/>
              </a:lnSpc>
              <a:buFont typeface="Wingdings" panose="05000000000000000000" pitchFamily="2" charset="2"/>
              <a:buChar char="Ø"/>
            </a:pPr>
            <a:r>
              <a:rPr lang="zh-CN" sz="2000" dirty="0">
                <a:latin typeface="Arial" panose="020B0604020202020204" pitchFamily="34" charset="0"/>
                <a:cs typeface="Arial" panose="020B0604020202020204" pitchFamily="34" charset="0"/>
                <a:sym typeface="+mn-ea"/>
              </a:rPr>
              <a:t>理解</a:t>
            </a:r>
            <a:r>
              <a:rPr lang="en-US" altLang="zh-CN" sz="2000" dirty="0">
                <a:latin typeface="Arial" panose="020B0604020202020204" pitchFamily="34" charset="0"/>
                <a:cs typeface="Arial" panose="020B0604020202020204" pitchFamily="34" charset="0"/>
                <a:sym typeface="+mn-ea"/>
              </a:rPr>
              <a:t>Agent</a:t>
            </a:r>
            <a:r>
              <a:rPr lang="zh-CN" altLang="en-US" sz="2000" dirty="0">
                <a:latin typeface="Arial" panose="020B0604020202020204" pitchFamily="34" charset="0"/>
                <a:cs typeface="Arial" panose="020B0604020202020204" pitchFamily="34" charset="0"/>
                <a:sym typeface="+mn-ea"/>
              </a:rPr>
              <a:t>各要素的联动关系</a:t>
            </a:r>
            <a:endParaRPr lang="zh-CN" altLang="en-US" sz="2000" dirty="0">
              <a:latin typeface="Arial" panose="020B0604020202020204" pitchFamily="34" charset="0"/>
              <a:cs typeface="Arial" panose="020B0604020202020204" pitchFamily="34" charset="0"/>
              <a:sym typeface="+mn-ea"/>
            </a:endParaRPr>
          </a:p>
        </p:txBody>
      </p:sp>
      <p:sp>
        <p:nvSpPr>
          <p:cNvPr id="7" name="矩形 6"/>
          <p:cNvSpPr/>
          <p:nvPr/>
        </p:nvSpPr>
        <p:spPr>
          <a:xfrm>
            <a:off x="6511925" y="4233600"/>
            <a:ext cx="5040000" cy="540000"/>
          </a:xfrm>
          <a:prstGeom prst="rect">
            <a:avLst/>
          </a:prstGeom>
        </p:spPr>
        <p:txBody>
          <a:bodyPr wrap="square">
            <a:noAutofit/>
          </a:bodyPr>
          <a:lstStyle/>
          <a:p>
            <a:pPr marL="285750" indent="-285750" algn="l">
              <a:lnSpc>
                <a:spcPct val="150000"/>
              </a:lnSpc>
              <a:buFont typeface="Wingdings" panose="05000000000000000000" pitchFamily="2" charset="2"/>
              <a:buChar char="Ø"/>
            </a:pPr>
            <a:r>
              <a:rPr lang="zh-CN" sz="2000" dirty="0">
                <a:latin typeface="Arial" panose="020B0604020202020204" pitchFamily="34" charset="0"/>
                <a:cs typeface="Arial" panose="020B0604020202020204" pitchFamily="34" charset="0"/>
                <a:sym typeface="+mn-ea"/>
              </a:rPr>
              <a:t>区分</a:t>
            </a:r>
            <a:r>
              <a:rPr lang="en-US" altLang="zh-CN" sz="2000" dirty="0">
                <a:latin typeface="Arial" panose="020B0604020202020204" pitchFamily="34" charset="0"/>
                <a:cs typeface="Arial" panose="020B0604020202020204" pitchFamily="34" charset="0"/>
                <a:sym typeface="+mn-ea"/>
              </a:rPr>
              <a:t>Workflow</a:t>
            </a:r>
            <a:r>
              <a:rPr lang="zh-CN" altLang="en-US" sz="2000" dirty="0">
                <a:latin typeface="Arial" panose="020B0604020202020204" pitchFamily="34" charset="0"/>
                <a:cs typeface="Arial" panose="020B0604020202020204" pitchFamily="34" charset="0"/>
                <a:sym typeface="+mn-ea"/>
              </a:rPr>
              <a:t>与</a:t>
            </a:r>
            <a:r>
              <a:rPr lang="en-US" altLang="zh-CN" sz="2000" dirty="0">
                <a:latin typeface="Arial" panose="020B0604020202020204" pitchFamily="34" charset="0"/>
                <a:cs typeface="Arial" panose="020B0604020202020204" pitchFamily="34" charset="0"/>
                <a:sym typeface="+mn-ea"/>
              </a:rPr>
              <a:t>Chatflow</a:t>
            </a:r>
            <a:endParaRPr lang="en-US" altLang="zh-CN" sz="2000" dirty="0">
              <a:latin typeface="Arial" panose="020B0604020202020204" pitchFamily="34" charset="0"/>
              <a:cs typeface="Arial" panose="020B0604020202020204" pitchFamily="34" charset="0"/>
              <a:sym typeface="+mn-ea"/>
            </a:endParaRPr>
          </a:p>
        </p:txBody>
      </p:sp>
    </p:spTree>
    <p:custDataLst>
      <p:tags r:id="rId2"/>
    </p:custData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5982970" y="2061210"/>
            <a:ext cx="528955" cy="71755"/>
            <a:chOff x="5831400" y="1495425"/>
            <a:chExt cx="529200" cy="72000"/>
          </a:xfrm>
        </p:grpSpPr>
        <p:sp>
          <p:nvSpPr>
            <p:cNvPr id="22" name="椭圆 21"/>
            <p:cNvSpPr/>
            <p:nvPr/>
          </p:nvSpPr>
          <p:spPr>
            <a:xfrm>
              <a:off x="5831400" y="1495425"/>
              <a:ext cx="72000" cy="720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50000"/>
                </a:lnSpc>
                <a:spcBef>
                  <a:spcPts val="0"/>
                </a:spcBef>
                <a:spcAft>
                  <a:spcPts val="0"/>
                </a:spcAft>
                <a:buClrTx/>
                <a:buSzTx/>
                <a:buFontTx/>
                <a:buNone/>
                <a:defRPr/>
              </a:pPr>
              <a:endParaRPr kumimoji="0" lang="en-US" sz="1800" b="0" i="0" u="none" strike="noStrike" kern="1200" cap="none" spc="0" normalizeH="0" baseline="0" noProof="0">
                <a:ln>
                  <a:noFill/>
                </a:ln>
                <a:solidFill>
                  <a:srgbClr val="303030"/>
                </a:solidFill>
                <a:effectLst/>
                <a:uLnTx/>
                <a:uFillTx/>
                <a:latin typeface="Arial" panose="020B0604020202020204"/>
                <a:ea typeface="微软雅黑" panose="020B0503020204020204" pitchFamily="34" charset="-122"/>
                <a:cs typeface="+mn-ea"/>
                <a:sym typeface="+mn-lt"/>
              </a:endParaRPr>
            </a:p>
          </p:txBody>
        </p:sp>
        <p:sp>
          <p:nvSpPr>
            <p:cNvPr id="23" name="椭圆 22"/>
            <p:cNvSpPr/>
            <p:nvPr/>
          </p:nvSpPr>
          <p:spPr>
            <a:xfrm>
              <a:off x="5983800" y="1495425"/>
              <a:ext cx="72000" cy="720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50000"/>
                </a:lnSpc>
                <a:spcBef>
                  <a:spcPts val="0"/>
                </a:spcBef>
                <a:spcAft>
                  <a:spcPts val="0"/>
                </a:spcAft>
                <a:buClrTx/>
                <a:buSzTx/>
                <a:buFontTx/>
                <a:buNone/>
                <a:defRPr/>
              </a:pPr>
              <a:endParaRPr kumimoji="0" lang="en-US" sz="1800" b="0" i="0" u="none" strike="noStrike" kern="1200" cap="none" spc="0" normalizeH="0" baseline="0" noProof="0">
                <a:ln>
                  <a:noFill/>
                </a:ln>
                <a:solidFill>
                  <a:srgbClr val="303030"/>
                </a:solidFill>
                <a:effectLst/>
                <a:uLnTx/>
                <a:uFillTx/>
                <a:latin typeface="Arial" panose="020B0604020202020204"/>
                <a:ea typeface="微软雅黑" panose="020B0503020204020204" pitchFamily="34" charset="-122"/>
                <a:cs typeface="+mn-ea"/>
                <a:sym typeface="+mn-lt"/>
              </a:endParaRPr>
            </a:p>
          </p:txBody>
        </p:sp>
        <p:sp>
          <p:nvSpPr>
            <p:cNvPr id="5" name="椭圆 4"/>
            <p:cNvSpPr/>
            <p:nvPr/>
          </p:nvSpPr>
          <p:spPr>
            <a:xfrm>
              <a:off x="6136200" y="1495425"/>
              <a:ext cx="72000" cy="7200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50000"/>
                </a:lnSpc>
                <a:spcBef>
                  <a:spcPts val="0"/>
                </a:spcBef>
                <a:spcAft>
                  <a:spcPts val="0"/>
                </a:spcAft>
                <a:buClrTx/>
                <a:buSzTx/>
                <a:buFontTx/>
                <a:buNone/>
                <a:defRPr/>
              </a:pPr>
              <a:endParaRPr kumimoji="0" lang="en-US" sz="1800" b="0" i="0" u="none" strike="noStrike" kern="1200" cap="none" spc="0" normalizeH="0" baseline="0" noProof="0">
                <a:ln>
                  <a:noFill/>
                </a:ln>
                <a:solidFill>
                  <a:srgbClr val="303030"/>
                </a:solidFill>
                <a:effectLst/>
                <a:uLnTx/>
                <a:uFillTx/>
                <a:latin typeface="Arial" panose="020B0604020202020204"/>
                <a:ea typeface="微软雅黑" panose="020B0503020204020204" pitchFamily="34" charset="-122"/>
                <a:cs typeface="+mn-ea"/>
                <a:sym typeface="+mn-lt"/>
              </a:endParaRPr>
            </a:p>
          </p:txBody>
        </p:sp>
        <p:sp>
          <p:nvSpPr>
            <p:cNvPr id="6" name="椭圆 5"/>
            <p:cNvSpPr/>
            <p:nvPr/>
          </p:nvSpPr>
          <p:spPr>
            <a:xfrm>
              <a:off x="6288600" y="1495425"/>
              <a:ext cx="72000" cy="7200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50000"/>
                </a:lnSpc>
                <a:spcBef>
                  <a:spcPts val="0"/>
                </a:spcBef>
                <a:spcAft>
                  <a:spcPts val="0"/>
                </a:spcAft>
                <a:buClrTx/>
                <a:buSzTx/>
                <a:buFontTx/>
                <a:buNone/>
                <a:defRPr/>
              </a:pPr>
              <a:endParaRPr kumimoji="0" lang="en-US" sz="1800" b="0" i="0" u="none" strike="noStrike" kern="1200" cap="none" spc="0" normalizeH="0" baseline="0" noProof="0">
                <a:ln>
                  <a:noFill/>
                </a:ln>
                <a:solidFill>
                  <a:srgbClr val="303030"/>
                </a:solidFill>
                <a:effectLst/>
                <a:uLnTx/>
                <a:uFillTx/>
                <a:latin typeface="Arial" panose="020B0604020202020204"/>
                <a:ea typeface="微软雅黑" panose="020B0503020204020204" pitchFamily="34" charset="-122"/>
                <a:cs typeface="+mn-ea"/>
                <a:sym typeface="+mn-lt"/>
              </a:endParaRPr>
            </a:p>
          </p:txBody>
        </p:sp>
      </p:grpSp>
      <p:grpSp>
        <p:nvGrpSpPr>
          <p:cNvPr id="18" name="组合 17"/>
          <p:cNvGrpSpPr/>
          <p:nvPr>
            <p:custDataLst>
              <p:tags r:id="rId1"/>
            </p:custDataLst>
          </p:nvPr>
        </p:nvGrpSpPr>
        <p:grpSpPr>
          <a:xfrm>
            <a:off x="1019810" y="2407403"/>
            <a:ext cx="3578068" cy="829945"/>
            <a:chOff x="1019810" y="2115568"/>
            <a:chExt cx="3578068" cy="829945"/>
          </a:xfrm>
        </p:grpSpPr>
        <p:sp>
          <p:nvSpPr>
            <p:cNvPr id="8" name="文本框 7"/>
            <p:cNvSpPr txBox="1"/>
            <p:nvPr>
              <p:custDataLst>
                <p:tags r:id="rId2"/>
              </p:custDataLst>
            </p:nvPr>
          </p:nvSpPr>
          <p:spPr>
            <a:xfrm flipH="1">
              <a:off x="2214341" y="2298448"/>
              <a:ext cx="2383537" cy="52197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ea"/>
                  <a:sym typeface="+mn-ea"/>
                </a:rPr>
                <a:t>任务描述</a:t>
              </a:r>
              <a:endParaRPr kumimoji="0" lang="zh-CN" altLang="en-US" sz="280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ea"/>
                <a:sym typeface="+mn-ea"/>
              </a:endParaRPr>
            </a:p>
          </p:txBody>
        </p:sp>
        <p:sp>
          <p:nvSpPr>
            <p:cNvPr id="14" name="文本框 13"/>
            <p:cNvSpPr txBox="1"/>
            <p:nvPr>
              <p:custDataLst>
                <p:tags r:id="rId3"/>
              </p:custDataLst>
            </p:nvPr>
          </p:nvSpPr>
          <p:spPr>
            <a:xfrm>
              <a:off x="1019810" y="2115568"/>
              <a:ext cx="961884" cy="82994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4800" b="0" i="0" u="none" strike="noStrike" kern="1200" cap="none" spc="0" normalizeH="0" baseline="0" noProof="0">
                  <a:ln>
                    <a:noFill/>
                  </a:ln>
                  <a:solidFill>
                    <a:srgbClr val="303030"/>
                  </a:solidFill>
                  <a:effectLst/>
                  <a:uLnTx/>
                  <a:uFillTx/>
                  <a:latin typeface="+mn-ea"/>
                  <a:cs typeface="+mn-ea"/>
                  <a:sym typeface="+mn-lt"/>
                </a:rPr>
                <a:t>01</a:t>
              </a:r>
              <a:endParaRPr kumimoji="0" lang="en-US" sz="4800" b="0" i="0" u="none" strike="noStrike" kern="1200" cap="none" spc="0" normalizeH="0" baseline="0" noProof="0">
                <a:ln>
                  <a:noFill/>
                </a:ln>
                <a:solidFill>
                  <a:srgbClr val="303030"/>
                </a:solidFill>
                <a:effectLst/>
                <a:uLnTx/>
                <a:uFillTx/>
                <a:latin typeface="+mn-ea"/>
                <a:cs typeface="+mn-ea"/>
                <a:sym typeface="+mn-lt"/>
              </a:endParaRPr>
            </a:p>
          </p:txBody>
        </p:sp>
        <p:cxnSp>
          <p:nvCxnSpPr>
            <p:cNvPr id="15" name="直接连接符 14"/>
            <p:cNvCxnSpPr/>
            <p:nvPr>
              <p:custDataLst>
                <p:tags r:id="rId4"/>
              </p:custDataLst>
            </p:nvPr>
          </p:nvCxnSpPr>
          <p:spPr>
            <a:xfrm flipH="1">
              <a:off x="1978973" y="2302258"/>
              <a:ext cx="127208" cy="45720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grpSp>
      <p:grpSp>
        <p:nvGrpSpPr>
          <p:cNvPr id="13" name="组合 12"/>
          <p:cNvGrpSpPr/>
          <p:nvPr>
            <p:custDataLst>
              <p:tags r:id="rId5"/>
            </p:custDataLst>
          </p:nvPr>
        </p:nvGrpSpPr>
        <p:grpSpPr>
          <a:xfrm>
            <a:off x="1019810" y="3342914"/>
            <a:ext cx="5267818" cy="829945"/>
            <a:chOff x="1019810" y="3241423"/>
            <a:chExt cx="5267818" cy="829945"/>
          </a:xfrm>
        </p:grpSpPr>
        <p:sp>
          <p:nvSpPr>
            <p:cNvPr id="21" name="文本框 20"/>
            <p:cNvSpPr txBox="1"/>
            <p:nvPr>
              <p:custDataLst>
                <p:tags r:id="rId6"/>
              </p:custDataLst>
            </p:nvPr>
          </p:nvSpPr>
          <p:spPr>
            <a:xfrm flipH="1">
              <a:off x="2214341" y="3424938"/>
              <a:ext cx="4073287" cy="521970"/>
            </a:xfrm>
            <a:prstGeom prst="rect">
              <a:avLst/>
            </a:prstGeom>
            <a:noFill/>
          </p:spPr>
          <p:txBody>
            <a:bodyPr wrap="square" rtlCol="0">
              <a:spAutoFit/>
            </a:bodyPr>
            <a:lstStyle/>
            <a:p>
              <a:pPr eaLnBrk="0" hangingPunct="0"/>
              <a:r>
                <a:rPr lang="zh-CN" altLang="en-US" sz="2800" dirty="0">
                  <a:solidFill>
                    <a:schemeClr val="tx1"/>
                  </a:solidFill>
                  <a:cs typeface="+mn-ea"/>
                  <a:sym typeface="+mn-lt"/>
                </a:rPr>
                <a:t>任务目标和重难点</a:t>
              </a:r>
              <a:endParaRPr lang="zh-CN" altLang="en-US" sz="2800" dirty="0">
                <a:solidFill>
                  <a:schemeClr val="tx1"/>
                </a:solidFill>
                <a:cs typeface="+mn-ea"/>
                <a:sym typeface="+mn-lt"/>
              </a:endParaRPr>
            </a:p>
          </p:txBody>
        </p:sp>
        <p:sp>
          <p:nvSpPr>
            <p:cNvPr id="34" name="文本框 33"/>
            <p:cNvSpPr txBox="1"/>
            <p:nvPr>
              <p:custDataLst>
                <p:tags r:id="rId7"/>
              </p:custDataLst>
            </p:nvPr>
          </p:nvSpPr>
          <p:spPr>
            <a:xfrm>
              <a:off x="1019810" y="3241423"/>
              <a:ext cx="870751" cy="82994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4800" b="0" i="0" u="none" strike="noStrike" kern="1200" cap="none" spc="0" normalizeH="0" baseline="0" noProof="0" dirty="0">
                  <a:ln>
                    <a:noFill/>
                  </a:ln>
                  <a:solidFill>
                    <a:srgbClr val="303030"/>
                  </a:solidFill>
                  <a:effectLst/>
                  <a:uLnTx/>
                  <a:uFillTx/>
                  <a:latin typeface="Arial" panose="020B0604020202020204"/>
                  <a:ea typeface="微软雅黑" panose="020B0503020204020204" pitchFamily="34" charset="-122"/>
                  <a:cs typeface="+mn-ea"/>
                  <a:sym typeface="+mn-lt"/>
                </a:rPr>
                <a:t>02</a:t>
              </a:r>
              <a:endParaRPr kumimoji="0" lang="en-US" sz="4800" b="0" i="0" u="none" strike="noStrike" kern="1200" cap="none" spc="0" normalizeH="0" baseline="0" noProof="0" dirty="0">
                <a:ln>
                  <a:noFill/>
                </a:ln>
                <a:solidFill>
                  <a:srgbClr val="303030"/>
                </a:solidFill>
                <a:effectLst/>
                <a:uLnTx/>
                <a:uFillTx/>
                <a:latin typeface="Arial" panose="020B0604020202020204"/>
                <a:ea typeface="微软雅黑" panose="020B0503020204020204" pitchFamily="34" charset="-122"/>
                <a:cs typeface="+mn-ea"/>
                <a:sym typeface="+mn-lt"/>
              </a:endParaRPr>
            </a:p>
          </p:txBody>
        </p:sp>
        <p:cxnSp>
          <p:nvCxnSpPr>
            <p:cNvPr id="35" name="直接连接符 34"/>
            <p:cNvCxnSpPr/>
            <p:nvPr>
              <p:custDataLst>
                <p:tags r:id="rId8"/>
              </p:custDataLst>
            </p:nvPr>
          </p:nvCxnSpPr>
          <p:spPr>
            <a:xfrm flipH="1">
              <a:off x="1978973" y="3428113"/>
              <a:ext cx="127208" cy="45720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grpSp>
      <p:grpSp>
        <p:nvGrpSpPr>
          <p:cNvPr id="26" name="组合 25"/>
          <p:cNvGrpSpPr/>
          <p:nvPr>
            <p:custDataLst>
              <p:tags r:id="rId9"/>
            </p:custDataLst>
          </p:nvPr>
        </p:nvGrpSpPr>
        <p:grpSpPr>
          <a:xfrm>
            <a:off x="1019810" y="4262394"/>
            <a:ext cx="4068621" cy="829945"/>
            <a:chOff x="1019810" y="5599430"/>
            <a:chExt cx="4068621" cy="829945"/>
          </a:xfrm>
        </p:grpSpPr>
        <p:sp>
          <p:nvSpPr>
            <p:cNvPr id="31" name="文本框 30"/>
            <p:cNvSpPr txBox="1"/>
            <p:nvPr>
              <p:custDataLst>
                <p:tags r:id="rId10"/>
              </p:custDataLst>
            </p:nvPr>
          </p:nvSpPr>
          <p:spPr>
            <a:xfrm flipH="1">
              <a:off x="2214342" y="5782945"/>
              <a:ext cx="2874089" cy="521970"/>
            </a:xfrm>
            <a:prstGeom prst="rect">
              <a:avLst/>
            </a:prstGeom>
            <a:noFill/>
          </p:spPr>
          <p:txBody>
            <a:bodyPr wrap="square" rtlCol="0">
              <a:spAutoFit/>
            </a:bodyPr>
            <a:lstStyle/>
            <a:p>
              <a:pPr eaLnBrk="0" hangingPunct="0"/>
              <a:r>
                <a:rPr kumimoji="0" lang="zh-CN" altLang="en-US" sz="2800" i="0" u="none" strike="noStrike" kern="1200" cap="none" spc="0" normalizeH="0" baseline="0" noProof="0" dirty="0">
                  <a:ln>
                    <a:noFill/>
                  </a:ln>
                  <a:solidFill>
                    <a:schemeClr val="tx1"/>
                  </a:solidFill>
                  <a:effectLst/>
                  <a:uLnTx/>
                  <a:uFillTx/>
                  <a:latin typeface="Arial" panose="020B0604020202020204"/>
                  <a:ea typeface="微软雅黑" panose="020B0503020204020204" pitchFamily="34" charset="-122"/>
                  <a:cs typeface="+mn-ea"/>
                  <a:sym typeface="+mn-lt"/>
                </a:rPr>
                <a:t>知识储备</a:t>
              </a:r>
              <a:endParaRPr kumimoji="0" lang="zh-CN" altLang="en-US" sz="2800" i="0" u="none" strike="noStrike" kern="1200" cap="none" spc="0" normalizeH="0" baseline="0" noProof="0" dirty="0">
                <a:ln>
                  <a:noFill/>
                </a:ln>
                <a:solidFill>
                  <a:schemeClr val="tx1"/>
                </a:solidFill>
                <a:effectLst/>
                <a:uLnTx/>
                <a:uFillTx/>
                <a:latin typeface="Arial" panose="020B0604020202020204"/>
                <a:ea typeface="微软雅黑" panose="020B0503020204020204" pitchFamily="34" charset="-122"/>
                <a:cs typeface="+mn-ea"/>
                <a:sym typeface="+mn-lt"/>
              </a:endParaRPr>
            </a:p>
          </p:txBody>
        </p:sp>
        <p:sp>
          <p:nvSpPr>
            <p:cNvPr id="32" name="文本框 31"/>
            <p:cNvSpPr txBox="1"/>
            <p:nvPr>
              <p:custDataLst>
                <p:tags r:id="rId11"/>
              </p:custDataLst>
            </p:nvPr>
          </p:nvSpPr>
          <p:spPr>
            <a:xfrm>
              <a:off x="1019810" y="5599430"/>
              <a:ext cx="870751" cy="82994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4800" b="0" i="0" u="none" strike="noStrike" kern="1200" cap="none" spc="0" normalizeH="0" baseline="0" noProof="0" dirty="0" smtClean="0">
                  <a:ln>
                    <a:noFill/>
                  </a:ln>
                  <a:solidFill>
                    <a:srgbClr val="303030"/>
                  </a:solidFill>
                  <a:effectLst/>
                  <a:uLnTx/>
                  <a:uFillTx/>
                  <a:latin typeface="Arial" panose="020B0604020202020204"/>
                  <a:ea typeface="微软雅黑" panose="020B0503020204020204" pitchFamily="34" charset="-122"/>
                  <a:cs typeface="+mn-ea"/>
                  <a:sym typeface="+mn-lt"/>
                </a:rPr>
                <a:t>03</a:t>
              </a:r>
              <a:endParaRPr kumimoji="0" lang="en-US" sz="4800" b="0" i="0" u="none" strike="noStrike" kern="1200" cap="none" spc="0" normalizeH="0" baseline="0" noProof="0" dirty="0">
                <a:ln>
                  <a:noFill/>
                </a:ln>
                <a:solidFill>
                  <a:srgbClr val="303030"/>
                </a:solidFill>
                <a:effectLst/>
                <a:uLnTx/>
                <a:uFillTx/>
                <a:latin typeface="Arial" panose="020B0604020202020204"/>
                <a:ea typeface="微软雅黑" panose="020B0503020204020204" pitchFamily="34" charset="-122"/>
                <a:cs typeface="+mn-ea"/>
                <a:sym typeface="+mn-lt"/>
              </a:endParaRPr>
            </a:p>
          </p:txBody>
        </p:sp>
        <p:cxnSp>
          <p:nvCxnSpPr>
            <p:cNvPr id="33" name="直接连接符 32"/>
            <p:cNvCxnSpPr/>
            <p:nvPr>
              <p:custDataLst>
                <p:tags r:id="rId12"/>
              </p:custDataLst>
            </p:nvPr>
          </p:nvCxnSpPr>
          <p:spPr>
            <a:xfrm flipH="1">
              <a:off x="1978973" y="5786120"/>
              <a:ext cx="127208" cy="45720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grpSp>
      <p:grpSp>
        <p:nvGrpSpPr>
          <p:cNvPr id="55" name="组合 54"/>
          <p:cNvGrpSpPr/>
          <p:nvPr>
            <p:custDataLst>
              <p:tags r:id="rId13"/>
            </p:custDataLst>
          </p:nvPr>
        </p:nvGrpSpPr>
        <p:grpSpPr>
          <a:xfrm>
            <a:off x="6848992" y="2405673"/>
            <a:ext cx="4068621" cy="829945"/>
            <a:chOff x="1019810" y="5599430"/>
            <a:chExt cx="4068621" cy="829945"/>
          </a:xfrm>
        </p:grpSpPr>
        <p:sp>
          <p:nvSpPr>
            <p:cNvPr id="56" name="文本框 55"/>
            <p:cNvSpPr txBox="1"/>
            <p:nvPr>
              <p:custDataLst>
                <p:tags r:id="rId14"/>
              </p:custDataLst>
            </p:nvPr>
          </p:nvSpPr>
          <p:spPr>
            <a:xfrm flipH="1">
              <a:off x="2214342" y="5782945"/>
              <a:ext cx="2874089" cy="521970"/>
            </a:xfrm>
            <a:prstGeom prst="rect">
              <a:avLst/>
            </a:prstGeom>
            <a:noFill/>
          </p:spPr>
          <p:txBody>
            <a:bodyPr wrap="square" rtlCol="0">
              <a:spAutoFit/>
            </a:bodyPr>
            <a:lstStyle/>
            <a:p>
              <a:pPr eaLnBrk="0" hangingPunct="0"/>
              <a:r>
                <a:rPr kumimoji="0" lang="zh-CN" altLang="en-US" sz="2800" i="0" u="none" strike="noStrike" kern="1200" cap="none" spc="0" normalizeH="0" baseline="0" noProof="0" dirty="0">
                  <a:ln>
                    <a:noFill/>
                  </a:ln>
                  <a:solidFill>
                    <a:schemeClr val="tx1"/>
                  </a:solidFill>
                  <a:effectLst/>
                  <a:uLnTx/>
                  <a:uFillTx/>
                  <a:latin typeface="Arial" panose="020B0604020202020204"/>
                  <a:ea typeface="微软雅黑" panose="020B0503020204020204" pitchFamily="34" charset="-122"/>
                  <a:cs typeface="+mn-ea"/>
                  <a:sym typeface="+mn-lt"/>
                </a:rPr>
                <a:t>任务实施</a:t>
              </a:r>
              <a:endParaRPr kumimoji="0" lang="zh-CN" altLang="en-US" sz="2800" i="0" u="none" strike="noStrike" kern="1200" cap="none" spc="0" normalizeH="0" baseline="0" noProof="0" dirty="0">
                <a:ln>
                  <a:noFill/>
                </a:ln>
                <a:solidFill>
                  <a:schemeClr val="tx1"/>
                </a:solidFill>
                <a:effectLst/>
                <a:uLnTx/>
                <a:uFillTx/>
                <a:latin typeface="Arial" panose="020B0604020202020204"/>
                <a:ea typeface="微软雅黑" panose="020B0503020204020204" pitchFamily="34" charset="-122"/>
                <a:cs typeface="+mn-ea"/>
                <a:sym typeface="+mn-lt"/>
              </a:endParaRPr>
            </a:p>
          </p:txBody>
        </p:sp>
        <p:sp>
          <p:nvSpPr>
            <p:cNvPr id="57" name="文本框 56"/>
            <p:cNvSpPr txBox="1"/>
            <p:nvPr>
              <p:custDataLst>
                <p:tags r:id="rId15"/>
              </p:custDataLst>
            </p:nvPr>
          </p:nvSpPr>
          <p:spPr>
            <a:xfrm>
              <a:off x="1019810" y="5599430"/>
              <a:ext cx="870751" cy="82994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4800" b="0" i="0" u="none" strike="noStrike" kern="1200" cap="none" spc="0" normalizeH="0" baseline="0" noProof="0" dirty="0" smtClean="0">
                  <a:ln>
                    <a:noFill/>
                  </a:ln>
                  <a:solidFill>
                    <a:srgbClr val="303030"/>
                  </a:solidFill>
                  <a:effectLst/>
                  <a:uLnTx/>
                  <a:uFillTx/>
                  <a:latin typeface="Arial" panose="020B0604020202020204"/>
                  <a:ea typeface="微软雅黑" panose="020B0503020204020204" pitchFamily="34" charset="-122"/>
                  <a:cs typeface="+mn-ea"/>
                  <a:sym typeface="+mn-lt"/>
                </a:rPr>
                <a:t>04</a:t>
              </a:r>
              <a:endParaRPr kumimoji="0" lang="en-US" sz="4800" b="0" i="0" u="none" strike="noStrike" kern="1200" cap="none" spc="0" normalizeH="0" baseline="0" noProof="0" dirty="0">
                <a:ln>
                  <a:noFill/>
                </a:ln>
                <a:solidFill>
                  <a:srgbClr val="303030"/>
                </a:solidFill>
                <a:effectLst/>
                <a:uLnTx/>
                <a:uFillTx/>
                <a:latin typeface="Arial" panose="020B0604020202020204"/>
                <a:ea typeface="微软雅黑" panose="020B0503020204020204" pitchFamily="34" charset="-122"/>
                <a:cs typeface="+mn-ea"/>
                <a:sym typeface="+mn-lt"/>
              </a:endParaRPr>
            </a:p>
          </p:txBody>
        </p:sp>
        <p:cxnSp>
          <p:nvCxnSpPr>
            <p:cNvPr id="58" name="直接连接符 57"/>
            <p:cNvCxnSpPr/>
            <p:nvPr>
              <p:custDataLst>
                <p:tags r:id="rId16"/>
              </p:custDataLst>
            </p:nvPr>
          </p:nvCxnSpPr>
          <p:spPr>
            <a:xfrm flipH="1">
              <a:off x="1978973" y="5786120"/>
              <a:ext cx="127208" cy="45720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grpSp>
      <p:grpSp>
        <p:nvGrpSpPr>
          <p:cNvPr id="59" name="组合 58"/>
          <p:cNvGrpSpPr/>
          <p:nvPr>
            <p:custDataLst>
              <p:tags r:id="rId17"/>
            </p:custDataLst>
          </p:nvPr>
        </p:nvGrpSpPr>
        <p:grpSpPr>
          <a:xfrm>
            <a:off x="6848992" y="3342705"/>
            <a:ext cx="4068621" cy="829945"/>
            <a:chOff x="1019810" y="5599430"/>
            <a:chExt cx="4068621" cy="829945"/>
          </a:xfrm>
        </p:grpSpPr>
        <p:sp>
          <p:nvSpPr>
            <p:cNvPr id="60" name="文本框 59"/>
            <p:cNvSpPr txBox="1"/>
            <p:nvPr>
              <p:custDataLst>
                <p:tags r:id="rId18"/>
              </p:custDataLst>
            </p:nvPr>
          </p:nvSpPr>
          <p:spPr>
            <a:xfrm flipH="1">
              <a:off x="2214342" y="5782945"/>
              <a:ext cx="2874089" cy="521970"/>
            </a:xfrm>
            <a:prstGeom prst="rect">
              <a:avLst/>
            </a:prstGeom>
            <a:noFill/>
          </p:spPr>
          <p:txBody>
            <a:bodyPr wrap="square" rtlCol="0">
              <a:spAutoFit/>
            </a:bodyPr>
            <a:lstStyle/>
            <a:p>
              <a:pPr eaLnBrk="0" hangingPunct="0"/>
              <a:r>
                <a:rPr lang="zh-CN" altLang="en-US" sz="2800" dirty="0">
                  <a:solidFill>
                    <a:schemeClr val="tx1"/>
                  </a:solidFill>
                  <a:cs typeface="+mn-ea"/>
                  <a:sym typeface="+mn-lt"/>
                </a:rPr>
                <a:t>任务小结</a:t>
              </a:r>
              <a:endParaRPr lang="zh-CN" altLang="en-US" sz="2800" dirty="0">
                <a:solidFill>
                  <a:schemeClr val="tx1"/>
                </a:solidFill>
                <a:cs typeface="+mn-ea"/>
                <a:sym typeface="+mn-lt"/>
              </a:endParaRPr>
            </a:p>
          </p:txBody>
        </p:sp>
        <p:sp>
          <p:nvSpPr>
            <p:cNvPr id="61" name="文本框 60"/>
            <p:cNvSpPr txBox="1"/>
            <p:nvPr>
              <p:custDataLst>
                <p:tags r:id="rId19"/>
              </p:custDataLst>
            </p:nvPr>
          </p:nvSpPr>
          <p:spPr>
            <a:xfrm>
              <a:off x="1019810" y="5599430"/>
              <a:ext cx="870751" cy="82994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4800" b="0" i="0" u="none" strike="noStrike" kern="1200" cap="none" spc="0" normalizeH="0" baseline="0" noProof="0" dirty="0" smtClean="0">
                  <a:ln>
                    <a:noFill/>
                  </a:ln>
                  <a:solidFill>
                    <a:srgbClr val="303030"/>
                  </a:solidFill>
                  <a:effectLst/>
                  <a:uLnTx/>
                  <a:uFillTx/>
                  <a:latin typeface="Arial" panose="020B0604020202020204"/>
                  <a:ea typeface="微软雅黑" panose="020B0503020204020204" pitchFamily="34" charset="-122"/>
                  <a:cs typeface="+mn-ea"/>
                  <a:sym typeface="+mn-lt"/>
                </a:rPr>
                <a:t>05</a:t>
              </a:r>
              <a:endParaRPr kumimoji="0" lang="en-US" sz="4800" b="0" i="0" u="none" strike="noStrike" kern="1200" cap="none" spc="0" normalizeH="0" baseline="0" noProof="0" dirty="0">
                <a:ln>
                  <a:noFill/>
                </a:ln>
                <a:solidFill>
                  <a:srgbClr val="303030"/>
                </a:solidFill>
                <a:effectLst/>
                <a:uLnTx/>
                <a:uFillTx/>
                <a:latin typeface="Arial" panose="020B0604020202020204"/>
                <a:ea typeface="微软雅黑" panose="020B0503020204020204" pitchFamily="34" charset="-122"/>
                <a:cs typeface="+mn-ea"/>
                <a:sym typeface="+mn-lt"/>
              </a:endParaRPr>
            </a:p>
          </p:txBody>
        </p:sp>
        <p:cxnSp>
          <p:nvCxnSpPr>
            <p:cNvPr id="62" name="直接连接符 61"/>
            <p:cNvCxnSpPr/>
            <p:nvPr>
              <p:custDataLst>
                <p:tags r:id="rId20"/>
              </p:custDataLst>
            </p:nvPr>
          </p:nvCxnSpPr>
          <p:spPr>
            <a:xfrm flipH="1">
              <a:off x="1978973" y="5786120"/>
              <a:ext cx="127208" cy="45720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grpSp>
      <p:grpSp>
        <p:nvGrpSpPr>
          <p:cNvPr id="2" name="组合 1"/>
          <p:cNvGrpSpPr/>
          <p:nvPr>
            <p:custDataLst>
              <p:tags r:id="rId21"/>
            </p:custDataLst>
          </p:nvPr>
        </p:nvGrpSpPr>
        <p:grpSpPr>
          <a:xfrm>
            <a:off x="6848992" y="4253930"/>
            <a:ext cx="4068621" cy="829945"/>
            <a:chOff x="1019810" y="5599430"/>
            <a:chExt cx="4068621" cy="829945"/>
          </a:xfrm>
        </p:grpSpPr>
        <p:sp>
          <p:nvSpPr>
            <p:cNvPr id="3" name="文本框 2"/>
            <p:cNvSpPr txBox="1"/>
            <p:nvPr>
              <p:custDataLst>
                <p:tags r:id="rId22"/>
              </p:custDataLst>
            </p:nvPr>
          </p:nvSpPr>
          <p:spPr>
            <a:xfrm flipH="1">
              <a:off x="2214342" y="5782945"/>
              <a:ext cx="2874089" cy="521970"/>
            </a:xfrm>
            <a:prstGeom prst="rect">
              <a:avLst/>
            </a:prstGeom>
            <a:noFill/>
          </p:spPr>
          <p:txBody>
            <a:bodyPr wrap="square" rtlCol="0">
              <a:spAutoFit/>
            </a:bodyPr>
            <a:lstStyle/>
            <a:p>
              <a:pPr eaLnBrk="0" hangingPunct="0"/>
              <a:r>
                <a:rPr lang="zh-CN" altLang="en-US" sz="2800" b="1" dirty="0">
                  <a:solidFill>
                    <a:srgbClr val="0064D2"/>
                  </a:solidFill>
                  <a:cs typeface="+mn-ea"/>
                  <a:sym typeface="+mn-lt"/>
                </a:rPr>
                <a:t>任务拓展</a:t>
              </a:r>
              <a:endParaRPr lang="zh-CN" altLang="en-US" sz="2800" b="1" dirty="0">
                <a:solidFill>
                  <a:srgbClr val="0064D2"/>
                </a:solidFill>
                <a:cs typeface="+mn-ea"/>
                <a:sym typeface="+mn-lt"/>
              </a:endParaRPr>
            </a:p>
          </p:txBody>
        </p:sp>
        <p:sp>
          <p:nvSpPr>
            <p:cNvPr id="9" name="文本框 8"/>
            <p:cNvSpPr txBox="1"/>
            <p:nvPr>
              <p:custDataLst>
                <p:tags r:id="rId23"/>
              </p:custDataLst>
            </p:nvPr>
          </p:nvSpPr>
          <p:spPr>
            <a:xfrm>
              <a:off x="1019810" y="5599430"/>
              <a:ext cx="870751" cy="82994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4800" b="0" i="0" u="none" strike="noStrike" kern="1200" cap="none" spc="0" normalizeH="0" baseline="0" noProof="0" dirty="0" smtClean="0">
                  <a:ln>
                    <a:noFill/>
                  </a:ln>
                  <a:solidFill>
                    <a:srgbClr val="303030"/>
                  </a:solidFill>
                  <a:effectLst/>
                  <a:uLnTx/>
                  <a:uFillTx/>
                  <a:latin typeface="Arial" panose="020B0604020202020204"/>
                  <a:ea typeface="微软雅黑" panose="020B0503020204020204" pitchFamily="34" charset="-122"/>
                  <a:cs typeface="+mn-ea"/>
                  <a:sym typeface="+mn-lt"/>
                </a:rPr>
                <a:t>06</a:t>
              </a:r>
              <a:endParaRPr kumimoji="0" lang="en-US" sz="4800" b="0" i="0" u="none" strike="noStrike" kern="1200" cap="none" spc="0" normalizeH="0" baseline="0" noProof="0" dirty="0">
                <a:ln>
                  <a:noFill/>
                </a:ln>
                <a:solidFill>
                  <a:srgbClr val="303030"/>
                </a:solidFill>
                <a:effectLst/>
                <a:uLnTx/>
                <a:uFillTx/>
                <a:latin typeface="Arial" panose="020B0604020202020204"/>
                <a:ea typeface="微软雅黑" panose="020B0503020204020204" pitchFamily="34" charset="-122"/>
                <a:cs typeface="+mn-ea"/>
                <a:sym typeface="+mn-lt"/>
              </a:endParaRPr>
            </a:p>
          </p:txBody>
        </p:sp>
        <p:cxnSp>
          <p:nvCxnSpPr>
            <p:cNvPr id="10" name="直接连接符 9"/>
            <p:cNvCxnSpPr/>
            <p:nvPr>
              <p:custDataLst>
                <p:tags r:id="rId24"/>
              </p:custDataLst>
            </p:nvPr>
          </p:nvCxnSpPr>
          <p:spPr>
            <a:xfrm flipH="1">
              <a:off x="1978973" y="5786120"/>
              <a:ext cx="127208" cy="45720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grpSp>
      <p:sp>
        <p:nvSpPr>
          <p:cNvPr id="11" name="文本框 10"/>
          <p:cNvSpPr txBox="1"/>
          <p:nvPr/>
        </p:nvSpPr>
        <p:spPr>
          <a:xfrm>
            <a:off x="208915" y="946785"/>
            <a:ext cx="11774170" cy="706755"/>
          </a:xfrm>
          <a:prstGeom prst="rect">
            <a:avLst/>
          </a:prstGeom>
          <a:noFill/>
        </p:spPr>
        <p:txBody>
          <a:bodyPr wrap="square" rtlCol="0">
            <a:spAutoFit/>
          </a:bodyPr>
          <a:lstStyle/>
          <a:p>
            <a:pPr algn="ctr"/>
            <a:r>
              <a:rPr lang="zh-CN" altLang="en-US" sz="4000" b="1" dirty="0">
                <a:latin typeface="微软雅黑" panose="020B0503020204020204" pitchFamily="34" charset="-122"/>
                <a:ea typeface="微软雅黑" panose="020B0503020204020204" pitchFamily="34" charset="-122"/>
                <a:cs typeface="微软雅黑" panose="020B0503020204020204" pitchFamily="34" charset="-122"/>
                <a:sym typeface="+mn-lt"/>
              </a:rPr>
              <a:t>任务三</a:t>
            </a:r>
            <a:r>
              <a:rPr lang="en-US" altLang="zh-CN" sz="4000" b="1" dirty="0">
                <a:latin typeface="微软雅黑" panose="020B0503020204020204" pitchFamily="34" charset="-122"/>
                <a:ea typeface="微软雅黑" panose="020B0503020204020204" pitchFamily="34" charset="-122"/>
                <a:cs typeface="微软雅黑" panose="020B0503020204020204" pitchFamily="34" charset="-122"/>
                <a:sym typeface="+mn-lt"/>
              </a:rPr>
              <a:t>    </a:t>
            </a:r>
            <a:r>
              <a:rPr lang="zh-CN" altLang="en-US" sz="4000" b="1" dirty="0">
                <a:latin typeface="微软雅黑" panose="020B0503020204020204" pitchFamily="34" charset="-122"/>
                <a:ea typeface="微软雅黑" panose="020B0503020204020204" pitchFamily="34" charset="-122"/>
                <a:cs typeface="微软雅黑" panose="020B0503020204020204" pitchFamily="34" charset="-122"/>
                <a:sym typeface="+mn-lt"/>
              </a:rPr>
              <a:t>工作流编排与对话状态管理</a:t>
            </a:r>
            <a:endParaRPr lang="zh-CN" altLang="en-US" sz="4000" b="1" dirty="0">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1"/>
            </p:custDataLst>
          </p:nvPr>
        </p:nvSpPr>
        <p:spPr>
          <a:xfrm>
            <a:off x="1278000" y="792000"/>
            <a:ext cx="4998745" cy="583565"/>
          </a:xfrm>
          <a:prstGeom prst="rect">
            <a:avLst/>
          </a:prstGeom>
          <a:noFill/>
        </p:spPr>
        <p:txBody>
          <a:bodyPr vert="horz" wrap="square" lIns="91440" tIns="45720" rIns="91440" bIns="45720" rtlCol="0" anchor="t" anchorCtr="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lvl="0" algn="l">
              <a:buClrTx/>
              <a:buSzTx/>
              <a:buFontTx/>
            </a:pPr>
            <a:r>
              <a:rPr lang="zh-CN" b="1" dirty="0" smtClean="0">
                <a:solidFill>
                  <a:srgbClr val="0064D2"/>
                </a:solidFill>
                <a:latin typeface="微软雅黑" panose="020B0503020204020204" pitchFamily="34" charset="-122"/>
                <a:ea typeface="微软雅黑" panose="020B0503020204020204" pitchFamily="34" charset="-122"/>
                <a:sym typeface="+mn-ea"/>
              </a:rPr>
              <a:t>任务</a:t>
            </a:r>
            <a:r>
              <a:rPr lang="zh-CN" altLang="en-US" b="1" dirty="0" smtClean="0">
                <a:solidFill>
                  <a:srgbClr val="0064D2"/>
                </a:solidFill>
                <a:latin typeface="微软雅黑" panose="020B0503020204020204" pitchFamily="34" charset="-122"/>
                <a:ea typeface="微软雅黑" panose="020B0503020204020204" pitchFamily="34" charset="-122"/>
                <a:sym typeface="+mn-ea"/>
              </a:rPr>
              <a:t>拓展</a:t>
            </a:r>
            <a:endParaRPr lang="zh-CN" b="1" dirty="0">
              <a:solidFill>
                <a:srgbClr val="0064D2"/>
              </a:solidFill>
              <a:latin typeface="微软雅黑" panose="020B0503020204020204" pitchFamily="34" charset="-122"/>
              <a:ea typeface="微软雅黑" panose="020B0503020204020204" pitchFamily="34" charset="-122"/>
              <a:sym typeface="+mn-ea"/>
            </a:endParaRPr>
          </a:p>
        </p:txBody>
      </p:sp>
      <p:sp>
        <p:nvSpPr>
          <p:cNvPr id="38" name="文本框 37"/>
          <p:cNvSpPr txBox="1"/>
          <p:nvPr/>
        </p:nvSpPr>
        <p:spPr>
          <a:xfrm>
            <a:off x="0" y="792000"/>
            <a:ext cx="907415" cy="583565"/>
          </a:xfrm>
          <a:prstGeom prst="rect">
            <a:avLst/>
          </a:prstGeom>
          <a:noFill/>
        </p:spPr>
        <p:txBody>
          <a:bodyPr wrap="square" rtlCol="0">
            <a:spAutoFit/>
            <a:scene3d>
              <a:camera prst="orthographicFront"/>
              <a:lightRig rig="threePt" dir="t"/>
            </a:scene3d>
            <a:sp3d contourW="12700"/>
          </a:bodyPr>
          <a:lstStyle/>
          <a:p>
            <a:pPr algn="ctr"/>
            <a:r>
              <a:rPr lang="en-US" altLang="zh-CN" sz="3200" dirty="0" smtClean="0">
                <a:solidFill>
                  <a:srgbClr val="3F396C"/>
                </a:solidFill>
                <a:latin typeface="思源宋体" panose="02020700000000000000" charset="-122"/>
                <a:ea typeface="思源宋体" panose="02020700000000000000" charset="-122"/>
              </a:rPr>
              <a:t>06</a:t>
            </a:r>
            <a:endParaRPr lang="en-US" altLang="zh-CN" sz="3200" dirty="0">
              <a:solidFill>
                <a:srgbClr val="3F396C"/>
              </a:solidFill>
              <a:latin typeface="思源宋体" panose="02020700000000000000" charset="-122"/>
              <a:ea typeface="思源宋体" panose="02020700000000000000" charset="-122"/>
            </a:endParaRPr>
          </a:p>
        </p:txBody>
      </p:sp>
      <p:sp>
        <p:nvSpPr>
          <p:cNvPr id="5" name="矩形 4"/>
          <p:cNvSpPr/>
          <p:nvPr/>
        </p:nvSpPr>
        <p:spPr>
          <a:xfrm>
            <a:off x="1652270" y="1375410"/>
            <a:ext cx="7481570" cy="2309495"/>
          </a:xfrm>
          <a:prstGeom prst="rect">
            <a:avLst/>
          </a:prstGeom>
        </p:spPr>
        <p:txBody>
          <a:bodyPr wrap="square">
            <a:noAutofit/>
          </a:bodyPr>
          <a:lstStyle/>
          <a:p>
            <a:pPr indent="457200" algn="l" fontAlgn="auto">
              <a:lnSpc>
                <a:spcPct val="150000"/>
              </a:lnSpc>
              <a:buSzPct val="25000"/>
            </a:pPr>
            <a:r>
              <a:rPr 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这个项目只靠一个大</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 Prompt </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能不能完成？尝试一下构建。在这个案例中，哪些问题必须交给</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 LLM</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，哪些问题其实更适合交给规则和模板？这个案例还有哪些部分可以进一步优化？</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10" name="矩形: 圆角 4"/>
          <p:cNvSpPr/>
          <p:nvPr>
            <p:custDataLst>
              <p:tags r:id="rId2"/>
            </p:custDataLst>
          </p:nvPr>
        </p:nvSpPr>
        <p:spPr>
          <a:xfrm rot="20700000">
            <a:off x="2093869" y="4066512"/>
            <a:ext cx="480695" cy="255270"/>
          </a:xfrm>
          <a:prstGeom prst="roundRect">
            <a:avLst>
              <a:gd name="adj" fmla="val 50000"/>
            </a:avLst>
          </a:prstGeom>
          <a:ln>
            <a:noFill/>
          </a:ln>
        </p:spPr>
        <p:style>
          <a:lnRef idx="2">
            <a:srgbClr val="00A5CC">
              <a:shade val="50000"/>
            </a:srgbClr>
          </a:lnRef>
          <a:fillRef idx="1">
            <a:srgbClr val="00A5CC"/>
          </a:fillRef>
          <a:effectRef idx="0">
            <a:srgbClr val="00A5CC"/>
          </a:effectRef>
          <a:fontRef idx="minor">
            <a:srgbClr val="FFFFFF"/>
          </a:fontRef>
        </p:style>
        <p:txBody>
          <a:bodyPr lIns="91440" tIns="45720" rIns="91440" bIns="45720" rtlCol="0" anchor="ctr"/>
          <a:lstStyle/>
          <a:p>
            <a:pPr algn="ctr"/>
            <a:endParaRPr lang="zh-CN" altLang="en-US"/>
          </a:p>
        </p:txBody>
      </p:sp>
      <p:sp>
        <p:nvSpPr>
          <p:cNvPr id="13" name="文本框 12"/>
          <p:cNvSpPr txBox="1"/>
          <p:nvPr>
            <p:custDataLst>
              <p:tags r:id="rId3"/>
            </p:custDataLst>
          </p:nvPr>
        </p:nvSpPr>
        <p:spPr>
          <a:xfrm>
            <a:off x="3201950" y="3924935"/>
            <a:ext cx="5789295" cy="2376170"/>
          </a:xfrm>
          <a:prstGeom prst="rect">
            <a:avLst/>
          </a:prstGeom>
          <a:noFill/>
        </p:spPr>
        <p:txBody>
          <a:bodyPr wrap="square" lIns="91440" tIns="45720" rIns="91440" bIns="45720" rtlCol="0"/>
          <a:lstStyle/>
          <a:p>
            <a:pPr indent="457200" algn="l" fontAlgn="auto">
              <a:lnSpc>
                <a:spcPct val="150000"/>
              </a:lnSpc>
              <a:buSzPct val="25000"/>
            </a:pPr>
            <a:r>
              <a:rPr 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首先分析任务环节，将意图识别、槽位提取、路由判断等交给</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LLM</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，将规则明确的逻辑分支、变量赋值、聚合等交给控制节点和代码节点，实现职责分离。优化可从记忆管理、异常处理、多轮补槽效率等角度切入。</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pSp>
        <p:nvGrpSpPr>
          <p:cNvPr id="2" name="组合 1"/>
          <p:cNvGrpSpPr/>
          <p:nvPr/>
        </p:nvGrpSpPr>
        <p:grpSpPr>
          <a:xfrm>
            <a:off x="669290" y="4500880"/>
            <a:ext cx="2085975" cy="1280160"/>
            <a:chOff x="1467" y="5006"/>
            <a:chExt cx="3285" cy="2016"/>
          </a:xfrm>
        </p:grpSpPr>
        <p:sp>
          <p:nvSpPr>
            <p:cNvPr id="8" name="任意多边形 216"/>
            <p:cNvSpPr/>
            <p:nvPr>
              <p:custDataLst>
                <p:tags r:id="rId4"/>
              </p:custDataLst>
            </p:nvPr>
          </p:nvSpPr>
          <p:spPr>
            <a:xfrm>
              <a:off x="1467" y="5006"/>
              <a:ext cx="2487" cy="2017"/>
            </a:xfrm>
            <a:custGeom>
              <a:avLst/>
              <a:gdLst>
                <a:gd name="connsiteX0" fmla="*/ 2197509 w 3598606"/>
                <a:gd name="connsiteY0" fmla="*/ 0 h 2772696"/>
                <a:gd name="connsiteX1" fmla="*/ 3598606 w 3598606"/>
                <a:gd name="connsiteY1" fmla="*/ 1386348 h 2772696"/>
                <a:gd name="connsiteX2" fmla="*/ 2197509 w 3598606"/>
                <a:gd name="connsiteY2" fmla="*/ 2772696 h 2772696"/>
                <a:gd name="connsiteX3" fmla="*/ 1206784 w 3598606"/>
                <a:gd name="connsiteY3" fmla="*/ 2366644 h 2772696"/>
                <a:gd name="connsiteX4" fmla="*/ 1182168 w 3598606"/>
                <a:gd name="connsiteY4" fmla="*/ 2339845 h 2772696"/>
                <a:gd name="connsiteX5" fmla="*/ 1179866 w 3598606"/>
                <a:gd name="connsiteY5" fmla="*/ 2340077 h 2772696"/>
                <a:gd name="connsiteX6" fmla="*/ 235979 w 3598606"/>
                <a:gd name="connsiteY6" fmla="*/ 2340077 h 2772696"/>
                <a:gd name="connsiteX7" fmla="*/ 0 w 3598606"/>
                <a:gd name="connsiteY7" fmla="*/ 2104098 h 2772696"/>
                <a:gd name="connsiteX8" fmla="*/ 0 w 3598606"/>
                <a:gd name="connsiteY8" fmla="*/ 934069 h 2772696"/>
                <a:gd name="connsiteX9" fmla="*/ 235979 w 3598606"/>
                <a:gd name="connsiteY9" fmla="*/ 698090 h 2772696"/>
                <a:gd name="connsiteX10" fmla="*/ 982366 w 3598606"/>
                <a:gd name="connsiteY10" fmla="*/ 698090 h 2772696"/>
                <a:gd name="connsiteX11" fmla="*/ 1035697 w 3598606"/>
                <a:gd name="connsiteY11" fmla="*/ 611228 h 2772696"/>
                <a:gd name="connsiteX12" fmla="*/ 2197509 w 3598606"/>
                <a:gd name="connsiteY12" fmla="*/ 0 h 2772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598606" h="2772696">
                  <a:moveTo>
                    <a:pt x="2197509" y="0"/>
                  </a:moveTo>
                  <a:cubicBezTo>
                    <a:pt x="2971314" y="0"/>
                    <a:pt x="3598606" y="620689"/>
                    <a:pt x="3598606" y="1386348"/>
                  </a:cubicBezTo>
                  <a:cubicBezTo>
                    <a:pt x="3598606" y="2152007"/>
                    <a:pt x="2971314" y="2772696"/>
                    <a:pt x="2197509" y="2772696"/>
                  </a:cubicBezTo>
                  <a:cubicBezTo>
                    <a:pt x="1810607" y="2772696"/>
                    <a:pt x="1460332" y="2617524"/>
                    <a:pt x="1206784" y="2366644"/>
                  </a:cubicBezTo>
                  <a:lnTo>
                    <a:pt x="1182168" y="2339845"/>
                  </a:lnTo>
                  <a:lnTo>
                    <a:pt x="1179866" y="2340077"/>
                  </a:lnTo>
                  <a:lnTo>
                    <a:pt x="235979" y="2340077"/>
                  </a:lnTo>
                  <a:cubicBezTo>
                    <a:pt x="105651" y="2340077"/>
                    <a:pt x="0" y="2234426"/>
                    <a:pt x="0" y="2104098"/>
                  </a:cubicBezTo>
                  <a:lnTo>
                    <a:pt x="0" y="934069"/>
                  </a:lnTo>
                  <a:cubicBezTo>
                    <a:pt x="0" y="803741"/>
                    <a:pt x="105651" y="698090"/>
                    <a:pt x="235979" y="698090"/>
                  </a:cubicBezTo>
                  <a:lnTo>
                    <a:pt x="982366" y="698090"/>
                  </a:lnTo>
                  <a:lnTo>
                    <a:pt x="1035697" y="611228"/>
                  </a:lnTo>
                  <a:cubicBezTo>
                    <a:pt x="1287485" y="242457"/>
                    <a:pt x="1713881" y="0"/>
                    <a:pt x="2197509" y="0"/>
                  </a:cubicBezTo>
                  <a:close/>
                </a:path>
              </a:pathLst>
            </a:custGeom>
            <a:blipFill>
              <a:blip r:embed="rId5">
                <a:extLst>
                  <a:ext uri="{28A0092B-C50C-407E-A947-70E740481C1C}">
                    <a14:useLocalDpi xmlns:a14="http://schemas.microsoft.com/office/drawing/2010/main" val="0"/>
                  </a:ext>
                </a:extLst>
              </a:blip>
              <a:stretch>
                <a:fillRect/>
              </a:stretch>
            </a:blipFill>
            <a:ln>
              <a:noFill/>
            </a:ln>
          </p:spPr>
          <p:style>
            <a:lnRef idx="2">
              <a:srgbClr val="00A5CC">
                <a:shade val="50000"/>
              </a:srgbClr>
            </a:lnRef>
            <a:fillRef idx="1">
              <a:srgbClr val="00A5CC"/>
            </a:fillRef>
            <a:effectRef idx="0">
              <a:srgbClr val="00A5CC"/>
            </a:effectRef>
            <a:fontRef idx="minor">
              <a:srgbClr val="FFFFFF"/>
            </a:fontRef>
          </p:style>
          <p:txBody>
            <a:bodyPr wrap="square" rtlCol="0" anchor="ctr">
              <a:noAutofit/>
            </a:bodyPr>
            <a:lstStyle/>
            <a:p>
              <a:pPr algn="ctr"/>
              <a:endParaRPr lang="zh-CN" altLang="en-US" dirty="0">
                <a:latin typeface="Arial" panose="020B0604020202020204" pitchFamily="34" charset="0"/>
                <a:ea typeface="微软雅黑" panose="020B0503020204020204" pitchFamily="34" charset="-122"/>
                <a:sym typeface="Arial" panose="020B0604020202020204" pitchFamily="34" charset="0"/>
              </a:endParaRPr>
            </a:p>
          </p:txBody>
        </p:sp>
        <p:sp>
          <p:nvSpPr>
            <p:cNvPr id="9" name="任意多边形 30"/>
            <p:cNvSpPr/>
            <p:nvPr>
              <p:custDataLst>
                <p:tags r:id="rId6"/>
              </p:custDataLst>
            </p:nvPr>
          </p:nvSpPr>
          <p:spPr>
            <a:xfrm>
              <a:off x="1615" y="5125"/>
              <a:ext cx="2193" cy="1779"/>
            </a:xfrm>
            <a:custGeom>
              <a:avLst/>
              <a:gdLst>
                <a:gd name="connsiteX0" fmla="*/ 2197509 w 3598606"/>
                <a:gd name="connsiteY0" fmla="*/ 0 h 2772696"/>
                <a:gd name="connsiteX1" fmla="*/ 3598606 w 3598606"/>
                <a:gd name="connsiteY1" fmla="*/ 1386348 h 2772696"/>
                <a:gd name="connsiteX2" fmla="*/ 2197509 w 3598606"/>
                <a:gd name="connsiteY2" fmla="*/ 2772696 h 2772696"/>
                <a:gd name="connsiteX3" fmla="*/ 1206784 w 3598606"/>
                <a:gd name="connsiteY3" fmla="*/ 2366644 h 2772696"/>
                <a:gd name="connsiteX4" fmla="*/ 1182168 w 3598606"/>
                <a:gd name="connsiteY4" fmla="*/ 2339845 h 2772696"/>
                <a:gd name="connsiteX5" fmla="*/ 1179866 w 3598606"/>
                <a:gd name="connsiteY5" fmla="*/ 2340077 h 2772696"/>
                <a:gd name="connsiteX6" fmla="*/ 235979 w 3598606"/>
                <a:gd name="connsiteY6" fmla="*/ 2340077 h 2772696"/>
                <a:gd name="connsiteX7" fmla="*/ 0 w 3598606"/>
                <a:gd name="connsiteY7" fmla="*/ 2104098 h 2772696"/>
                <a:gd name="connsiteX8" fmla="*/ 0 w 3598606"/>
                <a:gd name="connsiteY8" fmla="*/ 934069 h 2772696"/>
                <a:gd name="connsiteX9" fmla="*/ 235979 w 3598606"/>
                <a:gd name="connsiteY9" fmla="*/ 698090 h 2772696"/>
                <a:gd name="connsiteX10" fmla="*/ 982366 w 3598606"/>
                <a:gd name="connsiteY10" fmla="*/ 698090 h 2772696"/>
                <a:gd name="connsiteX11" fmla="*/ 1035697 w 3598606"/>
                <a:gd name="connsiteY11" fmla="*/ 611228 h 2772696"/>
                <a:gd name="connsiteX12" fmla="*/ 2197509 w 3598606"/>
                <a:gd name="connsiteY12" fmla="*/ 0 h 2772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598606" h="2772696">
                  <a:moveTo>
                    <a:pt x="2197509" y="0"/>
                  </a:moveTo>
                  <a:cubicBezTo>
                    <a:pt x="2971314" y="0"/>
                    <a:pt x="3598606" y="620689"/>
                    <a:pt x="3598606" y="1386348"/>
                  </a:cubicBezTo>
                  <a:cubicBezTo>
                    <a:pt x="3598606" y="2152007"/>
                    <a:pt x="2971314" y="2772696"/>
                    <a:pt x="2197509" y="2772696"/>
                  </a:cubicBezTo>
                  <a:cubicBezTo>
                    <a:pt x="1810607" y="2772696"/>
                    <a:pt x="1460332" y="2617524"/>
                    <a:pt x="1206784" y="2366644"/>
                  </a:cubicBezTo>
                  <a:lnTo>
                    <a:pt x="1182168" y="2339845"/>
                  </a:lnTo>
                  <a:lnTo>
                    <a:pt x="1179866" y="2340077"/>
                  </a:lnTo>
                  <a:lnTo>
                    <a:pt x="235979" y="2340077"/>
                  </a:lnTo>
                  <a:cubicBezTo>
                    <a:pt x="105651" y="2340077"/>
                    <a:pt x="0" y="2234426"/>
                    <a:pt x="0" y="2104098"/>
                  </a:cubicBezTo>
                  <a:lnTo>
                    <a:pt x="0" y="934069"/>
                  </a:lnTo>
                  <a:cubicBezTo>
                    <a:pt x="0" y="803741"/>
                    <a:pt x="105651" y="698090"/>
                    <a:pt x="235979" y="698090"/>
                  </a:cubicBezTo>
                  <a:lnTo>
                    <a:pt x="982366" y="698090"/>
                  </a:lnTo>
                  <a:lnTo>
                    <a:pt x="1035697" y="611228"/>
                  </a:lnTo>
                  <a:cubicBezTo>
                    <a:pt x="1287485" y="242457"/>
                    <a:pt x="1713881" y="0"/>
                    <a:pt x="2197509" y="0"/>
                  </a:cubicBezTo>
                  <a:close/>
                </a:path>
              </a:pathLst>
            </a:custGeom>
            <a:solidFill>
              <a:srgbClr val="FFFFFF">
                <a:alpha val="90000"/>
              </a:srgbClr>
            </a:solidFill>
            <a:ln>
              <a:noFill/>
            </a:ln>
          </p:spPr>
          <p:style>
            <a:lnRef idx="2">
              <a:srgbClr val="00A5CC">
                <a:shade val="50000"/>
              </a:srgbClr>
            </a:lnRef>
            <a:fillRef idx="1">
              <a:srgbClr val="00A5CC"/>
            </a:fillRef>
            <a:effectRef idx="0">
              <a:srgbClr val="00A5CC"/>
            </a:effectRef>
            <a:fontRef idx="minor">
              <a:srgbClr val="FFFFFF"/>
            </a:fontRef>
          </p:style>
          <p:txBody>
            <a:bodyPr wrap="square" rtlCol="0" anchor="ctr">
              <a:noAutofit/>
            </a:bodyPr>
            <a:lstStyle/>
            <a:p>
              <a:pPr algn="ctr"/>
              <a:endParaRPr lang="zh-CN" altLang="en-US" dirty="0">
                <a:latin typeface="Arial" panose="020B0604020202020204" pitchFamily="34" charset="0"/>
                <a:ea typeface="微软雅黑" panose="020B0503020204020204" pitchFamily="34" charset="-122"/>
                <a:sym typeface="Arial" panose="020B0604020202020204" pitchFamily="34" charset="0"/>
              </a:endParaRPr>
            </a:p>
          </p:txBody>
        </p:sp>
        <p:sp>
          <p:nvSpPr>
            <p:cNvPr id="11" name="矩形: 圆角 27"/>
            <p:cNvSpPr/>
            <p:nvPr>
              <p:custDataLst>
                <p:tags r:id="rId7"/>
              </p:custDataLst>
            </p:nvPr>
          </p:nvSpPr>
          <p:spPr>
            <a:xfrm rot="20817892">
              <a:off x="3767" y="5140"/>
              <a:ext cx="793" cy="371"/>
            </a:xfrm>
            <a:prstGeom prst="roundRect">
              <a:avLst>
                <a:gd name="adj" fmla="val 50000"/>
              </a:avLst>
            </a:prstGeom>
            <a:solidFill>
              <a:srgbClr val="1E74AD"/>
            </a:solidFill>
            <a:ln>
              <a:noFill/>
            </a:ln>
          </p:spPr>
          <p:style>
            <a:lnRef idx="2">
              <a:srgbClr val="00A5CC">
                <a:shade val="50000"/>
              </a:srgbClr>
            </a:lnRef>
            <a:fillRef idx="1">
              <a:srgbClr val="00A5CC"/>
            </a:fillRef>
            <a:effectRef idx="0">
              <a:srgbClr val="00A5CC"/>
            </a:effectRef>
            <a:fontRef idx="minor">
              <a:srgbClr val="FFFFFF"/>
            </a:fontRef>
          </p:style>
          <p:txBody>
            <a:bodyPr lIns="91440" tIns="45720" rIns="91440" bIns="45720" rtlCol="0" anchor="ctr"/>
            <a:lstStyle/>
            <a:p>
              <a:pPr algn="ctr"/>
              <a:endParaRPr lang="zh-CN" altLang="en-US">
                <a:solidFill>
                  <a:srgbClr val="FFFFFF"/>
                </a:solidFill>
              </a:endParaRPr>
            </a:p>
          </p:txBody>
        </p:sp>
        <p:sp>
          <p:nvSpPr>
            <p:cNvPr id="12" name="矩形: 圆角 28"/>
            <p:cNvSpPr/>
            <p:nvPr>
              <p:custDataLst>
                <p:tags r:id="rId8"/>
              </p:custDataLst>
            </p:nvPr>
          </p:nvSpPr>
          <p:spPr>
            <a:xfrm>
              <a:off x="3954" y="6217"/>
              <a:ext cx="799" cy="432"/>
            </a:xfrm>
            <a:prstGeom prst="roundRect">
              <a:avLst>
                <a:gd name="adj" fmla="val 50000"/>
              </a:avLst>
            </a:prstGeom>
            <a:solidFill>
              <a:srgbClr val="0DBBAF"/>
            </a:solidFill>
            <a:ln>
              <a:noFill/>
            </a:ln>
          </p:spPr>
          <p:style>
            <a:lnRef idx="2">
              <a:srgbClr val="00A5CC">
                <a:shade val="50000"/>
              </a:srgbClr>
            </a:lnRef>
            <a:fillRef idx="1">
              <a:srgbClr val="00A5CC"/>
            </a:fillRef>
            <a:effectRef idx="0">
              <a:srgbClr val="00A5CC"/>
            </a:effectRef>
            <a:fontRef idx="minor">
              <a:srgbClr val="FFFFFF"/>
            </a:fontRef>
          </p:style>
          <p:txBody>
            <a:bodyPr lIns="91440" tIns="45720" rIns="91440" bIns="45720" rtlCol="0" anchor="ctr"/>
            <a:lstStyle/>
            <a:p>
              <a:pPr algn="ctr"/>
              <a:endParaRPr lang="zh-CN" altLang="en-US"/>
            </a:p>
          </p:txBody>
        </p:sp>
        <p:sp>
          <p:nvSpPr>
            <p:cNvPr id="14" name="文本框 13"/>
            <p:cNvSpPr txBox="1"/>
            <p:nvPr>
              <p:custDataLst>
                <p:tags r:id="rId9"/>
              </p:custDataLst>
            </p:nvPr>
          </p:nvSpPr>
          <p:spPr>
            <a:xfrm>
              <a:off x="2242" y="5531"/>
              <a:ext cx="1244" cy="966"/>
            </a:xfrm>
            <a:prstGeom prst="rect">
              <a:avLst/>
            </a:prstGeom>
            <a:noFill/>
          </p:spPr>
          <p:txBody>
            <a:bodyPr wrap="square" rtlCol="0">
              <a:noAutofit/>
            </a:bodyPr>
            <a:lstStyle/>
            <a:p>
              <a:r>
                <a:rPr lang="zh-CN" altLang="en-US" sz="1600" b="1" spc="300" dirty="0">
                  <a:latin typeface="Arial" panose="020B0604020202020204" pitchFamily="34" charset="0"/>
                  <a:ea typeface="微软雅黑" panose="020B0503020204020204" pitchFamily="34" charset="-122"/>
                  <a:sym typeface="Arial" panose="020B0604020202020204" pitchFamily="34" charset="0"/>
                </a:rPr>
                <a:t>解题</a:t>
              </a:r>
              <a:br>
                <a:rPr lang="zh-CN" altLang="en-US" sz="1600" b="1" spc="300" dirty="0">
                  <a:latin typeface="Arial" panose="020B0604020202020204" pitchFamily="34" charset="0"/>
                  <a:ea typeface="微软雅黑" panose="020B0503020204020204" pitchFamily="34" charset="-122"/>
                  <a:sym typeface="Arial" panose="020B0604020202020204" pitchFamily="34" charset="0"/>
                </a:rPr>
              </a:br>
              <a:r>
                <a:rPr lang="zh-CN" altLang="en-US" sz="1600" b="1" spc="300" dirty="0">
                  <a:latin typeface="Arial" panose="020B0604020202020204" pitchFamily="34" charset="0"/>
                  <a:ea typeface="微软雅黑" panose="020B0503020204020204" pitchFamily="34" charset="-122"/>
                  <a:sym typeface="Arial" panose="020B0604020202020204" pitchFamily="34" charset="0"/>
                </a:rPr>
                <a:t>思路</a:t>
              </a:r>
              <a:endParaRPr lang="zh-CN" altLang="en-US" sz="1600" b="1" spc="300" dirty="0">
                <a:latin typeface="Arial" panose="020B0604020202020204" pitchFamily="34" charset="0"/>
                <a:ea typeface="微软雅黑" panose="020B0503020204020204" pitchFamily="34" charset="-122"/>
                <a:sym typeface="Arial" panose="020B0604020202020204" pitchFamily="34" charset="0"/>
              </a:endParaRPr>
            </a:p>
          </p:txBody>
        </p:sp>
      </p:grpSp>
      <p:grpSp>
        <p:nvGrpSpPr>
          <p:cNvPr id="15" name="组合 14"/>
          <p:cNvGrpSpPr/>
          <p:nvPr/>
        </p:nvGrpSpPr>
        <p:grpSpPr>
          <a:xfrm>
            <a:off x="9264015" y="3105150"/>
            <a:ext cx="2187575" cy="3347085"/>
            <a:chOff x="17395952" y="4962815"/>
            <a:chExt cx="1235881" cy="2128737"/>
          </a:xfrm>
        </p:grpSpPr>
        <p:pic>
          <p:nvPicPr>
            <p:cNvPr id="16" name="图片 15"/>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17395952" y="4962815"/>
              <a:ext cx="1235881" cy="2128737"/>
            </a:xfrm>
            <a:prstGeom prst="rect">
              <a:avLst/>
            </a:prstGeom>
          </p:spPr>
        </p:pic>
        <p:sp>
          <p:nvSpPr>
            <p:cNvPr id="17" name="文本框 16"/>
            <p:cNvSpPr txBox="1"/>
            <p:nvPr/>
          </p:nvSpPr>
          <p:spPr>
            <a:xfrm>
              <a:off x="17713801" y="5281459"/>
              <a:ext cx="600541" cy="371146"/>
            </a:xfrm>
            <a:prstGeom prst="rect">
              <a:avLst/>
            </a:prstGeom>
            <a:noFill/>
          </p:spPr>
          <p:txBody>
            <a:bodyPr wrap="square" rtlCol="0">
              <a:spAutoFit/>
            </a:bodyPr>
            <a:lstStyle/>
            <a:p>
              <a:r>
                <a:rPr lang="zh-CN" altLang="en-US" sz="3200" dirty="0"/>
                <a:t>提示</a:t>
              </a:r>
              <a:endParaRPr lang="zh-CN" altLang="en-US" sz="3200" dirty="0"/>
            </a:p>
          </p:txBody>
        </p:sp>
      </p:grpSp>
    </p:spTree>
    <p:custDataLst>
      <p:tags r:id="rId1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down)">
                                      <p:cBhvr>
                                        <p:cTn id="7" dur="500"/>
                                        <p:tgtEl>
                                          <p:spTgt spid="10"/>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wipe(down)">
                                      <p:cBhvr>
                                        <p:cTn id="10" dur="500"/>
                                        <p:tgtEl>
                                          <p:spTgt spid="13"/>
                                        </p:tgtEl>
                                      </p:cBhvr>
                                    </p:animEffect>
                                  </p:childTnLst>
                                </p:cTn>
                              </p:par>
                              <p:par>
                                <p:cTn id="11" presetID="22" presetClass="entr" presetSubtype="4" fill="hold" nodeType="with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wipe(down)">
                                      <p:cBhvr>
                                        <p:cTn id="13"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ldLvl="0" animBg="1"/>
      <p:bldP spid="13" grpId="0"/>
    </p:bldLst>
  </p:timing>
</p:sld>
</file>

<file path=ppt/slides/slide45.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35" name="文本框 34"/>
          <p:cNvSpPr txBox="1"/>
          <p:nvPr>
            <p:custDataLst>
              <p:tags r:id="rId2"/>
            </p:custDataLst>
          </p:nvPr>
        </p:nvSpPr>
        <p:spPr>
          <a:xfrm>
            <a:off x="2802890" y="2288540"/>
            <a:ext cx="7174865" cy="768350"/>
          </a:xfrm>
          <a:prstGeom prst="rect">
            <a:avLst/>
          </a:prstGeom>
          <a:noFill/>
        </p:spPr>
        <p:txBody>
          <a:bodyPr wrap="square" rtlCol="0">
            <a:spAutoFit/>
            <a:scene3d>
              <a:camera prst="orthographicFront"/>
              <a:lightRig rig="threePt" dir="t"/>
            </a:scene3d>
            <a:sp3d contourW="12700"/>
          </a:bodyPr>
          <a:lstStyle/>
          <a:p>
            <a:pPr algn="ctr">
              <a:buClrTx/>
              <a:buSzTx/>
              <a:buFontTx/>
            </a:pPr>
            <a:r>
              <a:rPr lang="zh-CN" altLang="zh-CN" sz="4400" b="1" dirty="0">
                <a:latin typeface="+mj-ea"/>
                <a:ea typeface="+mj-ea"/>
                <a:cs typeface="+mj-ea"/>
                <a:sym typeface="+mn-ea"/>
              </a:rPr>
              <a:t>谢谢大家学习</a:t>
            </a:r>
            <a:endParaRPr lang="zh-CN" altLang="zh-CN" sz="4400" b="1" dirty="0">
              <a:latin typeface="+mj-ea"/>
              <a:ea typeface="+mj-ea"/>
              <a:cs typeface="+mj-ea"/>
              <a:sym typeface="+mn-ea"/>
            </a:endParaRPr>
          </a:p>
        </p:txBody>
      </p:sp>
      <p:sp>
        <p:nvSpPr>
          <p:cNvPr id="2" name="矩形 1"/>
          <p:cNvSpPr/>
          <p:nvPr/>
        </p:nvSpPr>
        <p:spPr>
          <a:xfrm>
            <a:off x="3127676" y="4489933"/>
            <a:ext cx="6096000" cy="1135054"/>
          </a:xfrm>
          <a:prstGeom prst="rect">
            <a:avLst/>
          </a:prstGeom>
        </p:spPr>
        <p:txBody>
          <a:bodyPr>
            <a:spAutoFit/>
          </a:bodyPr>
          <a:lstStyle/>
          <a:p>
            <a:pPr indent="266700" algn="ctr" latinLnBrk="1">
              <a:lnSpc>
                <a:spcPct val="150000"/>
              </a:lnSpc>
              <a:spcAft>
                <a:spcPts val="0"/>
              </a:spcAft>
            </a:pPr>
            <a:r>
              <a:rPr lang="en-US" altLang="zh-CN" sz="2400" b="1" kern="100" dirty="0">
                <a:solidFill>
                  <a:srgbClr val="2F5496"/>
                </a:solidFill>
                <a:latin typeface="+mn-ea"/>
              </a:rPr>
              <a:t>The wise lead The willing follow</a:t>
            </a:r>
            <a:endParaRPr lang="zh-CN" altLang="zh-CN" sz="2400" b="1" kern="100" dirty="0">
              <a:latin typeface="+mn-ea"/>
            </a:endParaRPr>
          </a:p>
          <a:p>
            <a:pPr algn="ctr">
              <a:lnSpc>
                <a:spcPct val="150000"/>
              </a:lnSpc>
            </a:pPr>
            <a:r>
              <a:rPr lang="zh-CN" altLang="zh-CN" sz="2400" b="1" kern="100" dirty="0">
                <a:solidFill>
                  <a:srgbClr val="2F5496"/>
                </a:solidFill>
                <a:latin typeface="+mn-ea"/>
                <a:cs typeface="Times New Roman" panose="02020603050405020304" charset="0"/>
              </a:rPr>
              <a:t>让学习者与优秀者同行</a:t>
            </a:r>
            <a:endParaRPr lang="zh-CN" altLang="en-US" sz="2400" b="1" dirty="0">
              <a:latin typeface="+mn-ea"/>
            </a:endParaRPr>
          </a:p>
        </p:txBody>
      </p:sp>
    </p:spTree>
    <p:custDataLst>
      <p:tags r:id="rId3"/>
    </p:custDataLst>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9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9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9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9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9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0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0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0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0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1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10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1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0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0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0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1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1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31.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132.xml><?xml version="1.0" encoding="utf-8"?>
<p:tagLst xmlns:p="http://schemas.openxmlformats.org/presentationml/2006/main">
  <p:tag name="KSO_WM_FULL_TEXT_BEAUTIFY_COPY_ID" val="35"/>
</p:tagLst>
</file>

<file path=ppt/tags/tag133.xml><?xml version="1.0" encoding="utf-8"?>
<p:tagLst xmlns:p="http://schemas.openxmlformats.org/presentationml/2006/main">
  <p:tag name="KSO_WM_FULL_TEXT_BEAUTIFY_COPY_ID" val="5"/>
</p:tagLst>
</file>

<file path=ppt/tags/tag134.xml><?xml version="1.0" encoding="utf-8"?>
<p:tagLst xmlns:p="http://schemas.openxmlformats.org/presentationml/2006/main">
  <p:tag name="KSO_WM_FULL_TEXT_BEAUTIFY_COPY_ID" val="10"/>
</p:tagLst>
</file>

<file path=ppt/tags/tag135.xml><?xml version="1.0" encoding="utf-8"?>
<p:tagLst xmlns:p="http://schemas.openxmlformats.org/presentationml/2006/main">
  <p:tag name="KSO_WM_FULL_TEXT_BEAUTIFY_COPY_ID" val="150995359"/>
</p:tagLst>
</file>

<file path=ppt/tags/tag136.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37.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38.xml><?xml version="1.0" encoding="utf-8"?>
<p:tagLst xmlns:p="http://schemas.openxmlformats.org/presentationml/2006/main">
  <p:tag name="ISLIDE.PICTURE" val="#237962;"/>
  <p:tag name="ISLIDE.VECTOR" val="#431601;"/>
</p:tagLst>
</file>

<file path=ppt/tags/tag139.xml><?xml version="1.0" encoding="utf-8"?>
<p:tagLst xmlns:p="http://schemas.openxmlformats.org/presentationml/2006/main">
  <p:tag name="KSO_WM_DIAGRAM_VIRTUALLY_FRAME" val="{&quot;height&quot;:211.4951181102362,&quot;left&quot;:80.3,&quot;top&quot;:189.55929133858268,&quot;width&quot;:763.3545669291337}"/>
</p:tagLst>
</file>

<file path=ppt/tags/tag140.xml><?xml version="1.0" encoding="utf-8"?>
<p:tagLst xmlns:p="http://schemas.openxmlformats.org/presentationml/2006/main">
  <p:tag name="KSO_WM_DIAGRAM_VIRTUALLY_FRAME" val="{&quot;height&quot;:211.4951181102362,&quot;left&quot;:80.3,&quot;top&quot;:189.55929133858268,&quot;width&quot;:763.3545669291337}"/>
</p:tagLst>
</file>

<file path=ppt/tags/tag141.xml><?xml version="1.0" encoding="utf-8"?>
<p:tagLst xmlns:p="http://schemas.openxmlformats.org/presentationml/2006/main">
  <p:tag name="KSO_WM_DIAGRAM_VIRTUALLY_FRAME" val="{&quot;height&quot;:211.4951181102362,&quot;left&quot;:80.3,&quot;top&quot;:189.55929133858268,&quot;width&quot;:763.3545669291337}"/>
</p:tagLst>
</file>

<file path=ppt/tags/tag142.xml><?xml version="1.0" encoding="utf-8"?>
<p:tagLst xmlns:p="http://schemas.openxmlformats.org/presentationml/2006/main">
  <p:tag name="KSO_WM_DIAGRAM_VIRTUALLY_FRAME" val="{&quot;height&quot;:211.4951181102362,&quot;left&quot;:80.3,&quot;top&quot;:189.55929133858268,&quot;width&quot;:763.3545669291337}"/>
</p:tagLst>
</file>

<file path=ppt/tags/tag143.xml><?xml version="1.0" encoding="utf-8"?>
<p:tagLst xmlns:p="http://schemas.openxmlformats.org/presentationml/2006/main">
  <p:tag name="KSO_WM_DIAGRAM_VIRTUALLY_FRAME" val="{&quot;height&quot;:211.4951181102362,&quot;left&quot;:80.3,&quot;top&quot;:189.55929133858268,&quot;width&quot;:763.3545669291337}"/>
</p:tagLst>
</file>

<file path=ppt/tags/tag144.xml><?xml version="1.0" encoding="utf-8"?>
<p:tagLst xmlns:p="http://schemas.openxmlformats.org/presentationml/2006/main">
  <p:tag name="KSO_WM_DIAGRAM_VIRTUALLY_FRAME" val="{&quot;height&quot;:211.4951181102362,&quot;left&quot;:80.3,&quot;top&quot;:189.55929133858268,&quot;width&quot;:763.3545669291337}"/>
</p:tagLst>
</file>

<file path=ppt/tags/tag145.xml><?xml version="1.0" encoding="utf-8"?>
<p:tagLst xmlns:p="http://schemas.openxmlformats.org/presentationml/2006/main">
  <p:tag name="KSO_WM_DIAGRAM_VIRTUALLY_FRAME" val="{&quot;height&quot;:211.4951181102362,&quot;left&quot;:80.3,&quot;top&quot;:189.55929133858268,&quot;width&quot;:763.3545669291337}"/>
</p:tagLst>
</file>

<file path=ppt/tags/tag146.xml><?xml version="1.0" encoding="utf-8"?>
<p:tagLst xmlns:p="http://schemas.openxmlformats.org/presentationml/2006/main">
  <p:tag name="KSO_WM_DIAGRAM_VIRTUALLY_FRAME" val="{&quot;height&quot;:211.4951181102362,&quot;left&quot;:80.3,&quot;top&quot;:189.55929133858268,&quot;width&quot;:763.3545669291337}"/>
</p:tagLst>
</file>

<file path=ppt/tags/tag147.xml><?xml version="1.0" encoding="utf-8"?>
<p:tagLst xmlns:p="http://schemas.openxmlformats.org/presentationml/2006/main">
  <p:tag name="KSO_WM_DIAGRAM_VIRTUALLY_FRAME" val="{&quot;height&quot;:211.4951181102362,&quot;left&quot;:80.3,&quot;top&quot;:189.55929133858268,&quot;width&quot;:763.3545669291337}"/>
</p:tagLst>
</file>

<file path=ppt/tags/tag148.xml><?xml version="1.0" encoding="utf-8"?>
<p:tagLst xmlns:p="http://schemas.openxmlformats.org/presentationml/2006/main">
  <p:tag name="KSO_WM_DIAGRAM_VIRTUALLY_FRAME" val="{&quot;height&quot;:211.4951181102362,&quot;left&quot;:80.3,&quot;top&quot;:189.55929133858268,&quot;width&quot;:763.3545669291337}"/>
</p:tagLst>
</file>

<file path=ppt/tags/tag149.xml><?xml version="1.0" encoding="utf-8"?>
<p:tagLst xmlns:p="http://schemas.openxmlformats.org/presentationml/2006/main">
  <p:tag name="KSO_WM_DIAGRAM_VIRTUALLY_FRAME" val="{&quot;height&quot;:211.4951181102362,&quot;left&quot;:80.3,&quot;top&quot;:189.55929133858268,&quot;width&quot;:763.3545669291337}"/>
</p:tagLst>
</file>

<file path=ppt/tags/tag150.xml><?xml version="1.0" encoding="utf-8"?>
<p:tagLst xmlns:p="http://schemas.openxmlformats.org/presentationml/2006/main">
  <p:tag name="KSO_WM_DIAGRAM_VIRTUALLY_FRAME" val="{&quot;height&quot;:211.4951181102362,&quot;left&quot;:80.3,&quot;top&quot;:189.55929133858268,&quot;width&quot;:763.3545669291337}"/>
</p:tagLst>
</file>

<file path=ppt/tags/tag151.xml><?xml version="1.0" encoding="utf-8"?>
<p:tagLst xmlns:p="http://schemas.openxmlformats.org/presentationml/2006/main">
  <p:tag name="KSO_WM_DIAGRAM_VIRTUALLY_FRAME" val="{&quot;height&quot;:211.4951181102362,&quot;left&quot;:80.3,&quot;top&quot;:189.55929133858268,&quot;width&quot;:763.3545669291337}"/>
</p:tagLst>
</file>

<file path=ppt/tags/tag152.xml><?xml version="1.0" encoding="utf-8"?>
<p:tagLst xmlns:p="http://schemas.openxmlformats.org/presentationml/2006/main">
  <p:tag name="KSO_WM_DIAGRAM_VIRTUALLY_FRAME" val="{&quot;height&quot;:211.4951181102362,&quot;left&quot;:80.3,&quot;top&quot;:189.55929133858268,&quot;width&quot;:763.3545669291337}"/>
</p:tagLst>
</file>

<file path=ppt/tags/tag153.xml><?xml version="1.0" encoding="utf-8"?>
<p:tagLst xmlns:p="http://schemas.openxmlformats.org/presentationml/2006/main">
  <p:tag name="KSO_WM_DIAGRAM_VIRTUALLY_FRAME" val="{&quot;height&quot;:211.4951181102362,&quot;left&quot;:80.3,&quot;top&quot;:189.55929133858268,&quot;width&quot;:763.3545669291337}"/>
</p:tagLst>
</file>

<file path=ppt/tags/tag154.xml><?xml version="1.0" encoding="utf-8"?>
<p:tagLst xmlns:p="http://schemas.openxmlformats.org/presentationml/2006/main">
  <p:tag name="KSO_WM_DIAGRAM_VIRTUALLY_FRAME" val="{&quot;height&quot;:211.4951181102362,&quot;left&quot;:80.3,&quot;top&quot;:189.55929133858268,&quot;width&quot;:763.3545669291337}"/>
</p:tagLst>
</file>

<file path=ppt/tags/tag155.xml><?xml version="1.0" encoding="utf-8"?>
<p:tagLst xmlns:p="http://schemas.openxmlformats.org/presentationml/2006/main">
  <p:tag name="KSO_WM_DIAGRAM_VIRTUALLY_FRAME" val="{&quot;height&quot;:211.4951181102362,&quot;left&quot;:80.3,&quot;top&quot;:189.55929133858268,&quot;width&quot;:763.3545669291337}"/>
</p:tagLst>
</file>

<file path=ppt/tags/tag156.xml><?xml version="1.0" encoding="utf-8"?>
<p:tagLst xmlns:p="http://schemas.openxmlformats.org/presentationml/2006/main">
  <p:tag name="KSO_WM_DIAGRAM_VIRTUALLY_FRAME" val="{&quot;height&quot;:211.4951181102362,&quot;left&quot;:80.3,&quot;top&quot;:189.55929133858268,&quot;width&quot;:763.3545669291337}"/>
</p:tagLst>
</file>

<file path=ppt/tags/tag157.xml><?xml version="1.0" encoding="utf-8"?>
<p:tagLst xmlns:p="http://schemas.openxmlformats.org/presentationml/2006/main">
  <p:tag name="KSO_WM_DIAGRAM_VIRTUALLY_FRAME" val="{&quot;height&quot;:211.4951181102362,&quot;left&quot;:80.3,&quot;top&quot;:189.55929133858268,&quot;width&quot;:763.3545669291337}"/>
</p:tagLst>
</file>

<file path=ppt/tags/tag158.xml><?xml version="1.0" encoding="utf-8"?>
<p:tagLst xmlns:p="http://schemas.openxmlformats.org/presentationml/2006/main">
  <p:tag name="KSO_WM_DIAGRAM_VIRTUALLY_FRAME" val="{&quot;height&quot;:211.4951181102362,&quot;left&quot;:80.3,&quot;top&quot;:189.55929133858268,&quot;width&quot;:763.3545669291337}"/>
</p:tagLst>
</file>

<file path=ppt/tags/tag159.xml><?xml version="1.0" encoding="utf-8"?>
<p:tagLst xmlns:p="http://schemas.openxmlformats.org/presentationml/2006/main">
  <p:tag name="KSO_WM_DIAGRAM_VIRTUALLY_FRAME" val="{&quot;height&quot;:211.4951181102362,&quot;left&quot;:80.3,&quot;top&quot;:189.55929133858268,&quot;width&quot;:763.3545669291337}"/>
</p:tagLst>
</file>

<file path=ppt/tags/tag160.xml><?xml version="1.0" encoding="utf-8"?>
<p:tagLst xmlns:p="http://schemas.openxmlformats.org/presentationml/2006/main">
  <p:tag name="KSO_WM_DIAGRAM_VIRTUALLY_FRAME" val="{&quot;height&quot;:211.4951181102362,&quot;left&quot;:80.3,&quot;top&quot;:189.55929133858268,&quot;width&quot;:763.3545669291337}"/>
</p:tagLst>
</file>

<file path=ppt/tags/tag161.xml><?xml version="1.0" encoding="utf-8"?>
<p:tagLst xmlns:p="http://schemas.openxmlformats.org/presentationml/2006/main">
  <p:tag name="KSO_WM_DIAGRAM_VIRTUALLY_FRAME" val="{&quot;height&quot;:211.4951181102362,&quot;left&quot;:80.3,&quot;top&quot;:189.55929133858268,&quot;width&quot;:763.3545669291337}"/>
</p:tagLst>
</file>

<file path=ppt/tags/tag162.xml><?xml version="1.0" encoding="utf-8"?>
<p:tagLst xmlns:p="http://schemas.openxmlformats.org/presentationml/2006/main">
  <p:tag name="KSO_WM_DIAGRAM_VIRTUALLY_FRAME" val="{&quot;height&quot;:211.4951181102362,&quot;left&quot;:80.3,&quot;top&quot;:189.55929133858268,&quot;width&quot;:763.3545669291337}"/>
</p:tagLst>
</file>

<file path=ppt/tags/tag163.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164.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165.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166.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167.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168.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169.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170.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171.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172.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173.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174.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175.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176.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177.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178.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179.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180.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181.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182.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183.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184.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185.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186.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187.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188.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189.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190.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191.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192.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193.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194.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195.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196.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197.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198.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199.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200.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201.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202.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203.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204.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205.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206.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207.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208.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209.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210.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211.xml><?xml version="1.0" encoding="utf-8"?>
<p:tagLst xmlns:p="http://schemas.openxmlformats.org/presentationml/2006/main">
  <p:tag name="KSO_WM_DIAGRAM_VIRTUALLY_FRAME" val="{&quot;height&quot;:283.4,&quot;left&quot;:42.29937007874014,&quot;top&quot;:157.55,&quot;width&quot;:912.1340097406343}"/>
</p:tagLst>
</file>

<file path=ppt/tags/tag212.xml><?xml version="1.0" encoding="utf-8"?>
<p:tagLst xmlns:p="http://schemas.openxmlformats.org/presentationml/2006/main">
  <p:tag name="KSO_WM_DIAGRAM_VIRTUALLY_FRAME" val="{&quot;height&quot;:283.4,&quot;left&quot;:42.29937007874014,&quot;top&quot;:157.55,&quot;width&quot;:912.1340097406343}"/>
</p:tagLst>
</file>

<file path=ppt/tags/tag213.xml><?xml version="1.0" encoding="utf-8"?>
<p:tagLst xmlns:p="http://schemas.openxmlformats.org/presentationml/2006/main">
  <p:tag name="KSO_WM_DIAGRAM_VIRTUALLY_FRAME" val="{&quot;height&quot;:283.4,&quot;left&quot;:42.29937007874014,&quot;top&quot;:157.55,&quot;width&quot;:912.1340097406343}"/>
</p:tagLst>
</file>

<file path=ppt/tags/tag214.xml><?xml version="1.0" encoding="utf-8"?>
<p:tagLst xmlns:p="http://schemas.openxmlformats.org/presentationml/2006/main">
  <p:tag name="KSO_WM_DIAGRAM_VIRTUALLY_FRAME" val="{&quot;height&quot;:283.4,&quot;left&quot;:42.29937007874014,&quot;top&quot;:157.55,&quot;width&quot;:912.1340097406343}"/>
</p:tagLst>
</file>

<file path=ppt/tags/tag215.xml><?xml version="1.0" encoding="utf-8"?>
<p:tagLst xmlns:p="http://schemas.openxmlformats.org/presentationml/2006/main">
  <p:tag name="KSO_WM_DIAGRAM_VIRTUALLY_FRAME" val="{&quot;height&quot;:283.4,&quot;left&quot;:42.29937007874014,&quot;top&quot;:157.55,&quot;width&quot;:912.1340097406343}"/>
</p:tagLst>
</file>

<file path=ppt/tags/tag216.xml><?xml version="1.0" encoding="utf-8"?>
<p:tagLst xmlns:p="http://schemas.openxmlformats.org/presentationml/2006/main">
  <p:tag name="KSO_WM_DIAGRAM_VIRTUALLY_FRAME" val="{&quot;height&quot;:283.4,&quot;left&quot;:42.29937007874014,&quot;top&quot;:157.55,&quot;width&quot;:912.1340097406343}"/>
</p:tagLst>
</file>

<file path=ppt/tags/tag217.xml><?xml version="1.0" encoding="utf-8"?>
<p:tagLst xmlns:p="http://schemas.openxmlformats.org/presentationml/2006/main">
  <p:tag name="KSO_WM_DIAGRAM_VIRTUALLY_FRAME" val="{&quot;height&quot;:283.4,&quot;left&quot;:42.29937007874014,&quot;top&quot;:157.55,&quot;width&quot;:912.1340097406343}"/>
</p:tagLst>
</file>

<file path=ppt/tags/tag218.xml><?xml version="1.0" encoding="utf-8"?>
<p:tagLst xmlns:p="http://schemas.openxmlformats.org/presentationml/2006/main">
  <p:tag name="KSO_WM_DIAGRAM_VIRTUALLY_FRAME" val="{&quot;height&quot;:283.4,&quot;left&quot;:42.29937007874014,&quot;top&quot;:157.55,&quot;width&quot;:912.1340097406343}"/>
</p:tagLst>
</file>

<file path=ppt/tags/tag219.xml><?xml version="1.0" encoding="utf-8"?>
<p:tagLst xmlns:p="http://schemas.openxmlformats.org/presentationml/2006/main">
  <p:tag name="KSO_WM_DIAGRAM_VIRTUALLY_FRAME" val="{&quot;height&quot;:283.4,&quot;left&quot;:42.29937007874014,&quot;top&quot;:157.55,&quot;width&quot;:912.1340097406343}"/>
</p:tagLst>
</file>

<file path=ppt/tags/tag220.xml><?xml version="1.0" encoding="utf-8"?>
<p:tagLst xmlns:p="http://schemas.openxmlformats.org/presentationml/2006/main">
  <p:tag name="KSO_WM_DIAGRAM_VIRTUALLY_FRAME" val="{&quot;height&quot;:283.4,&quot;left&quot;:42.29937007874014,&quot;top&quot;:157.55,&quot;width&quot;:912.1340097406343}"/>
</p:tagLst>
</file>

<file path=ppt/tags/tag221.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222.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223.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224.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225.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226.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227.xml><?xml version="1.0" encoding="utf-8"?>
<p:tagLst xmlns:p="http://schemas.openxmlformats.org/presentationml/2006/main">
  <p:tag name="KSO_WM_BEAUTIFY_FLAG" val=""/>
</p:tagLst>
</file>

<file path=ppt/tags/tag228.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229.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230.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231.xml><?xml version="1.0" encoding="utf-8"?>
<p:tagLst xmlns:p="http://schemas.openxmlformats.org/presentationml/2006/main">
  <p:tag name="KSO_WM_BEAUTIFY_FLAG" val=""/>
</p:tagLst>
</file>

<file path=ppt/tags/tag232.xml><?xml version="1.0" encoding="utf-8"?>
<p:tagLst xmlns:p="http://schemas.openxmlformats.org/presentationml/2006/main">
  <p:tag name="KSO_WM_BEAUTIFY_FLAG" val=""/>
</p:tagLst>
</file>

<file path=ppt/tags/tag233.xml><?xml version="1.0" encoding="utf-8"?>
<p:tagLst xmlns:p="http://schemas.openxmlformats.org/presentationml/2006/main">
  <p:tag name="KSO_WM_BEAUTIFY_FLAG" val=""/>
</p:tagLst>
</file>

<file path=ppt/tags/tag234.xml><?xml version="1.0" encoding="utf-8"?>
<p:tagLst xmlns:p="http://schemas.openxmlformats.org/presentationml/2006/main">
  <p:tag name="KSO_WM_BEAUTIFY_FLAG" val=""/>
</p:tagLst>
</file>

<file path=ppt/tags/tag235.xml><?xml version="1.0" encoding="utf-8"?>
<p:tagLst xmlns:p="http://schemas.openxmlformats.org/presentationml/2006/main">
  <p:tag name="KSO_WM_BEAUTIFY_FLAG" val=""/>
</p:tagLst>
</file>

<file path=ppt/tags/tag236.xml><?xml version="1.0" encoding="utf-8"?>
<p:tagLst xmlns:p="http://schemas.openxmlformats.org/presentationml/2006/main">
  <p:tag name="KSO_WM_BEAUTIFY_FLAG" val=""/>
</p:tagLst>
</file>

<file path=ppt/tags/tag237.xml><?xml version="1.0" encoding="utf-8"?>
<p:tagLst xmlns:p="http://schemas.openxmlformats.org/presentationml/2006/main">
  <p:tag name="KSO_WM_BEAUTIFY_FLAG" val=""/>
</p:tagLst>
</file>

<file path=ppt/tags/tag238.xml><?xml version="1.0" encoding="utf-8"?>
<p:tagLst xmlns:p="http://schemas.openxmlformats.org/presentationml/2006/main">
  <p:tag name="KSO_WM_BEAUTIFY_FLAG" val=""/>
</p:tagLst>
</file>

<file path=ppt/tags/tag239.xml><?xml version="1.0" encoding="utf-8"?>
<p:tagLst xmlns:p="http://schemas.openxmlformats.org/presentationml/2006/main">
  <p:tag name="KSO_WM_BEAUTIFY_FLAG" val=""/>
</p:tagLst>
</file>

<file path=ppt/tags/tag240.xml><?xml version="1.0" encoding="utf-8"?>
<p:tagLst xmlns:p="http://schemas.openxmlformats.org/presentationml/2006/main">
  <p:tag name="KSO_WM_BEAUTIFY_FLAG" val=""/>
</p:tagLst>
</file>

<file path=ppt/tags/tag241.xml><?xml version="1.0" encoding="utf-8"?>
<p:tagLst xmlns:p="http://schemas.openxmlformats.org/presentationml/2006/main">
  <p:tag name="KSO_WM_DIAGRAM_VIRTUALLY_FRAME" val="{&quot;height&quot;:283.4,&quot;left&quot;:42.29937007874014,&quot;top&quot;:157.55,&quot;width&quot;:912.1340097406343}"/>
</p:tagLst>
</file>

<file path=ppt/tags/tag242.xml><?xml version="1.0" encoding="utf-8"?>
<p:tagLst xmlns:p="http://schemas.openxmlformats.org/presentationml/2006/main">
  <p:tag name="KSO_WM_DIAGRAM_VIRTUALLY_FRAME" val="{&quot;height&quot;:283.4,&quot;left&quot;:42.29937007874014,&quot;top&quot;:157.55,&quot;width&quot;:912.1340097406343}"/>
</p:tagLst>
</file>

<file path=ppt/tags/tag243.xml><?xml version="1.0" encoding="utf-8"?>
<p:tagLst xmlns:p="http://schemas.openxmlformats.org/presentationml/2006/main">
  <p:tag name="KSO_WM_DIAGRAM_VIRTUALLY_FRAME" val="{&quot;height&quot;:283.4,&quot;left&quot;:42.29937007874014,&quot;top&quot;:157.55,&quot;width&quot;:912.1340097406343}"/>
</p:tagLst>
</file>

<file path=ppt/tags/tag244.xml><?xml version="1.0" encoding="utf-8"?>
<p:tagLst xmlns:p="http://schemas.openxmlformats.org/presentationml/2006/main">
  <p:tag name="KSO_WM_DIAGRAM_VIRTUALLY_FRAME" val="{&quot;height&quot;:283.4,&quot;left&quot;:42.29937007874014,&quot;top&quot;:157.55,&quot;width&quot;:912.1340097406343}"/>
</p:tagLst>
</file>

<file path=ppt/tags/tag245.xml><?xml version="1.0" encoding="utf-8"?>
<p:tagLst xmlns:p="http://schemas.openxmlformats.org/presentationml/2006/main">
  <p:tag name="KSO_WM_DIAGRAM_VIRTUALLY_FRAME" val="{&quot;height&quot;:283.4,&quot;left&quot;:42.29937007874014,&quot;top&quot;:157.55,&quot;width&quot;:912.1340097406343}"/>
</p:tagLst>
</file>

<file path=ppt/tags/tag246.xml><?xml version="1.0" encoding="utf-8"?>
<p:tagLst xmlns:p="http://schemas.openxmlformats.org/presentationml/2006/main">
  <p:tag name="KSO_WM_DIAGRAM_VIRTUALLY_FRAME" val="{&quot;height&quot;:283.4,&quot;left&quot;:42.29937007874014,&quot;top&quot;:157.55,&quot;width&quot;:912.1340097406343}"/>
</p:tagLst>
</file>

<file path=ppt/tags/tag247.xml><?xml version="1.0" encoding="utf-8"?>
<p:tagLst xmlns:p="http://schemas.openxmlformats.org/presentationml/2006/main">
  <p:tag name="KSO_WM_DIAGRAM_VIRTUALLY_FRAME" val="{&quot;height&quot;:283.4,&quot;left&quot;:42.29937007874014,&quot;top&quot;:157.55,&quot;width&quot;:912.1340097406343}"/>
</p:tagLst>
</file>

<file path=ppt/tags/tag248.xml><?xml version="1.0" encoding="utf-8"?>
<p:tagLst xmlns:p="http://schemas.openxmlformats.org/presentationml/2006/main">
  <p:tag name="KSO_WM_DIAGRAM_VIRTUALLY_FRAME" val="{&quot;height&quot;:283.4,&quot;left&quot;:42.29937007874014,&quot;top&quot;:157.55,&quot;width&quot;:912.1340097406343}"/>
</p:tagLst>
</file>

<file path=ppt/tags/tag249.xml><?xml version="1.0" encoding="utf-8"?>
<p:tagLst xmlns:p="http://schemas.openxmlformats.org/presentationml/2006/main">
  <p:tag name="KSO_WM_DIAGRAM_VIRTUALLY_FRAME" val="{&quot;height&quot;:283.4,&quot;left&quot;:42.29937007874014,&quot;top&quot;:157.55,&quot;width&quot;:912.1340097406343}"/>
</p:tagLst>
</file>

<file path=ppt/tags/tag250.xml><?xml version="1.0" encoding="utf-8"?>
<p:tagLst xmlns:p="http://schemas.openxmlformats.org/presentationml/2006/main">
  <p:tag name="KSO_WM_DIAGRAM_VIRTUALLY_FRAME" val="{&quot;height&quot;:283.4,&quot;left&quot;:42.29937007874014,&quot;top&quot;:157.55,&quot;width&quot;:912.1340097406343}"/>
</p:tagLst>
</file>

<file path=ppt/tags/tag251.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252.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253.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254.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255.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256.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257.xml><?xml version="1.0" encoding="utf-8"?>
<p:tagLst xmlns:p="http://schemas.openxmlformats.org/presentationml/2006/main">
  <p:tag name="KSO_WM_BEAUTIFY_FLAG" val=""/>
</p:tagLst>
</file>

<file path=ppt/tags/tag258.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259.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260.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261.xml><?xml version="1.0" encoding="utf-8"?>
<p:tagLst xmlns:p="http://schemas.openxmlformats.org/presentationml/2006/main">
  <p:tag name="KSO_WM_UNIT_NOCLEAR" val="0"/>
  <p:tag name="KSO_WM_UNIT_HIGHLIGHT" val="0"/>
  <p:tag name="KSO_WM_UNIT_COMPATIBLE" val="0"/>
  <p:tag name="KSO_WM_UNIT_DIAGRAM_ISNUMVISUAL" val="0"/>
  <p:tag name="KSO_WM_UNIT_DIAGRAM_ISREFERUNIT" val="0"/>
  <p:tag name="KSO_WM_UNIT_TYPE" val="m_h_i"/>
  <p:tag name="KSO_WM_UNIT_INDEX" val="1_1_1"/>
  <p:tag name="KSO_WM_UNIT_ID" val="diagram726_1*m_h_i*1_1_1"/>
  <p:tag name="KSO_WM_TEMPLATE_CATEGORY" val="diagram"/>
  <p:tag name="KSO_WM_TEMPLATE_INDEX" val="726"/>
  <p:tag name="KSO_WM_UNIT_LAYERLEVEL" val="1_1_1"/>
  <p:tag name="KSO_WM_TAG_VERSION" val="1.0"/>
  <p:tag name="KSO_WM_BEAUTIFY_FLAG" val=""/>
  <p:tag name="KSO_WM_DIAGRAM_GROUP_CODE" val="m1-1"/>
  <p:tag name="KSO_WM_UNIT_FILL_FORE_SCHEMECOLOR_INDEX" val="5"/>
  <p:tag name="KSO_WM_UNIT_FILL_TYPE" val="1"/>
  <p:tag name="KSO_WM_UNIT_TEXT_FILL_FORE_SCHEMECOLOR_INDEX" val="2"/>
  <p:tag name="KSO_WM_UNIT_TEXT_FILL_TYPE" val="1"/>
  <p:tag name="KSO_WM_UNIT_DIAGRAM_SCHEMECOLOR_ID" val="1"/>
  <p:tag name="KSO_WM_UNIT_USESOURCEFORMAT_APPLY" val="1"/>
</p:tagLst>
</file>

<file path=ppt/tags/tag262.xml><?xml version="1.0" encoding="utf-8"?>
<p:tagLst xmlns:p="http://schemas.openxmlformats.org/presentationml/2006/main">
  <p:tag name="KSO_WM_UNIT_NOCLEAR" val="0"/>
  <p:tag name="KSO_WM_UNIT_HIGHLIGHT" val="0"/>
  <p:tag name="KSO_WM_UNIT_COMPATIBLE" val="0"/>
  <p:tag name="KSO_WM_UNIT_DIAGRAM_ISNUMVISUAL" val="0"/>
  <p:tag name="KSO_WM_UNIT_DIAGRAM_ISREFERUNIT" val="0"/>
  <p:tag name="KSO_WM_UNIT_TYPE" val="m_h_i"/>
  <p:tag name="KSO_WM_UNIT_INDEX" val="1_1_1"/>
  <p:tag name="KSO_WM_UNIT_ID" val="diagram726_1*m_h_i*1_1_1"/>
  <p:tag name="KSO_WM_TEMPLATE_CATEGORY" val="diagram"/>
  <p:tag name="KSO_WM_TEMPLATE_INDEX" val="726"/>
  <p:tag name="KSO_WM_UNIT_LAYERLEVEL" val="1_1_1"/>
  <p:tag name="KSO_WM_TAG_VERSION" val="1.0"/>
  <p:tag name="KSO_WM_BEAUTIFY_FLAG" val=""/>
  <p:tag name="KSO_WM_DIAGRAM_GROUP_CODE" val="m1-1"/>
  <p:tag name="KSO_WM_UNIT_FILL_FORE_SCHEMECOLOR_INDEX" val="5"/>
  <p:tag name="KSO_WM_UNIT_FILL_TYPE" val="1"/>
  <p:tag name="KSO_WM_UNIT_TEXT_FILL_FORE_SCHEMECOLOR_INDEX" val="2"/>
  <p:tag name="KSO_WM_UNIT_TEXT_FILL_TYPE" val="1"/>
  <p:tag name="KSO_WM_UNIT_DIAGRAM_SCHEMECOLOR_ID" val="1"/>
  <p:tag name="KSO_WM_UNIT_USESOURCEFORMAT_APPLY" val="1"/>
</p:tagLst>
</file>

<file path=ppt/tags/tag263.xml><?xml version="1.0" encoding="utf-8"?>
<p:tagLst xmlns:p="http://schemas.openxmlformats.org/presentationml/2006/main">
  <p:tag name="KSO_WM_BEAUTIFY_FLAG" val=""/>
</p:tagLst>
</file>

<file path=ppt/tags/tag264.xml><?xml version="1.0" encoding="utf-8"?>
<p:tagLst xmlns:p="http://schemas.openxmlformats.org/presentationml/2006/main">
  <p:tag name="KSO_WM_BEAUTIFY_FLAG" val=""/>
</p:tagLst>
</file>

<file path=ppt/tags/tag265.xml><?xml version="1.0" encoding="utf-8"?>
<p:tagLst xmlns:p="http://schemas.openxmlformats.org/presentationml/2006/main">
  <p:tag name="KSO_WM_BEAUTIFY_FLAG" val=""/>
</p:tagLst>
</file>

<file path=ppt/tags/tag266.xml><?xml version="1.0" encoding="utf-8"?>
<p:tagLst xmlns:p="http://schemas.openxmlformats.org/presentationml/2006/main">
  <p:tag name="KSO_WM_BEAUTIFY_FLAG" val=""/>
</p:tagLst>
</file>

<file path=ppt/tags/tag267.xml><?xml version="1.0" encoding="utf-8"?>
<p:tagLst xmlns:p="http://schemas.openxmlformats.org/presentationml/2006/main">
  <p:tag name="KSO_WM_BEAUTIFY_FLAG" val=""/>
</p:tagLst>
</file>

<file path=ppt/tags/tag268.xml><?xml version="1.0" encoding="utf-8"?>
<p:tagLst xmlns:p="http://schemas.openxmlformats.org/presentationml/2006/main">
  <p:tag name="KSO_WM_BEAUTIFY_FLAG" val=""/>
</p:tagLst>
</file>

<file path=ppt/tags/tag269.xml><?xml version="1.0" encoding="utf-8"?>
<p:tagLst xmlns:p="http://schemas.openxmlformats.org/presentationml/2006/main">
  <p:tag name="KSO_WM_BEAUTIFY_FLAG" val=""/>
</p:tagLst>
</file>

<file path=ppt/tags/tag270.xml><?xml version="1.0" encoding="utf-8"?>
<p:tagLst xmlns:p="http://schemas.openxmlformats.org/presentationml/2006/main">
  <p:tag name="KSO_WM_BEAUTIFY_FLAG" val=""/>
</p:tagLst>
</file>

<file path=ppt/tags/tag271.xml><?xml version="1.0" encoding="utf-8"?>
<p:tagLst xmlns:p="http://schemas.openxmlformats.org/presentationml/2006/main">
  <p:tag name="KSO_WM_BEAUTIFY_FLAG" val=""/>
</p:tagLst>
</file>

<file path=ppt/tags/tag272.xml><?xml version="1.0" encoding="utf-8"?>
<p:tagLst xmlns:p="http://schemas.openxmlformats.org/presentationml/2006/main">
  <p:tag name="KSO_WM_BEAUTIFY_FLAG" val=""/>
</p:tagLst>
</file>

<file path=ppt/tags/tag273.xml><?xml version="1.0" encoding="utf-8"?>
<p:tagLst xmlns:p="http://schemas.openxmlformats.org/presentationml/2006/main">
  <p:tag name="KSO_WM_BEAUTIFY_FLAG" val=""/>
</p:tagLst>
</file>

<file path=ppt/tags/tag274.xml><?xml version="1.0" encoding="utf-8"?>
<p:tagLst xmlns:p="http://schemas.openxmlformats.org/presentationml/2006/main">
  <p:tag name="KSO_WM_BEAUTIFY_FLAG" val=""/>
</p:tagLst>
</file>

<file path=ppt/tags/tag275.xml><?xml version="1.0" encoding="utf-8"?>
<p:tagLst xmlns:p="http://schemas.openxmlformats.org/presentationml/2006/main">
  <p:tag name="KSO_WM_BEAUTIFY_FLAG" val=""/>
</p:tagLst>
</file>

<file path=ppt/tags/tag276.xml><?xml version="1.0" encoding="utf-8"?>
<p:tagLst xmlns:p="http://schemas.openxmlformats.org/presentationml/2006/main">
  <p:tag name="KSO_WM_BEAUTIFY_FLAG" val=""/>
</p:tagLst>
</file>

<file path=ppt/tags/tag277.xml><?xml version="1.0" encoding="utf-8"?>
<p:tagLst xmlns:p="http://schemas.openxmlformats.org/presentationml/2006/main">
  <p:tag name="KSO_WM_BEAUTIFY_FLAG" val=""/>
</p:tagLst>
</file>

<file path=ppt/tags/tag278.xml><?xml version="1.0" encoding="utf-8"?>
<p:tagLst xmlns:p="http://schemas.openxmlformats.org/presentationml/2006/main">
  <p:tag name="KSO_WM_UNIT_NOCLEAR" val="0"/>
  <p:tag name="KSO_WM_UNIT_HIGHLIGHT" val="0"/>
  <p:tag name="KSO_WM_UNIT_COMPATIBLE" val="0"/>
  <p:tag name="KSO_WM_UNIT_DIAGRAM_ISNUMVISUAL" val="0"/>
  <p:tag name="KSO_WM_UNIT_DIAGRAM_ISREFERUNIT" val="0"/>
  <p:tag name="KSO_WM_UNIT_TYPE" val="m_h_i"/>
  <p:tag name="KSO_WM_UNIT_INDEX" val="1_1_1"/>
  <p:tag name="KSO_WM_UNIT_ID" val="diagram726_1*m_h_i*1_1_1"/>
  <p:tag name="KSO_WM_TEMPLATE_CATEGORY" val="diagram"/>
  <p:tag name="KSO_WM_TEMPLATE_INDEX" val="726"/>
  <p:tag name="KSO_WM_UNIT_LAYERLEVEL" val="1_1_1"/>
  <p:tag name="KSO_WM_TAG_VERSION" val="1.0"/>
  <p:tag name="KSO_WM_BEAUTIFY_FLAG" val=""/>
  <p:tag name="KSO_WM_DIAGRAM_GROUP_CODE" val="m1-1"/>
  <p:tag name="KSO_WM_UNIT_FILL_FORE_SCHEMECOLOR_INDEX" val="5"/>
  <p:tag name="KSO_WM_UNIT_FILL_TYPE" val="1"/>
  <p:tag name="KSO_WM_UNIT_TEXT_FILL_FORE_SCHEMECOLOR_INDEX" val="2"/>
  <p:tag name="KSO_WM_UNIT_TEXT_FILL_TYPE" val="1"/>
  <p:tag name="KSO_WM_UNIT_DIAGRAM_SCHEMECOLOR_ID" val="1"/>
  <p:tag name="KSO_WM_UNIT_USESOURCEFORMAT_APPLY" val="1"/>
</p:tagLst>
</file>

<file path=ppt/tags/tag279.xml><?xml version="1.0" encoding="utf-8"?>
<p:tagLst xmlns:p="http://schemas.openxmlformats.org/presentationml/2006/main">
  <p:tag name="KSO_WM_UNIT_NOCLEAR" val="0"/>
  <p:tag name="KSO_WM_UNIT_HIGHLIGHT" val="0"/>
  <p:tag name="KSO_WM_UNIT_COMPATIBLE" val="0"/>
  <p:tag name="KSO_WM_UNIT_DIAGRAM_ISNUMVISUAL" val="0"/>
  <p:tag name="KSO_WM_UNIT_DIAGRAM_ISREFERUNIT" val="0"/>
  <p:tag name="KSO_WM_UNIT_TYPE" val="m_h_i"/>
  <p:tag name="KSO_WM_UNIT_INDEX" val="1_1_1"/>
  <p:tag name="KSO_WM_UNIT_ID" val="diagram726_1*m_h_i*1_1_1"/>
  <p:tag name="KSO_WM_TEMPLATE_CATEGORY" val="diagram"/>
  <p:tag name="KSO_WM_TEMPLATE_INDEX" val="726"/>
  <p:tag name="KSO_WM_UNIT_LAYERLEVEL" val="1_1_1"/>
  <p:tag name="KSO_WM_TAG_VERSION" val="1.0"/>
  <p:tag name="KSO_WM_BEAUTIFY_FLAG" val=""/>
  <p:tag name="KSO_WM_DIAGRAM_GROUP_CODE" val="m1-1"/>
  <p:tag name="KSO_WM_UNIT_FILL_FORE_SCHEMECOLOR_INDEX" val="5"/>
  <p:tag name="KSO_WM_UNIT_FILL_TYPE" val="1"/>
  <p:tag name="KSO_WM_UNIT_TEXT_FILL_FORE_SCHEMECOLOR_INDEX" val="2"/>
  <p:tag name="KSO_WM_UNIT_TEXT_FILL_TYPE" val="1"/>
  <p:tag name="KSO_WM_UNIT_DIAGRAM_SCHEMECOLOR_ID" val="1"/>
  <p:tag name="KSO_WM_UNIT_USESOURCEFORMAT_APPLY" val="1"/>
</p:tagLst>
</file>

<file path=ppt/tags/tag280.xml><?xml version="1.0" encoding="utf-8"?>
<p:tagLst xmlns:p="http://schemas.openxmlformats.org/presentationml/2006/main">
  <p:tag name="KSO_WM_BEAUTIFY_FLAG" val=""/>
</p:tagLst>
</file>

<file path=ppt/tags/tag281.xml><?xml version="1.0" encoding="utf-8"?>
<p:tagLst xmlns:p="http://schemas.openxmlformats.org/presentationml/2006/main">
  <p:tag name="KSO_WM_BEAUTIFY_FLAG" val=""/>
</p:tagLst>
</file>

<file path=ppt/tags/tag282.xml><?xml version="1.0" encoding="utf-8"?>
<p:tagLst xmlns:p="http://schemas.openxmlformats.org/presentationml/2006/main">
  <p:tag name="KSO_WM_BEAUTIFY_FLAG" val=""/>
</p:tagLst>
</file>

<file path=ppt/tags/tag283.xml><?xml version="1.0" encoding="utf-8"?>
<p:tagLst xmlns:p="http://schemas.openxmlformats.org/presentationml/2006/main">
  <p:tag name="KSO_WM_BEAUTIFY_FLAG" val=""/>
</p:tagLst>
</file>

<file path=ppt/tags/tag284.xml><?xml version="1.0" encoding="utf-8"?>
<p:tagLst xmlns:p="http://schemas.openxmlformats.org/presentationml/2006/main">
  <p:tag name="KSO_WM_BEAUTIFY_FLAG" val=""/>
</p:tagLst>
</file>

<file path=ppt/tags/tag285.xml><?xml version="1.0" encoding="utf-8"?>
<p:tagLst xmlns:p="http://schemas.openxmlformats.org/presentationml/2006/main">
  <p:tag name="KSO_WM_BEAUTIFY_FLAG" val=""/>
</p:tagLst>
</file>

<file path=ppt/tags/tag286.xml><?xml version="1.0" encoding="utf-8"?>
<p:tagLst xmlns:p="http://schemas.openxmlformats.org/presentationml/2006/main">
  <p:tag name="KSO_WM_BEAUTIFY_FLAG" val=""/>
</p:tagLst>
</file>

<file path=ppt/tags/tag287.xml><?xml version="1.0" encoding="utf-8"?>
<p:tagLst xmlns:p="http://schemas.openxmlformats.org/presentationml/2006/main">
  <p:tag name="KSO_WM_BEAUTIFY_FLAG" val=""/>
</p:tagLst>
</file>

<file path=ppt/tags/tag288.xml><?xml version="1.0" encoding="utf-8"?>
<p:tagLst xmlns:p="http://schemas.openxmlformats.org/presentationml/2006/main">
  <p:tag name="KSO_WM_BEAUTIFY_FLAG" val=""/>
</p:tagLst>
</file>

<file path=ppt/tags/tag289.xml><?xml version="1.0" encoding="utf-8"?>
<p:tagLst xmlns:p="http://schemas.openxmlformats.org/presentationml/2006/main">
  <p:tag name="KSO_WM_BEAUTIFY_FLAG" val=""/>
</p:tagLst>
</file>

<file path=ppt/tags/tag290.xml><?xml version="1.0" encoding="utf-8"?>
<p:tagLst xmlns:p="http://schemas.openxmlformats.org/presentationml/2006/main">
  <p:tag name="KSO_WM_BEAUTIFY_FLAG" val=""/>
</p:tagLst>
</file>

<file path=ppt/tags/tag291.xml><?xml version="1.0" encoding="utf-8"?>
<p:tagLst xmlns:p="http://schemas.openxmlformats.org/presentationml/2006/main">
  <p:tag name="KSO_WM_BEAUTIFY_FLAG" val=""/>
</p:tagLst>
</file>

<file path=ppt/tags/tag292.xml><?xml version="1.0" encoding="utf-8"?>
<p:tagLst xmlns:p="http://schemas.openxmlformats.org/presentationml/2006/main">
  <p:tag name="KSO_WM_BEAUTIFY_FLAG" val=""/>
</p:tagLst>
</file>

<file path=ppt/tags/tag293.xml><?xml version="1.0" encoding="utf-8"?>
<p:tagLst xmlns:p="http://schemas.openxmlformats.org/presentationml/2006/main">
  <p:tag name="KSO_WM_BEAUTIFY_FLAG" val=""/>
</p:tagLst>
</file>

<file path=ppt/tags/tag294.xml><?xml version="1.0" encoding="utf-8"?>
<p:tagLst xmlns:p="http://schemas.openxmlformats.org/presentationml/2006/main">
  <p:tag name="KSO_WM_BEAUTIFY_FLAG" val=""/>
</p:tagLst>
</file>

<file path=ppt/tags/tag295.xml><?xml version="1.0" encoding="utf-8"?>
<p:tagLst xmlns:p="http://schemas.openxmlformats.org/presentationml/2006/main">
  <p:tag name="KSO_WM_DIAGRAM_VIRTUALLY_FRAME" val="{&quot;height&quot;:283.4,&quot;left&quot;:42.29937007874014,&quot;top&quot;:157.55,&quot;width&quot;:912.1340097406343}"/>
</p:tagLst>
</file>

<file path=ppt/tags/tag296.xml><?xml version="1.0" encoding="utf-8"?>
<p:tagLst xmlns:p="http://schemas.openxmlformats.org/presentationml/2006/main">
  <p:tag name="KSO_WM_DIAGRAM_VIRTUALLY_FRAME" val="{&quot;height&quot;:283.4,&quot;left&quot;:42.29937007874014,&quot;top&quot;:157.55,&quot;width&quot;:912.1340097406343}"/>
</p:tagLst>
</file>

<file path=ppt/tags/tag297.xml><?xml version="1.0" encoding="utf-8"?>
<p:tagLst xmlns:p="http://schemas.openxmlformats.org/presentationml/2006/main">
  <p:tag name="KSO_WM_DIAGRAM_VIRTUALLY_FRAME" val="{&quot;height&quot;:283.4,&quot;left&quot;:42.29937007874014,&quot;top&quot;:157.55,&quot;width&quot;:912.1340097406343}"/>
</p:tagLst>
</file>

<file path=ppt/tags/tag298.xml><?xml version="1.0" encoding="utf-8"?>
<p:tagLst xmlns:p="http://schemas.openxmlformats.org/presentationml/2006/main">
  <p:tag name="KSO_WM_DIAGRAM_VIRTUALLY_FRAME" val="{&quot;height&quot;:283.4,&quot;left&quot;:42.29937007874014,&quot;top&quot;:157.55,&quot;width&quot;:912.1340097406343}"/>
</p:tagLst>
</file>

<file path=ppt/tags/tag299.xml><?xml version="1.0" encoding="utf-8"?>
<p:tagLst xmlns:p="http://schemas.openxmlformats.org/presentationml/2006/main">
  <p:tag name="KSO_WM_DIAGRAM_VIRTUALLY_FRAME" val="{&quot;height&quot;:283.4,&quot;left&quot;:42.29937007874014,&quot;top&quot;:157.55,&quot;width&quot;:912.1340097406343}"/>
</p:tagLst>
</file>

<file path=ppt/tags/tag300.xml><?xml version="1.0" encoding="utf-8"?>
<p:tagLst xmlns:p="http://schemas.openxmlformats.org/presentationml/2006/main">
  <p:tag name="KSO_WM_DIAGRAM_VIRTUALLY_FRAME" val="{&quot;height&quot;:283.4,&quot;left&quot;:42.29937007874014,&quot;top&quot;:157.55,&quot;width&quot;:912.1340097406343}"/>
</p:tagLst>
</file>

<file path=ppt/tags/tag301.xml><?xml version="1.0" encoding="utf-8"?>
<p:tagLst xmlns:p="http://schemas.openxmlformats.org/presentationml/2006/main">
  <p:tag name="KSO_WM_DIAGRAM_VIRTUALLY_FRAME" val="{&quot;height&quot;:283.4,&quot;left&quot;:42.29937007874014,&quot;top&quot;:157.55,&quot;width&quot;:912.1340097406343}"/>
</p:tagLst>
</file>

<file path=ppt/tags/tag302.xml><?xml version="1.0" encoding="utf-8"?>
<p:tagLst xmlns:p="http://schemas.openxmlformats.org/presentationml/2006/main">
  <p:tag name="KSO_WM_DIAGRAM_VIRTUALLY_FRAME" val="{&quot;height&quot;:283.4,&quot;left&quot;:42.29937007874014,&quot;top&quot;:157.55,&quot;width&quot;:912.1340097406343}"/>
</p:tagLst>
</file>

<file path=ppt/tags/tag303.xml><?xml version="1.0" encoding="utf-8"?>
<p:tagLst xmlns:p="http://schemas.openxmlformats.org/presentationml/2006/main">
  <p:tag name="KSO_WM_DIAGRAM_VIRTUALLY_FRAME" val="{&quot;height&quot;:283.4,&quot;left&quot;:42.29937007874014,&quot;top&quot;:157.55,&quot;width&quot;:912.1340097406343}"/>
</p:tagLst>
</file>

<file path=ppt/tags/tag304.xml><?xml version="1.0" encoding="utf-8"?>
<p:tagLst xmlns:p="http://schemas.openxmlformats.org/presentationml/2006/main">
  <p:tag name="KSO_WM_DIAGRAM_VIRTUALLY_FRAME" val="{&quot;height&quot;:283.4,&quot;left&quot;:42.29937007874014,&quot;top&quot;:157.55,&quot;width&quot;:912.1340097406343}"/>
</p:tagLst>
</file>

<file path=ppt/tags/tag305.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306.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307.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308.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309.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310.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311.xml><?xml version="1.0" encoding="utf-8"?>
<p:tagLst xmlns:p="http://schemas.openxmlformats.org/presentationml/2006/main">
  <p:tag name="KSO_WM_BEAUTIFY_FLAG" val=""/>
</p:tagLst>
</file>

<file path=ppt/tags/tag312.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313.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314.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315.xml><?xml version="1.0" encoding="utf-8"?>
<p:tagLst xmlns:p="http://schemas.openxmlformats.org/presentationml/2006/main">
  <p:tag name="KSO_WM_UNIT_NOCLEAR" val="0"/>
  <p:tag name="KSO_WM_UNIT_HIGHLIGHT" val="0"/>
  <p:tag name="KSO_WM_UNIT_COMPATIBLE" val="0"/>
  <p:tag name="KSO_WM_UNIT_DIAGRAM_ISNUMVISUAL" val="0"/>
  <p:tag name="KSO_WM_UNIT_DIAGRAM_ISREFERUNIT" val="0"/>
  <p:tag name="KSO_WM_UNIT_TYPE" val="m_h_i"/>
  <p:tag name="KSO_WM_UNIT_INDEX" val="1_1_1"/>
  <p:tag name="KSO_WM_UNIT_ID" val="diagram726_1*m_h_i*1_1_1"/>
  <p:tag name="KSO_WM_TEMPLATE_CATEGORY" val="diagram"/>
  <p:tag name="KSO_WM_TEMPLATE_INDEX" val="726"/>
  <p:tag name="KSO_WM_UNIT_LAYERLEVEL" val="1_1_1"/>
  <p:tag name="KSO_WM_TAG_VERSION" val="1.0"/>
  <p:tag name="KSO_WM_BEAUTIFY_FLAG" val=""/>
  <p:tag name="KSO_WM_DIAGRAM_GROUP_CODE" val="m1-1"/>
  <p:tag name="KSO_WM_UNIT_FILL_FORE_SCHEMECOLOR_INDEX" val="5"/>
  <p:tag name="KSO_WM_UNIT_FILL_TYPE" val="1"/>
  <p:tag name="KSO_WM_UNIT_TEXT_FILL_FORE_SCHEMECOLOR_INDEX" val="2"/>
  <p:tag name="KSO_WM_UNIT_TEXT_FILL_TYPE" val="1"/>
  <p:tag name="KSO_WM_UNIT_DIAGRAM_SCHEMECOLOR_ID" val="1"/>
  <p:tag name="KSO_WM_UNIT_USESOURCEFORMAT_APPLY" val="1"/>
</p:tagLst>
</file>

<file path=ppt/tags/tag316.xml><?xml version="1.0" encoding="utf-8"?>
<p:tagLst xmlns:p="http://schemas.openxmlformats.org/presentationml/2006/main">
  <p:tag name="KSO_WM_UNIT_NOCLEAR" val="0"/>
  <p:tag name="KSO_WM_UNIT_HIGHLIGHT" val="0"/>
  <p:tag name="KSO_WM_UNIT_COMPATIBLE" val="0"/>
  <p:tag name="KSO_WM_UNIT_DIAGRAM_ISNUMVISUAL" val="0"/>
  <p:tag name="KSO_WM_UNIT_DIAGRAM_ISREFERUNIT" val="0"/>
  <p:tag name="KSO_WM_UNIT_TYPE" val="m_h_i"/>
  <p:tag name="KSO_WM_UNIT_INDEX" val="1_1_1"/>
  <p:tag name="KSO_WM_UNIT_ID" val="diagram726_1*m_h_i*1_1_1"/>
  <p:tag name="KSO_WM_TEMPLATE_CATEGORY" val="diagram"/>
  <p:tag name="KSO_WM_TEMPLATE_INDEX" val="726"/>
  <p:tag name="KSO_WM_UNIT_LAYERLEVEL" val="1_1_1"/>
  <p:tag name="KSO_WM_TAG_VERSION" val="1.0"/>
  <p:tag name="KSO_WM_BEAUTIFY_FLAG" val=""/>
  <p:tag name="KSO_WM_DIAGRAM_GROUP_CODE" val="m1-1"/>
  <p:tag name="KSO_WM_UNIT_FILL_FORE_SCHEMECOLOR_INDEX" val="5"/>
  <p:tag name="KSO_WM_UNIT_FILL_TYPE" val="1"/>
  <p:tag name="KSO_WM_UNIT_TEXT_FILL_FORE_SCHEMECOLOR_INDEX" val="2"/>
  <p:tag name="KSO_WM_UNIT_TEXT_FILL_TYPE" val="1"/>
  <p:tag name="KSO_WM_UNIT_DIAGRAM_SCHEMECOLOR_ID" val="1"/>
  <p:tag name="KSO_WM_UNIT_USESOURCEFORMAT_APPLY" val="1"/>
</p:tagLst>
</file>

<file path=ppt/tags/tag317.xml><?xml version="1.0" encoding="utf-8"?>
<p:tagLst xmlns:p="http://schemas.openxmlformats.org/presentationml/2006/main">
  <p:tag name="KSO_WM_BEAUTIFY_FLAG" val=""/>
</p:tagLst>
</file>

<file path=ppt/tags/tag318.xml><?xml version="1.0" encoding="utf-8"?>
<p:tagLst xmlns:p="http://schemas.openxmlformats.org/presentationml/2006/main">
  <p:tag name="KSO_WM_BEAUTIFY_FLAG" val=""/>
</p:tagLst>
</file>

<file path=ppt/tags/tag319.xml><?xml version="1.0" encoding="utf-8"?>
<p:tagLst xmlns:p="http://schemas.openxmlformats.org/presentationml/2006/main">
  <p:tag name="KSO_WM_BEAUTIFY_FLAG" val=""/>
</p:tagLst>
</file>

<file path=ppt/tags/tag320.xml><?xml version="1.0" encoding="utf-8"?>
<p:tagLst xmlns:p="http://schemas.openxmlformats.org/presentationml/2006/main">
  <p:tag name="KSO_WM_BEAUTIFY_FLAG" val=""/>
</p:tagLst>
</file>

<file path=ppt/tags/tag321.xml><?xml version="1.0" encoding="utf-8"?>
<p:tagLst xmlns:p="http://schemas.openxmlformats.org/presentationml/2006/main">
  <p:tag name="KSO_WM_BEAUTIFY_FLAG" val=""/>
</p:tagLst>
</file>

<file path=ppt/tags/tag322.xml><?xml version="1.0" encoding="utf-8"?>
<p:tagLst xmlns:p="http://schemas.openxmlformats.org/presentationml/2006/main">
  <p:tag name="KSO_WM_BEAUTIFY_FLAG" val=""/>
</p:tagLst>
</file>

<file path=ppt/tags/tag323.xml><?xml version="1.0" encoding="utf-8"?>
<p:tagLst xmlns:p="http://schemas.openxmlformats.org/presentationml/2006/main">
  <p:tag name="KSO_WM_BEAUTIFY_FLAG" val=""/>
</p:tagLst>
</file>

<file path=ppt/tags/tag324.xml><?xml version="1.0" encoding="utf-8"?>
<p:tagLst xmlns:p="http://schemas.openxmlformats.org/presentationml/2006/main">
  <p:tag name="KSO_WM_BEAUTIFY_FLAG" val=""/>
</p:tagLst>
</file>

<file path=ppt/tags/tag325.xml><?xml version="1.0" encoding="utf-8"?>
<p:tagLst xmlns:p="http://schemas.openxmlformats.org/presentationml/2006/main">
  <p:tag name="KSO_WM_BEAUTIFY_FLAG" val=""/>
</p:tagLst>
</file>

<file path=ppt/tags/tag326.xml><?xml version="1.0" encoding="utf-8"?>
<p:tagLst xmlns:p="http://schemas.openxmlformats.org/presentationml/2006/main">
  <p:tag name="KSO_WM_BEAUTIFY_FLAG" val=""/>
</p:tagLst>
</file>

<file path=ppt/tags/tag327.xml><?xml version="1.0" encoding="utf-8"?>
<p:tagLst xmlns:p="http://schemas.openxmlformats.org/presentationml/2006/main">
  <p:tag name="KSO_WM_BEAUTIFY_FLAG" val=""/>
</p:tagLst>
</file>

<file path=ppt/tags/tag328.xml><?xml version="1.0" encoding="utf-8"?>
<p:tagLst xmlns:p="http://schemas.openxmlformats.org/presentationml/2006/main">
  <p:tag name="KSO_WM_BEAUTIFY_FLAG" val=""/>
</p:tagLst>
</file>

<file path=ppt/tags/tag329.xml><?xml version="1.0" encoding="utf-8"?>
<p:tagLst xmlns:p="http://schemas.openxmlformats.org/presentationml/2006/main">
  <p:tag name="KSO_WM_BEAUTIFY_FLAG" val=""/>
</p:tagLst>
</file>

<file path=ppt/tags/tag330.xml><?xml version="1.0" encoding="utf-8"?>
<p:tagLst xmlns:p="http://schemas.openxmlformats.org/presentationml/2006/main">
  <p:tag name="KSO_WM_BEAUTIFY_FLAG" val=""/>
</p:tagLst>
</file>

<file path=ppt/tags/tag331.xml><?xml version="1.0" encoding="utf-8"?>
<p:tagLst xmlns:p="http://schemas.openxmlformats.org/presentationml/2006/main">
  <p:tag name="KSO_WM_BEAUTIFY_FLAG" val=""/>
</p:tagLst>
</file>

<file path=ppt/tags/tag332.xml><?xml version="1.0" encoding="utf-8"?>
<p:tagLst xmlns:p="http://schemas.openxmlformats.org/presentationml/2006/main">
  <p:tag name="KSO_WM_DIAGRAM_VIRTUALLY_FRAME" val="{&quot;height&quot;:283.4,&quot;left&quot;:42.29937007874014,&quot;top&quot;:157.55,&quot;width&quot;:912.1340097406343}"/>
</p:tagLst>
</file>

<file path=ppt/tags/tag333.xml><?xml version="1.0" encoding="utf-8"?>
<p:tagLst xmlns:p="http://schemas.openxmlformats.org/presentationml/2006/main">
  <p:tag name="KSO_WM_DIAGRAM_VIRTUALLY_FRAME" val="{&quot;height&quot;:283.4,&quot;left&quot;:42.29937007874014,&quot;top&quot;:157.55,&quot;width&quot;:912.1340097406343}"/>
</p:tagLst>
</file>

<file path=ppt/tags/tag334.xml><?xml version="1.0" encoding="utf-8"?>
<p:tagLst xmlns:p="http://schemas.openxmlformats.org/presentationml/2006/main">
  <p:tag name="KSO_WM_DIAGRAM_VIRTUALLY_FRAME" val="{&quot;height&quot;:283.4,&quot;left&quot;:42.29937007874014,&quot;top&quot;:157.55,&quot;width&quot;:912.1340097406343}"/>
</p:tagLst>
</file>

<file path=ppt/tags/tag335.xml><?xml version="1.0" encoding="utf-8"?>
<p:tagLst xmlns:p="http://schemas.openxmlformats.org/presentationml/2006/main">
  <p:tag name="KSO_WM_DIAGRAM_VIRTUALLY_FRAME" val="{&quot;height&quot;:283.4,&quot;left&quot;:42.29937007874014,&quot;top&quot;:157.55,&quot;width&quot;:912.1340097406343}"/>
</p:tagLst>
</file>

<file path=ppt/tags/tag336.xml><?xml version="1.0" encoding="utf-8"?>
<p:tagLst xmlns:p="http://schemas.openxmlformats.org/presentationml/2006/main">
  <p:tag name="KSO_WM_DIAGRAM_VIRTUALLY_FRAME" val="{&quot;height&quot;:283.4,&quot;left&quot;:42.29937007874014,&quot;top&quot;:157.55,&quot;width&quot;:912.1340097406343}"/>
</p:tagLst>
</file>

<file path=ppt/tags/tag337.xml><?xml version="1.0" encoding="utf-8"?>
<p:tagLst xmlns:p="http://schemas.openxmlformats.org/presentationml/2006/main">
  <p:tag name="KSO_WM_DIAGRAM_VIRTUALLY_FRAME" val="{&quot;height&quot;:283.4,&quot;left&quot;:42.29937007874014,&quot;top&quot;:157.55,&quot;width&quot;:912.1340097406343}"/>
</p:tagLst>
</file>

<file path=ppt/tags/tag338.xml><?xml version="1.0" encoding="utf-8"?>
<p:tagLst xmlns:p="http://schemas.openxmlformats.org/presentationml/2006/main">
  <p:tag name="KSO_WM_DIAGRAM_VIRTUALLY_FRAME" val="{&quot;height&quot;:283.4,&quot;left&quot;:42.29937007874014,&quot;top&quot;:157.55,&quot;width&quot;:912.1340097406343}"/>
</p:tagLst>
</file>

<file path=ppt/tags/tag339.xml><?xml version="1.0" encoding="utf-8"?>
<p:tagLst xmlns:p="http://schemas.openxmlformats.org/presentationml/2006/main">
  <p:tag name="KSO_WM_DIAGRAM_VIRTUALLY_FRAME" val="{&quot;height&quot;:283.4,&quot;left&quot;:42.29937007874014,&quot;top&quot;:157.55,&quot;width&quot;:912.1340097406343}"/>
</p:tagLst>
</file>

<file path=ppt/tags/tag340.xml><?xml version="1.0" encoding="utf-8"?>
<p:tagLst xmlns:p="http://schemas.openxmlformats.org/presentationml/2006/main">
  <p:tag name="KSO_WM_DIAGRAM_VIRTUALLY_FRAME" val="{&quot;height&quot;:283.4,&quot;left&quot;:42.29937007874014,&quot;top&quot;:157.55,&quot;width&quot;:912.1340097406343}"/>
</p:tagLst>
</file>

<file path=ppt/tags/tag341.xml><?xml version="1.0" encoding="utf-8"?>
<p:tagLst xmlns:p="http://schemas.openxmlformats.org/presentationml/2006/main">
  <p:tag name="KSO_WM_DIAGRAM_VIRTUALLY_FRAME" val="{&quot;height&quot;:283.4,&quot;left&quot;:42.29937007874014,&quot;top&quot;:157.55,&quot;width&quot;:912.1340097406343}"/>
</p:tagLst>
</file>

<file path=ppt/tags/tag342.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343.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344.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345.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346.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347.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348.xml><?xml version="1.0" encoding="utf-8"?>
<p:tagLst xmlns:p="http://schemas.openxmlformats.org/presentationml/2006/main">
  <p:tag name="KSO_WM_BEAUTIFY_FLAG" val=""/>
</p:tagLst>
</file>

<file path=ppt/tags/tag349.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350.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351.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352.xml><?xml version="1.0" encoding="utf-8"?>
<p:tagLst xmlns:p="http://schemas.openxmlformats.org/presentationml/2006/main">
  <p:tag name="KSO_WM_UNIT_NOCLEAR" val="0"/>
  <p:tag name="KSO_WM_UNIT_HIGHLIGHT" val="0"/>
  <p:tag name="KSO_WM_UNIT_COMPATIBLE" val="0"/>
  <p:tag name="KSO_WM_UNIT_DIAGRAM_ISNUMVISUAL" val="0"/>
  <p:tag name="KSO_WM_UNIT_DIAGRAM_ISREFERUNIT" val="0"/>
  <p:tag name="KSO_WM_UNIT_TYPE" val="m_h_i"/>
  <p:tag name="KSO_WM_UNIT_INDEX" val="1_1_1"/>
  <p:tag name="KSO_WM_UNIT_ID" val="diagram726_1*m_h_i*1_1_1"/>
  <p:tag name="KSO_WM_TEMPLATE_CATEGORY" val="diagram"/>
  <p:tag name="KSO_WM_TEMPLATE_INDEX" val="726"/>
  <p:tag name="KSO_WM_UNIT_LAYERLEVEL" val="1_1_1"/>
  <p:tag name="KSO_WM_TAG_VERSION" val="1.0"/>
  <p:tag name="KSO_WM_BEAUTIFY_FLAG" val=""/>
  <p:tag name="KSO_WM_DIAGRAM_GROUP_CODE" val="m1-1"/>
  <p:tag name="KSO_WM_UNIT_FILL_FORE_SCHEMECOLOR_INDEX" val="5"/>
  <p:tag name="KSO_WM_UNIT_FILL_TYPE" val="1"/>
  <p:tag name="KSO_WM_UNIT_TEXT_FILL_FORE_SCHEMECOLOR_INDEX" val="2"/>
  <p:tag name="KSO_WM_UNIT_TEXT_FILL_TYPE" val="1"/>
  <p:tag name="KSO_WM_UNIT_DIAGRAM_SCHEMECOLOR_ID" val="1"/>
  <p:tag name="KSO_WM_UNIT_USESOURCEFORMAT_APPLY" val="1"/>
</p:tagLst>
</file>

<file path=ppt/tags/tag353.xml><?xml version="1.0" encoding="utf-8"?>
<p:tagLst xmlns:p="http://schemas.openxmlformats.org/presentationml/2006/main">
  <p:tag name="KSO_WM_UNIT_NOCLEAR" val="0"/>
  <p:tag name="KSO_WM_UNIT_HIGHLIGHT" val="0"/>
  <p:tag name="KSO_WM_UNIT_COMPATIBLE" val="0"/>
  <p:tag name="KSO_WM_UNIT_DIAGRAM_ISNUMVISUAL" val="0"/>
  <p:tag name="KSO_WM_UNIT_DIAGRAM_ISREFERUNIT" val="0"/>
  <p:tag name="KSO_WM_UNIT_TYPE" val="m_h_i"/>
  <p:tag name="KSO_WM_UNIT_INDEX" val="1_1_1"/>
  <p:tag name="KSO_WM_UNIT_ID" val="diagram726_1*m_h_i*1_1_1"/>
  <p:tag name="KSO_WM_TEMPLATE_CATEGORY" val="diagram"/>
  <p:tag name="KSO_WM_TEMPLATE_INDEX" val="726"/>
  <p:tag name="KSO_WM_UNIT_LAYERLEVEL" val="1_1_1"/>
  <p:tag name="KSO_WM_TAG_VERSION" val="1.0"/>
  <p:tag name="KSO_WM_BEAUTIFY_FLAG" val=""/>
  <p:tag name="KSO_WM_DIAGRAM_GROUP_CODE" val="m1-1"/>
  <p:tag name="KSO_WM_UNIT_FILL_FORE_SCHEMECOLOR_INDEX" val="5"/>
  <p:tag name="KSO_WM_UNIT_FILL_TYPE" val="1"/>
  <p:tag name="KSO_WM_UNIT_TEXT_FILL_FORE_SCHEMECOLOR_INDEX" val="2"/>
  <p:tag name="KSO_WM_UNIT_TEXT_FILL_TYPE" val="1"/>
  <p:tag name="KSO_WM_UNIT_DIAGRAM_SCHEMECOLOR_ID" val="1"/>
  <p:tag name="KSO_WM_UNIT_USESOURCEFORMAT_APPLY" val="1"/>
</p:tagLst>
</file>

<file path=ppt/tags/tag354.xml><?xml version="1.0" encoding="utf-8"?>
<p:tagLst xmlns:p="http://schemas.openxmlformats.org/presentationml/2006/main">
  <p:tag name="KSO_WM_BEAUTIFY_FLAG" val=""/>
</p:tagLst>
</file>

<file path=ppt/tags/tag355.xml><?xml version="1.0" encoding="utf-8"?>
<p:tagLst xmlns:p="http://schemas.openxmlformats.org/presentationml/2006/main">
  <p:tag name="KSO_WM_BEAUTIFY_FLAG" val=""/>
</p:tagLst>
</file>

<file path=ppt/tags/tag356.xml><?xml version="1.0" encoding="utf-8"?>
<p:tagLst xmlns:p="http://schemas.openxmlformats.org/presentationml/2006/main">
  <p:tag name="KSO_WM_BEAUTIFY_FLAG" val=""/>
</p:tagLst>
</file>

<file path=ppt/tags/tag357.xml><?xml version="1.0" encoding="utf-8"?>
<p:tagLst xmlns:p="http://schemas.openxmlformats.org/presentationml/2006/main">
  <p:tag name="KSO_WM_BEAUTIFY_FLAG" val=""/>
</p:tagLst>
</file>

<file path=ppt/tags/tag358.xml><?xml version="1.0" encoding="utf-8"?>
<p:tagLst xmlns:p="http://schemas.openxmlformats.org/presentationml/2006/main">
  <p:tag name="KSO_WM_BEAUTIFY_FLAG" val=""/>
</p:tagLst>
</file>

<file path=ppt/tags/tag359.xml><?xml version="1.0" encoding="utf-8"?>
<p:tagLst xmlns:p="http://schemas.openxmlformats.org/presentationml/2006/main">
  <p:tag name="KSO_WM_BEAUTIFY_FLAG" val=""/>
</p:tagLst>
</file>

<file path=ppt/tags/tag360.xml><?xml version="1.0" encoding="utf-8"?>
<p:tagLst xmlns:p="http://schemas.openxmlformats.org/presentationml/2006/main">
  <p:tag name="KSO_WM_BEAUTIFY_FLAG" val=""/>
</p:tagLst>
</file>

<file path=ppt/tags/tag361.xml><?xml version="1.0" encoding="utf-8"?>
<p:tagLst xmlns:p="http://schemas.openxmlformats.org/presentationml/2006/main">
  <p:tag name="KSO_WM_BEAUTIFY_FLAG" val=""/>
</p:tagLst>
</file>

<file path=ppt/tags/tag362.xml><?xml version="1.0" encoding="utf-8"?>
<p:tagLst xmlns:p="http://schemas.openxmlformats.org/presentationml/2006/main">
  <p:tag name="KSO_WM_BEAUTIFY_FLAG" val=""/>
</p:tagLst>
</file>

<file path=ppt/tags/tag363.xml><?xml version="1.0" encoding="utf-8"?>
<p:tagLst xmlns:p="http://schemas.openxmlformats.org/presentationml/2006/main">
  <p:tag name="KSO_WM_BEAUTIFY_FLAG" val=""/>
</p:tagLst>
</file>

<file path=ppt/tags/tag364.xml><?xml version="1.0" encoding="utf-8"?>
<p:tagLst xmlns:p="http://schemas.openxmlformats.org/presentationml/2006/main">
  <p:tag name="KSO_WM_BEAUTIFY_FLAG" val=""/>
</p:tagLst>
</file>

<file path=ppt/tags/tag365.xml><?xml version="1.0" encoding="utf-8"?>
<p:tagLst xmlns:p="http://schemas.openxmlformats.org/presentationml/2006/main">
  <p:tag name="KSO_WM_BEAUTIFY_FLAG" val=""/>
</p:tagLst>
</file>

<file path=ppt/tags/tag366.xml><?xml version="1.0" encoding="utf-8"?>
<p:tagLst xmlns:p="http://schemas.openxmlformats.org/presentationml/2006/main">
  <p:tag name="KSO_WM_BEAUTIFY_FLAG" val=""/>
</p:tagLst>
</file>

<file path=ppt/tags/tag367.xml><?xml version="1.0" encoding="utf-8"?>
<p:tagLst xmlns:p="http://schemas.openxmlformats.org/presentationml/2006/main">
  <p:tag name="KSO_WM_BEAUTIFY_FLAG" val=""/>
</p:tagLst>
</file>

<file path=ppt/tags/tag368.xml><?xml version="1.0" encoding="utf-8"?>
<p:tagLst xmlns:p="http://schemas.openxmlformats.org/presentationml/2006/main">
  <p:tag name="KSO_WM_BEAUTIFY_FLAG" val=""/>
</p:tagLst>
</file>

<file path=ppt/tags/tag369.xml><?xml version="1.0" encoding="utf-8"?>
<p:tagLst xmlns:p="http://schemas.openxmlformats.org/presentationml/2006/main">
  <p:tag name="KSO_WM_UNIT_NOCLEAR" val="0"/>
  <p:tag name="KSO_WM_UNIT_HIGHLIGHT" val="0"/>
  <p:tag name="KSO_WM_UNIT_COMPATIBLE" val="0"/>
  <p:tag name="KSO_WM_UNIT_DIAGRAM_ISNUMVISUAL" val="0"/>
  <p:tag name="KSO_WM_UNIT_DIAGRAM_ISREFERUNIT" val="0"/>
  <p:tag name="KSO_WM_UNIT_TYPE" val="m_h_i"/>
  <p:tag name="KSO_WM_UNIT_INDEX" val="1_1_1"/>
  <p:tag name="KSO_WM_UNIT_ID" val="diagram726_1*m_h_i*1_1_1"/>
  <p:tag name="KSO_WM_TEMPLATE_CATEGORY" val="diagram"/>
  <p:tag name="KSO_WM_TEMPLATE_INDEX" val="726"/>
  <p:tag name="KSO_WM_UNIT_LAYERLEVEL" val="1_1_1"/>
  <p:tag name="KSO_WM_TAG_VERSION" val="1.0"/>
  <p:tag name="KSO_WM_BEAUTIFY_FLAG" val=""/>
  <p:tag name="KSO_WM_DIAGRAM_GROUP_CODE" val="m1-1"/>
  <p:tag name="KSO_WM_UNIT_FILL_FORE_SCHEMECOLOR_INDEX" val="5"/>
  <p:tag name="KSO_WM_UNIT_FILL_TYPE" val="1"/>
  <p:tag name="KSO_WM_UNIT_TEXT_FILL_FORE_SCHEMECOLOR_INDEX" val="2"/>
  <p:tag name="KSO_WM_UNIT_TEXT_FILL_TYPE" val="1"/>
  <p:tag name="KSO_WM_UNIT_DIAGRAM_SCHEMECOLOR_ID" val="1"/>
  <p:tag name="KSO_WM_UNIT_USESOURCEFORMAT_APPLY" val="1"/>
</p:tagLst>
</file>

<file path=ppt/tags/tag370.xml><?xml version="1.0" encoding="utf-8"?>
<p:tagLst xmlns:p="http://schemas.openxmlformats.org/presentationml/2006/main">
  <p:tag name="KSO_WM_UNIT_NOCLEAR" val="0"/>
  <p:tag name="KSO_WM_UNIT_HIGHLIGHT" val="0"/>
  <p:tag name="KSO_WM_UNIT_COMPATIBLE" val="0"/>
  <p:tag name="KSO_WM_UNIT_DIAGRAM_ISNUMVISUAL" val="0"/>
  <p:tag name="KSO_WM_UNIT_DIAGRAM_ISREFERUNIT" val="0"/>
  <p:tag name="KSO_WM_UNIT_TYPE" val="m_h_i"/>
  <p:tag name="KSO_WM_UNIT_INDEX" val="1_1_1"/>
  <p:tag name="KSO_WM_UNIT_ID" val="diagram726_1*m_h_i*1_1_1"/>
  <p:tag name="KSO_WM_TEMPLATE_CATEGORY" val="diagram"/>
  <p:tag name="KSO_WM_TEMPLATE_INDEX" val="726"/>
  <p:tag name="KSO_WM_UNIT_LAYERLEVEL" val="1_1_1"/>
  <p:tag name="KSO_WM_TAG_VERSION" val="1.0"/>
  <p:tag name="KSO_WM_BEAUTIFY_FLAG" val=""/>
  <p:tag name="KSO_WM_DIAGRAM_GROUP_CODE" val="m1-1"/>
  <p:tag name="KSO_WM_UNIT_FILL_FORE_SCHEMECOLOR_INDEX" val="5"/>
  <p:tag name="KSO_WM_UNIT_FILL_TYPE" val="1"/>
  <p:tag name="KSO_WM_UNIT_TEXT_FILL_FORE_SCHEMECOLOR_INDEX" val="2"/>
  <p:tag name="KSO_WM_UNIT_TEXT_FILL_TYPE" val="1"/>
  <p:tag name="KSO_WM_UNIT_DIAGRAM_SCHEMECOLOR_ID" val="1"/>
  <p:tag name="KSO_WM_UNIT_USESOURCEFORMAT_APPLY" val="1"/>
</p:tagLst>
</file>

<file path=ppt/tags/tag371.xml><?xml version="1.0" encoding="utf-8"?>
<p:tagLst xmlns:p="http://schemas.openxmlformats.org/presentationml/2006/main">
  <p:tag name="KSO_WM_BEAUTIFY_FLAG" val=""/>
</p:tagLst>
</file>

<file path=ppt/tags/tag372.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373.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374.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375.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376.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377.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378.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379.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380.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381.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382.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383.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384.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385.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386.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387.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388.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389.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390.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391.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392.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393.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394.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395.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396.xml><?xml version="1.0" encoding="utf-8"?>
<p:tagLst xmlns:p="http://schemas.openxmlformats.org/presentationml/2006/main">
  <p:tag name="KSO_WM_DIAGRAM_VIRTUALLY_FRAME" val="{&quot;height&quot;:333.7,&quot;left&quot;:116.85,&quot;top&quot;:150.5,&quot;width&quot;:710.2425984251968}"/>
</p:tagLst>
</file>

<file path=ppt/tags/tag397.xml><?xml version="1.0" encoding="utf-8"?>
<p:tagLst xmlns:p="http://schemas.openxmlformats.org/presentationml/2006/main">
  <p:tag name="KSO_WM_DIAGRAM_VIRTUALLY_FRAME" val="{&quot;height&quot;:333.7,&quot;left&quot;:116.85,&quot;top&quot;:150.5,&quot;width&quot;:710.2425984251968}"/>
</p:tagLst>
</file>

<file path=ppt/tags/tag398.xml><?xml version="1.0" encoding="utf-8"?>
<p:tagLst xmlns:p="http://schemas.openxmlformats.org/presentationml/2006/main">
  <p:tag name="KSO_WM_DIAGRAM_VIRTUALLY_FRAME" val="{&quot;height&quot;:333.7,&quot;left&quot;:116.85,&quot;top&quot;:150.5,&quot;width&quot;:710.2425984251968}"/>
</p:tagLst>
</file>

<file path=ppt/tags/tag399.xml><?xml version="1.0" encoding="utf-8"?>
<p:tagLst xmlns:p="http://schemas.openxmlformats.org/presentationml/2006/main">
  <p:tag name="KSO_WM_DIAGRAM_VIRTUALLY_FRAME" val="{&quot;height&quot;:333.7,&quot;left&quot;:116.85,&quot;top&quot;:150.5,&quot;width&quot;:710.2425984251968}"/>
</p:tagLst>
</file>

<file path=ppt/tags/tag400.xml><?xml version="1.0" encoding="utf-8"?>
<p:tagLst xmlns:p="http://schemas.openxmlformats.org/presentationml/2006/main">
  <p:tag name="KSO_WM_DIAGRAM_VIRTUALLY_FRAME" val="{&quot;height&quot;:333.7,&quot;left&quot;:116.85,&quot;top&quot;:150.5,&quot;width&quot;:710.2425984251968}"/>
</p:tagLst>
</file>

<file path=ppt/tags/tag401.xml><?xml version="1.0" encoding="utf-8"?>
<p:tagLst xmlns:p="http://schemas.openxmlformats.org/presentationml/2006/main">
  <p:tag name="KSO_WM_DIAGRAM_VIRTUALLY_FRAME" val="{&quot;height&quot;:333.7,&quot;left&quot;:116.85,&quot;top&quot;:150.5,&quot;width&quot;:710.2425984251968}"/>
</p:tagLst>
</file>

<file path=ppt/tags/tag402.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403.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404.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405.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406.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407.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408.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409.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410.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411.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412.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413.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414.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415.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416.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417.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418.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419.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420.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421.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422.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423.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424.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425.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426.xml><?xml version="1.0" encoding="utf-8"?>
<p:tagLst xmlns:p="http://schemas.openxmlformats.org/presentationml/2006/main">
  <p:tag name="KSO_WM_UNIT_ISCONTENTSTITLE" val="0"/>
  <p:tag name="KSO_WM_UNIT_ISNUMDGMTITLE" val="0"/>
  <p:tag name="KSO_WM_UNIT_NOCLEAR" val="0"/>
  <p:tag name="KSO_WM_UNIT_VALUE" val="9"/>
  <p:tag name="KSO_WM_UNIT_HIGHLIGHT" val="0"/>
  <p:tag name="KSO_WM_UNIT_COMPATIBLE" val="0"/>
  <p:tag name="KSO_WM_UNIT_DIAGRAM_ISNUMVISUAL" val="0"/>
  <p:tag name="KSO_WM_UNIT_DIAGRAM_ISREFERUNIT" val="0"/>
  <p:tag name="KSO_WM_UNIT_TYPE" val="a"/>
  <p:tag name="KSO_WM_UNIT_INDEX" val="1"/>
  <p:tag name="KSO_WM_UNIT_ID" val="diagram20212505_1*a*1"/>
  <p:tag name="KSO_WM_TEMPLATE_CATEGORY" val="diagram"/>
  <p:tag name="KSO_WM_TEMPLATE_INDEX" val="20212505"/>
  <p:tag name="KSO_WM_UNIT_LAYERLEVEL" val="1"/>
  <p:tag name="KSO_WM_TAG_VERSION" val="1.0"/>
  <p:tag name="KSO_WM_BEAUTIFY_FLAG" val="#wm#"/>
  <p:tag name="KSO_WM_UNIT_PRESET_TEXT" val="添加标题"/>
  <p:tag name="KSO_WM_UNIT_DEFAULT_FONT" val="24;44;4"/>
  <p:tag name="KSO_WM_UNIT_BLOCK" val="0"/>
  <p:tag name="KSO_WM_UNIT_SHOW_EDIT_AREA_INDICATION" val="1"/>
  <p:tag name="KSO_WM_CHIP_GROUPID" val="5e7881253197e252a37019b5"/>
  <p:tag name="KSO_WM_CHIP_XID" val="5e7881253197e252a37019b6"/>
  <p:tag name="KSO_WM_UNIT_DEC_AREA_ID" val="dfb909eadf484dc3876a0256f2cb5a48"/>
  <p:tag name="KSO_WM_UNIT_DECORATE_INFO" val=""/>
  <p:tag name="KSO_WM_UNIT_SM_LIMIT_TYPE" val=""/>
  <p:tag name="KSO_WM_CHIP_FILLAREA_FILL_RULE" val="{&quot;fill_align&quot;:&quot;lb&quot;,&quot;fill_mode&quot;:&quot;full&quot;,&quot;sacle_strategy&quot;:&quot;smart&quot;}"/>
  <p:tag name="KSO_WM_ASSEMBLE_CHIP_INDEX" val="ec7b93d0206d4dd484ef81e61a7129e0"/>
  <p:tag name="KSO_WM_UNIT_TEXT_FILL_FORE_SCHEMECOLOR_INDEX_BRIGHTNESS" val="0"/>
  <p:tag name="KSO_WM_UNIT_TEXT_FILL_FORE_SCHEMECOLOR_INDEX" val="13"/>
  <p:tag name="KSO_WM_UNIT_TEXT_FILL_TYPE" val="1"/>
  <p:tag name="KSO_WM_TEMPLATE_ASSEMBLE_XID" val="5f9fcf8958547e52881a49e8"/>
  <p:tag name="KSO_WM_TEMPLATE_ASSEMBLE_GROUPID" val="5f9fcf8958547e52881a49e8"/>
</p:tagLst>
</file>

<file path=ppt/tags/tag427.xml><?xml version="1.0" encoding="utf-8"?>
<p:tagLst xmlns:p="http://schemas.openxmlformats.org/presentationml/2006/main">
  <p:tag name="KSO_WM_SLIDE_ID" val="diagram20212505_1"/>
  <p:tag name="KSO_WM_TEMPLATE_SUBCATEGORY" val="21"/>
  <p:tag name="KSO_WM_TEMPLATE_MASTER_TYPE" val="0"/>
  <p:tag name="KSO_WM_TEMPLATE_COLOR_TYPE" val="1"/>
  <p:tag name="KSO_WM_SLIDE_ITEM_CNT" val="0"/>
  <p:tag name="KSO_WM_SLIDE_INDEX" val="1"/>
  <p:tag name="KSO_WM_TAG_VERSION" val="1.0"/>
  <p:tag name="KSO_WM_BEAUTIFY_FLAG" val="#wm#"/>
  <p:tag name="KSO_WM_TEMPLATE_CATEGORY" val="diagram"/>
  <p:tag name="KSO_WM_TEMPLATE_INDEX" val="20212505"/>
  <p:tag name="KSO_WM_SLIDE_TYPE" val="text"/>
  <p:tag name="KSO_WM_SLIDE_SUBTYPE" val="picTxt"/>
  <p:tag name="KSO_WM_SLIDE_SIZE" val="959*539"/>
  <p:tag name="KSO_WM_SLIDE_POSITION" val="0*0"/>
  <p:tag name="KSO_WM_DIAGRAM_GROUP_CODE" val="m1-1"/>
  <p:tag name="KSO_WM_SLIDE_DIAGTYPE" val="m"/>
  <p:tag name="KSO_WM_SLIDE_LAYOUT" val="a_d_f"/>
  <p:tag name="KSO_WM_SLIDE_LAYOUT_CNT" val="1_1_1"/>
  <p:tag name="KSO_WM_SLIDE_COLORSCHEME_VERSION" val="3.2"/>
  <p:tag name="KSO_WM_SLIDE_LAYOUT_INFO" val="{&quot;backgroundInfo&quot;:[{&quot;bottom&quot;:0,&quot;bottomAbs&quot;:false,&quot;left&quot;:0,&quot;leftAbs&quot;:false,&quot;right&quot;:0,&quot;rightAbs&quot;:false,&quot;top&quot;:0,&quot;topAbs&quot;:false,&quot;type&quot;:&quot;general&quot;}],&quot;direction&quot;:1,&quot;id&quot;:&quot;2020-11-02T17:21:13&quot;,&quot;maxSize&quot;:{&quot;size1&quot;:49.99961833602962},&quot;minSize&quot;:{&quot;size1&quot;:37.49961833602962},&quot;normalSize&quot;:{&quot;size1&quot;:48.599618336029621},&quot;subLayout&quot;:[{&quot;id&quot;:&quot;2020-11-02T17:21:13&quot;,&quot;maxSize&quot;:{&quot;size1&quot;:51.100000000000001},&quot;minSize&quot;:{&quot;size1&quot;:31.100000000000001},&quot;normalSize&quot;:{&quot;size1&quot;:40.100000000000001},&quot;subLayout&quot;:[{&quot;id&quot;:&quot;2020-11-02T17:21:13&quot;,&quot;margin&quot;:{&quot;bottom&quot;:0.026000002399086952,&quot;left&quot;:2.5399999618530273,&quot;right&quot;:0.026000002399086952,&quot;top&quot;:3.809999942779541},&quot;type&quot;:0},{&quot;id&quot;:&quot;2020-11-02T17:21:13&quot;,&quot;margin&quot;:{&quot;bottom&quot;:4.2329998016357422,&quot;left&quot;:2.5399999618530273,&quot;right&quot;:0.026000002399086952,&quot;top&quot;:0.81999999284744263},&quot;type&quot;:0}],&quot;type&quot;:0},{&quot;id&quot;:&quot;2020-11-02T17:21:13&quot;,&quot;margin&quot;:{&quot;bottom&quot;:1.6929999589920044,&quot;left&quot;:2.1170001029968262,&quot;right&quot;:2.5399999618530273,&quot;top&quot;:1.6929999589920044},&quot;type&quot;:0}],&quot;type&quot;:0}"/>
  <p:tag name="KSO_WM_SLIDE_BACKGROUND" val="[&quot;general&quot;]"/>
  <p:tag name="KSO_WM_SLIDE_RATIO" val="1.777778"/>
  <p:tag name="KSO_WM_CHIP_INFOS" val="{&quot;layout_type&quot;:&quot;leftright&quot;,&quot;layout_feature&quot;:1,&quot;tags&quot;:{&quot;style&quot;:[&quot;商务&quot;,&quot;简约&quot;,&quot;文艺清新&quot;,&quot;中国风&quot;,&quot;卡通&quot;,&quot;欧美风&quot;,&quot;黑板风&quot;,&quot;渐变风&quot;,&quot;党政风&quot;]},&quot;slide_type&quot;:[&quot;text&quot;],&quot;aspect_ratio&quot;:&quot;16:9&quot;,&quot;diagram&quot;:{&quot;type&quot;:[],&quot;direction&quot;:0,&quot;isSupportDecBetweenItems&quot;:false}}"/>
  <p:tag name="KSO_WM_CHIP_FILLPROP" val="[[{&quot;fill_id&quot;:&quot;d72ddcd8164b47abbb844c26f9b1c22e&quot;,&quot;fill_align&quot;:&quot;lb&quot;,&quot;text_align&quot;:&quot;lb&quot;,&quot;text_direction&quot;:&quot;horizontal&quot;,&quot;chip_types&quot;:[&quot;header&quot;]},{&quot;fill_id&quot;:&quot;ac4bd4ae6b3343f1999d7f7c8f946581&quot;,&quot;fill_align&quot;:&quot;lt&quot;,&quot;text_align&quot;:&quot;lt&quot;,&quot;text_direction&quot;:&quot;horizontal&quot;,&quot;chip_types&quot;:[&quot;text&quot;,&quot;chart&quot;,&quot;table&quot;]},{&quot;fill_id&quot;:&quot;0d50cc8ab1cb48459d90f269727d3fbc&quot;,&quot;fill_align&quot;:&quot;lm&quot;,&quot;text_align&quot;:&quot;lm&quot;,&quot;text_direction&quot;:&quot;horizontal&quot;,&quot;chip_types&quot;:[&quot;pictext&quot;,&quot;picture&quot;,&quot;chart&quot;,&quot;table&quot;,&quot;video&quot;],&quot;support_features&quot;:[&quot;collage&quot;,&quot;carousel&quot;,&quot;creativecrop&quot;]}]]"/>
  <p:tag name="KSO_WM_CHIP_XID" val="5ef3191ec6295c63c1a2e033"/>
  <p:tag name="KSO_WM_CHIP_GROUPID" val="5ef3191ec6295c63c1a2e032"/>
  <p:tag name="KSO_WM_SLIDE_BK_DARK_LIGHT" val="2"/>
  <p:tag name="KSO_WM_SLIDE_BACKGROUND_TYPE" val="general"/>
  <p:tag name="KSO_WM_SLIDE_SUPPORT_FEATURE_TYPE" val="7"/>
  <p:tag name="KSO_WM_TEMPLATE_ASSEMBLE_XID" val="5f9fcf8958547e52881a49e8"/>
  <p:tag name="KSO_WM_TEMPLATE_ASSEMBLE_GROUPID" val="5f9fcf8958547e52881a49e8"/>
</p:tagLst>
</file>

<file path=ppt/tags/tag428.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429.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430.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431.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432.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433.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434.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435.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436.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437.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438.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439.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440.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441.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442.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443.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444.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445.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446.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447.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448.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449.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450.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451.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452.xml><?xml version="1.0" encoding="utf-8"?>
<p:tagLst xmlns:p="http://schemas.openxmlformats.org/presentationml/2006/main">
  <p:tag name="KSO_WM_UNIT_ISCONTENTSTITLE" val="0"/>
  <p:tag name="KSO_WM_UNIT_ISNUMDGMTITLE" val="0"/>
  <p:tag name="KSO_WM_UNIT_NOCLEAR" val="0"/>
  <p:tag name="KSO_WM_UNIT_VALUE" val="9"/>
  <p:tag name="KSO_WM_UNIT_HIGHLIGHT" val="0"/>
  <p:tag name="KSO_WM_UNIT_COMPATIBLE" val="0"/>
  <p:tag name="KSO_WM_UNIT_DIAGRAM_ISNUMVISUAL" val="0"/>
  <p:tag name="KSO_WM_UNIT_DIAGRAM_ISREFERUNIT" val="0"/>
  <p:tag name="KSO_WM_UNIT_TYPE" val="a"/>
  <p:tag name="KSO_WM_UNIT_INDEX" val="1"/>
  <p:tag name="KSO_WM_UNIT_ID" val="diagram20212505_1*a*1"/>
  <p:tag name="KSO_WM_TEMPLATE_CATEGORY" val="diagram"/>
  <p:tag name="KSO_WM_TEMPLATE_INDEX" val="20212505"/>
  <p:tag name="KSO_WM_UNIT_LAYERLEVEL" val="1"/>
  <p:tag name="KSO_WM_TAG_VERSION" val="1.0"/>
  <p:tag name="KSO_WM_BEAUTIFY_FLAG" val="#wm#"/>
  <p:tag name="KSO_WM_UNIT_PRESET_TEXT" val="添加标题"/>
  <p:tag name="KSO_WM_UNIT_DEFAULT_FONT" val="24;44;4"/>
  <p:tag name="KSO_WM_UNIT_BLOCK" val="0"/>
  <p:tag name="KSO_WM_UNIT_SHOW_EDIT_AREA_INDICATION" val="1"/>
  <p:tag name="KSO_WM_CHIP_GROUPID" val="5e7881253197e252a37019b5"/>
  <p:tag name="KSO_WM_CHIP_XID" val="5e7881253197e252a37019b6"/>
  <p:tag name="KSO_WM_UNIT_DEC_AREA_ID" val="dfb909eadf484dc3876a0256f2cb5a48"/>
  <p:tag name="KSO_WM_UNIT_DECORATE_INFO" val=""/>
  <p:tag name="KSO_WM_UNIT_SM_LIMIT_TYPE" val=""/>
  <p:tag name="KSO_WM_CHIP_FILLAREA_FILL_RULE" val="{&quot;fill_align&quot;:&quot;lb&quot;,&quot;fill_mode&quot;:&quot;full&quot;,&quot;sacle_strategy&quot;:&quot;smart&quot;}"/>
  <p:tag name="KSO_WM_ASSEMBLE_CHIP_INDEX" val="ec7b93d0206d4dd484ef81e61a7129e0"/>
  <p:tag name="KSO_WM_UNIT_TEXT_FILL_FORE_SCHEMECOLOR_INDEX_BRIGHTNESS" val="0"/>
  <p:tag name="KSO_WM_UNIT_TEXT_FILL_FORE_SCHEMECOLOR_INDEX" val="13"/>
  <p:tag name="KSO_WM_UNIT_TEXT_FILL_TYPE" val="1"/>
  <p:tag name="KSO_WM_TEMPLATE_ASSEMBLE_XID" val="5f9fcf8958547e52881a49e8"/>
  <p:tag name="KSO_WM_TEMPLATE_ASSEMBLE_GROUPID" val="5f9fcf8958547e52881a49e8"/>
</p:tagLst>
</file>

<file path=ppt/tags/tag45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ID" val="diagram20169686_2*n_h_h_i*1_2_1_1"/>
  <p:tag name="KSO_WM_TEMPLATE_CATEGORY" val="diagram"/>
  <p:tag name="KSO_WM_TEMPLATE_INDEX" val="20169686"/>
  <p:tag name="KSO_WM_UNIT_LAYERLEVEL" val="1_1_1_1"/>
  <p:tag name="KSO_WM_TAG_VERSION" val="1.0"/>
  <p:tag name="KSO_WM_UNIT_FILL_FORE_SCHEMECOLOR_INDEX" val="5"/>
  <p:tag name="KSO_WM_UNIT_FILL_TYPE" val="1"/>
  <p:tag name="KSO_WM_UNIT_TEXT_FILL_FORE_SCHEMECOLOR_INDEX" val="2"/>
  <p:tag name="KSO_WM_UNIT_TEXT_FILL_TYPE" val="1"/>
</p:tagLst>
</file>

<file path=ppt/tags/tag454.xml><?xml version="1.0" encoding="utf-8"?>
<p:tagLst xmlns:p="http://schemas.openxmlformats.org/presentationml/2006/main">
  <p:tag name="KSO_WM_UNIT_PRESET_TEXT" val="单击此处添加文本具体内容，简明扼要地阐述你的观点"/>
  <p:tag name="KSO_WM_UNIT_NOCLEAR" val="0"/>
  <p:tag name="KSO_WM_UNIT_VALUE" val="32"/>
  <p:tag name="KSO_WM_UNIT_HIGHLIGHT" val="0"/>
  <p:tag name="KSO_WM_UNIT_COMPATIBLE" val="0"/>
  <p:tag name="KSO_WM_UNIT_DIAGRAM_ISNUMVISUAL" val="0"/>
  <p:tag name="KSO_WM_UNIT_DIAGRAM_ISREFERUNIT" val="0"/>
  <p:tag name="KSO_WM_DIAGRAM_GROUP_CODE" val="n1-1"/>
  <p:tag name="KSO_WM_UNIT_ID" val="diagram20169686_2*n_h_h_f*1_2_1_1"/>
  <p:tag name="KSO_WM_TEMPLATE_CATEGORY" val="diagram"/>
  <p:tag name="KSO_WM_TEMPLATE_INDEX" val="20169686"/>
  <p:tag name="KSO_WM_UNIT_LAYERLEVEL" val="1_1_1_1"/>
  <p:tag name="KSO_WM_TAG_VERSION" val="1.0"/>
  <p:tag name="KSO_WM_UNIT_TEXT_FILL_FORE_SCHEMECOLOR_INDEX" val="13"/>
  <p:tag name="KSO_WM_UNIT_TEXT_FILL_TYPE" val="1"/>
</p:tagLst>
</file>

<file path=ppt/tags/tag45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ID" val="diagram20169686_2*n_h_i*1_1_1"/>
  <p:tag name="KSO_WM_TEMPLATE_CATEGORY" val="diagram"/>
  <p:tag name="KSO_WM_TEMPLATE_INDEX" val="20169686"/>
  <p:tag name="KSO_WM_UNIT_LAYERLEVEL" val="1_1_1"/>
  <p:tag name="KSO_WM_TAG_VERSION" val="1.0"/>
  <p:tag name="KSO_WM_UNIT_TEXT_FILL_FORE_SCHEMECOLOR_INDEX" val="2"/>
  <p:tag name="KSO_WM_UNIT_TEXT_FILL_TYPE" val="1"/>
</p:tagLst>
</file>

<file path=ppt/tags/tag45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ID" val="diagram20169686_2*n_h_i*1_1_2"/>
  <p:tag name="KSO_WM_TEMPLATE_CATEGORY" val="diagram"/>
  <p:tag name="KSO_WM_TEMPLATE_INDEX" val="20169686"/>
  <p:tag name="KSO_WM_UNIT_LAYERLEVEL" val="1_1_1"/>
  <p:tag name="KSO_WM_TAG_VERSION" val="1.0"/>
  <p:tag name="KSO_WM_UNIT_FILL_FORE_SCHEMECOLOR_INDEX" val="14"/>
  <p:tag name="KSO_WM_UNIT_FILL_TYPE" val="1"/>
  <p:tag name="KSO_WM_UNIT_TEXT_FILL_FORE_SCHEMECOLOR_INDEX" val="2"/>
  <p:tag name="KSO_WM_UNIT_TEXT_FILL_TYPE" val="1"/>
</p:tagLst>
</file>

<file path=ppt/tags/tag45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ID" val="diagram20169686_2*n_h_h_i*1_2_2_1"/>
  <p:tag name="KSO_WM_TEMPLATE_CATEGORY" val="diagram"/>
  <p:tag name="KSO_WM_TEMPLATE_INDEX" val="20169686"/>
  <p:tag name="KSO_WM_UNIT_LAYERLEVEL" val="1_1_1_1"/>
  <p:tag name="KSO_WM_TAG_VERSION" val="1.0"/>
  <p:tag name="KSO_WM_UNIT_FILL_FORE_SCHEMECOLOR_INDEX" val="6"/>
  <p:tag name="KSO_WM_UNIT_FILL_TYPE" val="1"/>
  <p:tag name="KSO_WM_UNIT_TEXT_FILL_FORE_SCHEMECOLOR_INDEX" val="14"/>
  <p:tag name="KSO_WM_UNIT_TEXT_FILL_TYPE" val="1"/>
</p:tagLst>
</file>

<file path=ppt/tags/tag45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ID" val="diagram20169686_2*n_h_h_i*1_2_3_1"/>
  <p:tag name="KSO_WM_TEMPLATE_CATEGORY" val="diagram"/>
  <p:tag name="KSO_WM_TEMPLATE_INDEX" val="20169686"/>
  <p:tag name="KSO_WM_UNIT_LAYERLEVEL" val="1_1_1_1"/>
  <p:tag name="KSO_WM_TAG_VERSION" val="1.0"/>
  <p:tag name="KSO_WM_UNIT_FILL_FORE_SCHEMECOLOR_INDEX" val="7"/>
  <p:tag name="KSO_WM_UNIT_FILL_TYPE" val="1"/>
  <p:tag name="KSO_WM_UNIT_TEXT_FILL_FORE_SCHEMECOLOR_INDEX" val="2"/>
  <p:tag name="KSO_WM_UNIT_TEXT_FILL_TYPE" val="1"/>
</p:tagLst>
</file>

<file path=ppt/tags/tag45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ID" val="diagram20169686_2*n_h_i*1_1_3"/>
  <p:tag name="KSO_WM_TEMPLATE_CATEGORY" val="diagram"/>
  <p:tag name="KSO_WM_TEMPLATE_INDEX" val="20169686"/>
  <p:tag name="KSO_WM_UNIT_LAYERLEVEL" val="1_1_1"/>
  <p:tag name="KSO_WM_TAG_VERSION" val="1.0"/>
  <p:tag name="KSO_WM_UNIT_TEXT_FILL_FORE_SCHEMECOLOR_INDEX" val="13"/>
  <p:tag name="KSO_WM_UNIT_TEXT_FILL_TYPE" val="1"/>
</p:tagLst>
</file>

<file path=ppt/tags/tag460.xml><?xml version="1.0" encoding="utf-8"?>
<p:tagLst xmlns:p="http://schemas.openxmlformats.org/presentationml/2006/main">
  <p:tag name="KSO_WM_SLIDE_ID" val="diagram20212505_1"/>
  <p:tag name="KSO_WM_TEMPLATE_SUBCATEGORY" val="21"/>
  <p:tag name="KSO_WM_TEMPLATE_MASTER_TYPE" val="0"/>
  <p:tag name="KSO_WM_TEMPLATE_COLOR_TYPE" val="1"/>
  <p:tag name="KSO_WM_SLIDE_ITEM_CNT" val="0"/>
  <p:tag name="KSO_WM_SLIDE_INDEX" val="1"/>
  <p:tag name="KSO_WM_TAG_VERSION" val="1.0"/>
  <p:tag name="KSO_WM_BEAUTIFY_FLAG" val="#wm#"/>
  <p:tag name="KSO_WM_TEMPLATE_CATEGORY" val="diagram"/>
  <p:tag name="KSO_WM_TEMPLATE_INDEX" val="20212505"/>
  <p:tag name="KSO_WM_SLIDE_TYPE" val="text"/>
  <p:tag name="KSO_WM_SLIDE_SUBTYPE" val="picTxt"/>
  <p:tag name="KSO_WM_SLIDE_SIZE" val="959*539"/>
  <p:tag name="KSO_WM_SLIDE_POSITION" val="0*0"/>
  <p:tag name="KSO_WM_DIAGRAM_GROUP_CODE" val="m1-1"/>
  <p:tag name="KSO_WM_SLIDE_DIAGTYPE" val="m"/>
  <p:tag name="KSO_WM_SLIDE_LAYOUT" val="a_d_f"/>
  <p:tag name="KSO_WM_SLIDE_LAYOUT_CNT" val="1_1_1"/>
  <p:tag name="KSO_WM_SLIDE_COLORSCHEME_VERSION" val="3.2"/>
  <p:tag name="KSO_WM_SLIDE_LAYOUT_INFO" val="{&quot;backgroundInfo&quot;:[{&quot;bottom&quot;:0,&quot;bottomAbs&quot;:false,&quot;left&quot;:0,&quot;leftAbs&quot;:false,&quot;right&quot;:0,&quot;rightAbs&quot;:false,&quot;top&quot;:0,&quot;topAbs&quot;:false,&quot;type&quot;:&quot;general&quot;}],&quot;direction&quot;:1,&quot;id&quot;:&quot;2020-11-02T17:21:13&quot;,&quot;maxSize&quot;:{&quot;size1&quot;:49.99961833602962},&quot;minSize&quot;:{&quot;size1&quot;:37.49961833602962},&quot;normalSize&quot;:{&quot;size1&quot;:48.599618336029621},&quot;subLayout&quot;:[{&quot;id&quot;:&quot;2020-11-02T17:21:13&quot;,&quot;maxSize&quot;:{&quot;size1&quot;:51.100000000000001},&quot;minSize&quot;:{&quot;size1&quot;:31.100000000000001},&quot;normalSize&quot;:{&quot;size1&quot;:40.100000000000001},&quot;subLayout&quot;:[{&quot;id&quot;:&quot;2020-11-02T17:21:13&quot;,&quot;margin&quot;:{&quot;bottom&quot;:0.026000002399086952,&quot;left&quot;:2.5399999618530273,&quot;right&quot;:0.026000002399086952,&quot;top&quot;:3.809999942779541},&quot;type&quot;:0},{&quot;id&quot;:&quot;2020-11-02T17:21:13&quot;,&quot;margin&quot;:{&quot;bottom&quot;:4.2329998016357422,&quot;left&quot;:2.5399999618530273,&quot;right&quot;:0.026000002399086952,&quot;top&quot;:0.81999999284744263},&quot;type&quot;:0}],&quot;type&quot;:0},{&quot;id&quot;:&quot;2020-11-02T17:21:13&quot;,&quot;margin&quot;:{&quot;bottom&quot;:1.6929999589920044,&quot;left&quot;:2.1170001029968262,&quot;right&quot;:2.5399999618530273,&quot;top&quot;:1.6929999589920044},&quot;type&quot;:0}],&quot;type&quot;:0}"/>
  <p:tag name="KSO_WM_SLIDE_BACKGROUND" val="[&quot;general&quot;]"/>
  <p:tag name="KSO_WM_SLIDE_RATIO" val="1.777778"/>
  <p:tag name="KSO_WM_CHIP_INFOS" val="{&quot;layout_type&quot;:&quot;leftright&quot;,&quot;layout_feature&quot;:1,&quot;tags&quot;:{&quot;style&quot;:[&quot;商务&quot;,&quot;简约&quot;,&quot;文艺清新&quot;,&quot;中国风&quot;,&quot;卡通&quot;,&quot;欧美风&quot;,&quot;黑板风&quot;,&quot;渐变风&quot;,&quot;党政风&quot;]},&quot;slide_type&quot;:[&quot;text&quot;],&quot;aspect_ratio&quot;:&quot;16:9&quot;,&quot;diagram&quot;:{&quot;type&quot;:[],&quot;direction&quot;:0,&quot;isSupportDecBetweenItems&quot;:false}}"/>
  <p:tag name="KSO_WM_CHIP_FILLPROP" val="[[{&quot;fill_id&quot;:&quot;d72ddcd8164b47abbb844c26f9b1c22e&quot;,&quot;fill_align&quot;:&quot;lb&quot;,&quot;text_align&quot;:&quot;lb&quot;,&quot;text_direction&quot;:&quot;horizontal&quot;,&quot;chip_types&quot;:[&quot;header&quot;]},{&quot;fill_id&quot;:&quot;ac4bd4ae6b3343f1999d7f7c8f946581&quot;,&quot;fill_align&quot;:&quot;lt&quot;,&quot;text_align&quot;:&quot;lt&quot;,&quot;text_direction&quot;:&quot;horizontal&quot;,&quot;chip_types&quot;:[&quot;text&quot;,&quot;chart&quot;,&quot;table&quot;]},{&quot;fill_id&quot;:&quot;0d50cc8ab1cb48459d90f269727d3fbc&quot;,&quot;fill_align&quot;:&quot;lm&quot;,&quot;text_align&quot;:&quot;lm&quot;,&quot;text_direction&quot;:&quot;horizontal&quot;,&quot;chip_types&quot;:[&quot;pictext&quot;,&quot;picture&quot;,&quot;chart&quot;,&quot;table&quot;,&quot;video&quot;],&quot;support_features&quot;:[&quot;collage&quot;,&quot;carousel&quot;,&quot;creativecrop&quot;]}]]"/>
  <p:tag name="KSO_WM_CHIP_XID" val="5ef3191ec6295c63c1a2e033"/>
  <p:tag name="KSO_WM_CHIP_GROUPID" val="5ef3191ec6295c63c1a2e032"/>
  <p:tag name="KSO_WM_SLIDE_BK_DARK_LIGHT" val="2"/>
  <p:tag name="KSO_WM_SLIDE_BACKGROUND_TYPE" val="general"/>
  <p:tag name="KSO_WM_SLIDE_SUPPORT_FEATURE_TYPE" val="7"/>
  <p:tag name="KSO_WM_TEMPLATE_ASSEMBLE_XID" val="5f9fcf8958547e52881a49e8"/>
  <p:tag name="KSO_WM_TEMPLATE_ASSEMBLE_GROUPID" val="5f9fcf8958547e52881a49e8"/>
</p:tagLst>
</file>

<file path=ppt/tags/tag461.xml><?xml version="1.0" encoding="utf-8"?>
<p:tagLst xmlns:p="http://schemas.openxmlformats.org/presentationml/2006/main">
  <p:tag name="KSO_WM_FULL_TEXT_BEAUTIFY_COPY_ID" val="35"/>
</p:tagLst>
</file>

<file path=ppt/tags/tag462.xml><?xml version="1.0" encoding="utf-8"?>
<p:tagLst xmlns:p="http://schemas.openxmlformats.org/presentationml/2006/main">
  <p:tag name="KSO_WM_FULL_TEXT_BEAUTIFY_COPY_ID" val="150995359"/>
</p:tagLst>
</file>

<file path=ppt/tags/tag463.xml><?xml version="1.0" encoding="utf-8"?>
<p:tagLst xmlns:p="http://schemas.openxmlformats.org/presentationml/2006/main">
  <p:tag name="COMMONDATA" val="eyJoZGlkIjoiYzZkNzQ4ZWFiZmQ4NTRhOWRkZTk3YTMwMjlmMmZhYmUifQ=="/>
  <p:tag name="KSO_WPP_MARK_KEY" val="3c15e236-6e17-4788-8b7a-5fd2c15b6c5c"/>
</p:tagLst>
</file>

<file path=ppt/theme/theme1.xml><?xml version="1.0" encoding="utf-8"?>
<a:theme xmlns:a="http://schemas.openxmlformats.org/drawingml/2006/main" name="1_自定义设计方案">
  <a:themeElements>
    <a:clrScheme name="新版空白演示配色">
      <a:dk1>
        <a:srgbClr val="000000"/>
      </a:dk1>
      <a:lt1>
        <a:srgbClr val="FFFFFF"/>
      </a:lt1>
      <a:dk2>
        <a:srgbClr val="0F1423"/>
      </a:dk2>
      <a:lt2>
        <a:srgbClr val="FFFFFF"/>
      </a:lt2>
      <a:accent1>
        <a:srgbClr val="6096E6"/>
      </a:accent1>
      <a:accent2>
        <a:srgbClr val="58B6E5"/>
      </a:accent2>
      <a:accent3>
        <a:srgbClr val="56CA95"/>
      </a:accent3>
      <a:accent4>
        <a:srgbClr val="FFBA55"/>
      </a:accent4>
      <a:accent5>
        <a:srgbClr val="F18870"/>
      </a:accent5>
      <a:accent6>
        <a:srgbClr val="EC5F74"/>
      </a:accent6>
      <a:hlink>
        <a:srgbClr val="0563C1"/>
      </a:hlink>
      <a:folHlink>
        <a:srgbClr val="954D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自定义设计方案">
  <a:themeElements>
    <a:clrScheme name="新版空白演示配色">
      <a:dk1>
        <a:srgbClr val="000000"/>
      </a:dk1>
      <a:lt1>
        <a:srgbClr val="FFFFFF"/>
      </a:lt1>
      <a:dk2>
        <a:srgbClr val="0F1423"/>
      </a:dk2>
      <a:lt2>
        <a:srgbClr val="FFFFFF"/>
      </a:lt2>
      <a:accent1>
        <a:srgbClr val="6096E6"/>
      </a:accent1>
      <a:accent2>
        <a:srgbClr val="58B6E5"/>
      </a:accent2>
      <a:accent3>
        <a:srgbClr val="56CA95"/>
      </a:accent3>
      <a:accent4>
        <a:srgbClr val="FFBA55"/>
      </a:accent4>
      <a:accent5>
        <a:srgbClr val="F18870"/>
      </a:accent5>
      <a:accent6>
        <a:srgbClr val="EC5F74"/>
      </a:accent6>
      <a:hlink>
        <a:srgbClr val="0563C1"/>
      </a:hlink>
      <a:folHlink>
        <a:srgbClr val="954D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Office 主题​​">
  <a:themeElements>
    <a:clrScheme name="新版空白演示配色">
      <a:dk1>
        <a:srgbClr val="000000"/>
      </a:dk1>
      <a:lt1>
        <a:srgbClr val="FFFFFF"/>
      </a:lt1>
      <a:dk2>
        <a:srgbClr val="0F1423"/>
      </a:dk2>
      <a:lt2>
        <a:srgbClr val="FFFFFF"/>
      </a:lt2>
      <a:accent1>
        <a:srgbClr val="6096E6"/>
      </a:accent1>
      <a:accent2>
        <a:srgbClr val="58B6E5"/>
      </a:accent2>
      <a:accent3>
        <a:srgbClr val="56CA95"/>
      </a:accent3>
      <a:accent4>
        <a:srgbClr val="FFBA55"/>
      </a:accent4>
      <a:accent5>
        <a:srgbClr val="F18870"/>
      </a:accent5>
      <a:accent6>
        <a:srgbClr val="EC5F74"/>
      </a:accent6>
      <a:hlink>
        <a:srgbClr val="0563C1"/>
      </a:hlink>
      <a:folHlink>
        <a:srgbClr val="954D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bIns="36195" rtlCol="0" anchor="ctr" anchorCtr="1">
        <a:spAutoFit/>
        <a:scene3d>
          <a:camera prst="orthographicFront"/>
          <a:lightRig rig="threePt" dir="t"/>
        </a:scene3d>
        <a:sp3d contourW="12700"/>
      </a:bodyPr>
      <a:lstStyle>
        <a:defPPr algn="ctr">
          <a:buClrTx/>
          <a:buSzTx/>
          <a:buFontTx/>
          <a:defRPr lang="zh-CN" altLang="en-US" sz="3200" b="1" dirty="0" smtClean="0">
            <a:latin typeface="+mj-ea"/>
            <a:ea typeface="+mj-ea"/>
            <a:cs typeface="+mj-ea"/>
            <a:sym typeface="+mn-ea"/>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7666</Words>
  <Application>WPS 演示</Application>
  <PresentationFormat>宽屏</PresentationFormat>
  <Paragraphs>539</Paragraphs>
  <Slides>45</Slides>
  <Notes>35</Notes>
  <HiddenSlides>0</HiddenSlides>
  <MMClips>0</MMClips>
  <ScaleCrop>false</ScaleCrop>
  <HeadingPairs>
    <vt:vector size="6" baseType="variant">
      <vt:variant>
        <vt:lpstr>已用的字体</vt:lpstr>
      </vt:variant>
      <vt:variant>
        <vt:i4>14</vt:i4>
      </vt:variant>
      <vt:variant>
        <vt:lpstr>主题</vt:lpstr>
      </vt:variant>
      <vt:variant>
        <vt:i4>3</vt:i4>
      </vt:variant>
      <vt:variant>
        <vt:lpstr>幻灯片标题</vt:lpstr>
      </vt:variant>
      <vt:variant>
        <vt:i4>45</vt:i4>
      </vt:variant>
    </vt:vector>
  </HeadingPairs>
  <TitlesOfParts>
    <vt:vector size="62" baseType="lpstr">
      <vt:lpstr>Arial</vt:lpstr>
      <vt:lpstr>宋体</vt:lpstr>
      <vt:lpstr>Wingdings</vt:lpstr>
      <vt:lpstr>微软雅黑</vt:lpstr>
      <vt:lpstr>Wingdings</vt:lpstr>
      <vt:lpstr>Kaiti SC Bold</vt:lpstr>
      <vt:lpstr>JetBrainsMono NF</vt:lpstr>
      <vt:lpstr>Segoe UI</vt:lpstr>
      <vt:lpstr>Arial</vt:lpstr>
      <vt:lpstr>思源宋体</vt:lpstr>
      <vt:lpstr>Helvetica</vt:lpstr>
      <vt:lpstr>Times New Roman</vt:lpstr>
      <vt:lpstr>DIN-BoldItalic</vt:lpstr>
      <vt:lpstr>等线</vt:lpstr>
      <vt:lpstr>1_自定义设计方案</vt:lpstr>
      <vt:lpstr>自定义设计方案</vt:lpstr>
      <vt:lpstr>1_Office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
  <cp:lastModifiedBy>别清欢</cp:lastModifiedBy>
  <cp:revision>1178</cp:revision>
  <dcterms:created xsi:type="dcterms:W3CDTF">2019-06-19T02:08:00Z</dcterms:created>
  <dcterms:modified xsi:type="dcterms:W3CDTF">2026-05-23T13:37:02Z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2052-12.1.0.26375</vt:lpwstr>
  </property>
  <property fmtid="{D5CDD505-2E9C-101B-9397-08002B2CF9AE}" pid="3" name="ICV">
    <vt:lpwstr>82BF8583ABA245F5AB21C513459DD986_13</vt:lpwstr>
  </property>
</Properties>
</file>