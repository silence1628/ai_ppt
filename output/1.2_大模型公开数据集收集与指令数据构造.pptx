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71" r:id="rId4"/>
  </p:sldMasterIdLst>
  <p:notesMasterIdLst>
    <p:notesMasterId r:id="rId6"/>
  </p:notesMasterIdLst>
  <p:handoutMasterIdLst>
    <p:handoutMasterId r:id="rId78"/>
  </p:handoutMasterIdLst>
  <p:sldIdLst>
    <p:sldId id="415" r:id="rId5"/>
    <p:sldId id="2437" r:id="rId7"/>
    <p:sldId id="2439" r:id="rId8"/>
    <p:sldId id="1383" r:id="rId9"/>
    <p:sldId id="2824" r:id="rId10"/>
    <p:sldId id="2825" r:id="rId11"/>
    <p:sldId id="2826" r:id="rId12"/>
    <p:sldId id="2827" r:id="rId13"/>
    <p:sldId id="2828" r:id="rId14"/>
    <p:sldId id="2878" r:id="rId15"/>
    <p:sldId id="2879" r:id="rId16"/>
    <p:sldId id="2880" r:id="rId17"/>
    <p:sldId id="2881" r:id="rId18"/>
    <p:sldId id="2882" r:id="rId19"/>
    <p:sldId id="2883" r:id="rId20"/>
    <p:sldId id="2884" r:id="rId21"/>
    <p:sldId id="2885" r:id="rId22"/>
    <p:sldId id="2886" r:id="rId23"/>
    <p:sldId id="2887" r:id="rId24"/>
    <p:sldId id="2888" r:id="rId25"/>
    <p:sldId id="2889" r:id="rId26"/>
    <p:sldId id="2890" r:id="rId27"/>
    <p:sldId id="2891" r:id="rId28"/>
    <p:sldId id="2892" r:id="rId29"/>
    <p:sldId id="2893" r:id="rId30"/>
    <p:sldId id="2830" r:id="rId31"/>
    <p:sldId id="2838" r:id="rId32"/>
    <p:sldId id="2839" r:id="rId33"/>
    <p:sldId id="2840" r:id="rId34"/>
    <p:sldId id="2841" r:id="rId35"/>
    <p:sldId id="2842" r:id="rId36"/>
    <p:sldId id="2843" r:id="rId37"/>
    <p:sldId id="2844" r:id="rId38"/>
    <p:sldId id="2845" r:id="rId39"/>
    <p:sldId id="2846" r:id="rId40"/>
    <p:sldId id="2847" r:id="rId41"/>
    <p:sldId id="2848" r:id="rId42"/>
    <p:sldId id="2849" r:id="rId43"/>
    <p:sldId id="2850" r:id="rId44"/>
    <p:sldId id="2851" r:id="rId45"/>
    <p:sldId id="2852" r:id="rId46"/>
    <p:sldId id="2853" r:id="rId47"/>
    <p:sldId id="2854" r:id="rId48"/>
    <p:sldId id="2855" r:id="rId49"/>
    <p:sldId id="2856" r:id="rId50"/>
    <p:sldId id="2857" r:id="rId51"/>
    <p:sldId id="2858" r:id="rId52"/>
    <p:sldId id="2859" r:id="rId53"/>
    <p:sldId id="2860" r:id="rId54"/>
    <p:sldId id="2861" r:id="rId55"/>
    <p:sldId id="2862" r:id="rId56"/>
    <p:sldId id="2863" r:id="rId57"/>
    <p:sldId id="2864" r:id="rId58"/>
    <p:sldId id="2865" r:id="rId59"/>
    <p:sldId id="2866" r:id="rId60"/>
    <p:sldId id="2867" r:id="rId61"/>
    <p:sldId id="2868" r:id="rId62"/>
    <p:sldId id="2869" r:id="rId63"/>
    <p:sldId id="2870" r:id="rId64"/>
    <p:sldId id="2871" r:id="rId65"/>
    <p:sldId id="2872" r:id="rId66"/>
    <p:sldId id="2873" r:id="rId67"/>
    <p:sldId id="2874" r:id="rId68"/>
    <p:sldId id="2875" r:id="rId69"/>
    <p:sldId id="2876" r:id="rId70"/>
    <p:sldId id="2877" r:id="rId71"/>
    <p:sldId id="2832" r:id="rId72"/>
    <p:sldId id="2833" r:id="rId73"/>
    <p:sldId id="2835" r:id="rId74"/>
    <p:sldId id="2836" r:id="rId75"/>
    <p:sldId id="2837" r:id="rId76"/>
    <p:sldId id="1698" r:id="rId77"/>
  </p:sldIdLst>
  <p:sldSz cx="12192000" cy="6858000"/>
  <p:notesSz cx="6858000" cy="9144000"/>
  <p:custDataLst>
    <p:tags r:id="rId8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202e774-de37-4b27-8700-364557680ee2}">
          <p14:sldIdLst>
            <p14:sldId id="415"/>
            <p14:sldId id="2437"/>
            <p14:sldId id="2439"/>
            <p14:sldId id="1383"/>
            <p14:sldId id="2824"/>
            <p14:sldId id="2825"/>
            <p14:sldId id="2826"/>
            <p14:sldId id="2827"/>
            <p14:sldId id="2828"/>
            <p14:sldId id="2878"/>
            <p14:sldId id="2879"/>
            <p14:sldId id="2880"/>
            <p14:sldId id="2881"/>
            <p14:sldId id="2882"/>
            <p14:sldId id="2883"/>
            <p14:sldId id="2884"/>
            <p14:sldId id="2885"/>
            <p14:sldId id="2886"/>
            <p14:sldId id="2887"/>
            <p14:sldId id="2888"/>
            <p14:sldId id="2889"/>
            <p14:sldId id="2890"/>
            <p14:sldId id="2891"/>
            <p14:sldId id="2892"/>
            <p14:sldId id="2893"/>
            <p14:sldId id="2830"/>
            <p14:sldId id="2838"/>
            <p14:sldId id="2839"/>
            <p14:sldId id="2840"/>
            <p14:sldId id="2841"/>
            <p14:sldId id="2842"/>
            <p14:sldId id="2843"/>
            <p14:sldId id="2844"/>
            <p14:sldId id="2845"/>
            <p14:sldId id="2846"/>
            <p14:sldId id="2847"/>
            <p14:sldId id="2848"/>
            <p14:sldId id="2849"/>
            <p14:sldId id="2850"/>
            <p14:sldId id="2851"/>
            <p14:sldId id="2852"/>
            <p14:sldId id="2853"/>
            <p14:sldId id="2854"/>
            <p14:sldId id="2855"/>
            <p14:sldId id="2856"/>
            <p14:sldId id="2857"/>
            <p14:sldId id="2858"/>
            <p14:sldId id="2859"/>
            <p14:sldId id="2860"/>
            <p14:sldId id="2861"/>
            <p14:sldId id="2862"/>
            <p14:sldId id="2863"/>
            <p14:sldId id="2864"/>
            <p14:sldId id="2865"/>
            <p14:sldId id="2866"/>
            <p14:sldId id="2867"/>
            <p14:sldId id="2868"/>
            <p14:sldId id="2869"/>
            <p14:sldId id="2870"/>
            <p14:sldId id="2871"/>
            <p14:sldId id="2872"/>
            <p14:sldId id="2873"/>
            <p14:sldId id="2874"/>
            <p14:sldId id="2875"/>
            <p14:sldId id="2876"/>
            <p14:sldId id="2877"/>
            <p14:sldId id="2832"/>
            <p14:sldId id="2833"/>
            <p14:sldId id="2835"/>
            <p14:sldId id="2836"/>
            <p14:sldId id="2837"/>
            <p14:sldId id="1698"/>
          </p14:sldIdLst>
        </p14:section>
      </p14:sectionLst>
    </p:ext>
    <p:ext uri="{EFAFB233-063F-42B5-8137-9DF3F51BA10A}">
      <p15:sldGuideLst xmlns:p15="http://schemas.microsoft.com/office/powerpoint/2012/main">
        <p15:guide id="1" orient="horz" pos="1728" userDrawn="1">
          <p15:clr>
            <a:srgbClr val="A4A3A4"/>
          </p15:clr>
        </p15:guide>
        <p15:guide id="2" pos="37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dministrator" initials="A" lastIdx="5" clrIdx="0"/>
  <p:cmAuthor id="1" name="幸全" initials="幸全" lastIdx="1" clrIdx="0"/>
  <p:cmAuthor id="2" name="作者" initials="A" lastIdx="0" clrIdx="1"/>
  <p:cmAuthor id="3" name="zijun" initials="z" lastIdx="1" clrIdx="2"/>
  <p:cmAuthor id="5" name="ASUS" initials="A" lastIdx="2" clrIdx="4"/>
  <p:cmAuthor id="6" name="linhuan" initials="l" lastIdx="18"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4D2"/>
    <a:srgbClr val="3A6CA3"/>
    <a:srgbClr val="2169D3"/>
    <a:srgbClr val="595959"/>
    <a:srgbClr val="F29421"/>
    <a:srgbClr val="FFFFFF"/>
    <a:srgbClr val="E29A9A"/>
    <a:srgbClr val="D9D9D9"/>
    <a:srgbClr val="DCDCDC"/>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5244" autoAdjust="0"/>
  </p:normalViewPr>
  <p:slideViewPr>
    <p:cSldViewPr snapToGrid="0" showGuides="1">
      <p:cViewPr varScale="1">
        <p:scale>
          <a:sx n="66" d="100"/>
          <a:sy n="66" d="100"/>
        </p:scale>
        <p:origin x="712" y="48"/>
      </p:cViewPr>
      <p:guideLst>
        <p:guide orient="horz" pos="1728"/>
        <p:guide pos="371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3" Type="http://schemas.openxmlformats.org/officeDocument/2006/relationships/tags" Target="tags/tag505.xml"/><Relationship Id="rId82" Type="http://schemas.openxmlformats.org/officeDocument/2006/relationships/commentAuthors" Target="commentAuthors.xml"/><Relationship Id="rId81" Type="http://schemas.openxmlformats.org/officeDocument/2006/relationships/tableStyles" Target="tableStyles.xml"/><Relationship Id="rId80" Type="http://schemas.openxmlformats.org/officeDocument/2006/relationships/viewProps" Target="viewProps.xml"/><Relationship Id="rId8" Type="http://schemas.openxmlformats.org/officeDocument/2006/relationships/slide" Target="slides/slide3.xml"/><Relationship Id="rId79" Type="http://schemas.openxmlformats.org/officeDocument/2006/relationships/presProps" Target="presProps.xml"/><Relationship Id="rId78" Type="http://schemas.openxmlformats.org/officeDocument/2006/relationships/handoutMaster" Target="handoutMasters/handoutMaster1.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2.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fld id="{1F06CDB3-D59E-4E14-99D6-5B04FA313943}"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CB8912-F0BA-4AD8-8415-DA1F26BCB0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55.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64.xml"/><Relationship Id="rId4" Type="http://schemas.openxmlformats.org/officeDocument/2006/relationships/tags" Target="../tags/tag63.xml"/><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9.xml"/><Relationship Id="rId5" Type="http://schemas.openxmlformats.org/officeDocument/2006/relationships/tags" Target="../tags/tag68.xml"/><Relationship Id="rId4" Type="http://schemas.openxmlformats.org/officeDocument/2006/relationships/tags" Target="../tags/tag67.xml"/><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tags" Target="../tags/tag75.xml"/><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7" Type="http://schemas.openxmlformats.org/officeDocument/2006/relationships/tags" Target="../tags/tag90.xml"/><Relationship Id="rId6" Type="http://schemas.openxmlformats.org/officeDocument/2006/relationships/tags" Target="../tags/tag89.xml"/><Relationship Id="rId5" Type="http://schemas.openxmlformats.org/officeDocument/2006/relationships/tags" Target="../tags/tag88.xml"/><Relationship Id="rId4" Type="http://schemas.openxmlformats.org/officeDocument/2006/relationships/tags" Target="../tags/tag87.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98.xml"/><Relationship Id="rId8" Type="http://schemas.openxmlformats.org/officeDocument/2006/relationships/tags" Target="../tags/tag97.xml"/><Relationship Id="rId7" Type="http://schemas.openxmlformats.org/officeDocument/2006/relationships/tags" Target="../tags/tag96.xml"/><Relationship Id="rId6" Type="http://schemas.openxmlformats.org/officeDocument/2006/relationships/tags" Target="../tags/tag95.xml"/><Relationship Id="rId5" Type="http://schemas.openxmlformats.org/officeDocument/2006/relationships/tags" Target="../tags/tag94.xml"/><Relationship Id="rId4" Type="http://schemas.openxmlformats.org/officeDocument/2006/relationships/tags" Target="../tags/tag93.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4" Type="http://schemas.openxmlformats.org/officeDocument/2006/relationships/tags" Target="../tags/tag105.xml"/><Relationship Id="rId3" Type="http://schemas.openxmlformats.org/officeDocument/2006/relationships/tags" Target="../tags/tag104.xml"/><Relationship Id="rId2" Type="http://schemas.openxmlformats.org/officeDocument/2006/relationships/tags" Target="../tags/tag103.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7" Type="http://schemas.openxmlformats.org/officeDocument/2006/relationships/tags" Target="../tags/tag111.xml"/><Relationship Id="rId6" Type="http://schemas.openxmlformats.org/officeDocument/2006/relationships/tags" Target="../tags/tag110.xml"/><Relationship Id="rId5" Type="http://schemas.openxmlformats.org/officeDocument/2006/relationships/tags" Target="../tags/tag109.xml"/><Relationship Id="rId4" Type="http://schemas.openxmlformats.org/officeDocument/2006/relationships/tags" Target="../tags/tag108.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6" Type="http://schemas.openxmlformats.org/officeDocument/2006/relationships/tags" Target="../tags/tag116.xml"/><Relationship Id="rId5" Type="http://schemas.openxmlformats.org/officeDocument/2006/relationships/tags" Target="../tags/tag115.xml"/><Relationship Id="rId4" Type="http://schemas.openxmlformats.org/officeDocument/2006/relationships/tags" Target="../tags/tag114.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6" Type="http://schemas.openxmlformats.org/officeDocument/2006/relationships/tags" Target="../tags/tag125.xml"/><Relationship Id="rId5" Type="http://schemas.openxmlformats.org/officeDocument/2006/relationships/tags" Target="../tags/tag124.xml"/><Relationship Id="rId4" Type="http://schemas.openxmlformats.org/officeDocument/2006/relationships/tags" Target="../tags/tag123.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F51CC480-FC89-4E2E-BB6A-EFF978791FAC}"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A255A7EE-E527-4C9D-8585-493F7BE371F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a:xfrm>
            <a:off x="612000" y="6314400"/>
            <a:ext cx="2700000" cy="316800"/>
          </a:xfr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10353745" y="7820730"/>
            <a:ext cx="10969200" cy="705600"/>
          </a:xfrm>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1638300" y="365125"/>
            <a:ext cx="9715500" cy="1055370"/>
          </a:xfrm>
        </p:spPr>
        <p:txBody>
          <a:bodyPr anchor="ctr"/>
          <a:lstStyle>
            <a:lvl1pPr>
              <a:defRPr sz="3200">
                <a:solidFill>
                  <a:srgbClr val="0064D2"/>
                </a:solidFill>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dirty="0"/>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优先选择1">
    <p:spTree>
      <p:nvGrpSpPr>
        <p:cNvPr id="1" name=""/>
        <p:cNvGrpSpPr/>
        <p:nvPr/>
      </p:nvGrpSpPr>
      <p:grpSpPr>
        <a:xfrm>
          <a:off x="0" y="0"/>
          <a:ext cx="0" cy="0"/>
          <a:chOff x="0" y="0"/>
          <a:chExt cx="0" cy="0"/>
        </a:xfrm>
      </p:grpSpPr>
      <p:sp>
        <p:nvSpPr>
          <p:cNvPr id="3" name="日期占位符 2"/>
          <p:cNvSpPr>
            <a:spLocks noGrp="1"/>
          </p:cNvSpPr>
          <p:nvPr>
            <p:ph type="dt" sz="half" idx="10"/>
          </p:nvPr>
        </p:nvSpPr>
        <p:spPr>
          <a:xfrm>
            <a:off x="838200" y="6356350"/>
            <a:ext cx="2743200" cy="365125"/>
          </a:xfrm>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a:xfrm>
            <a:off x="4038600" y="6356350"/>
            <a:ext cx="4114800" cy="365125"/>
          </a:xfrm>
        </p:spPr>
        <p:txBody>
          <a:bodyPr/>
          <a:lstStyle/>
          <a:p>
            <a:endParaRPr lang="zh-CN" altLang="en-US"/>
          </a:p>
        </p:txBody>
      </p:sp>
      <p:sp>
        <p:nvSpPr>
          <p:cNvPr id="5" name="灯片编号占位符 4"/>
          <p:cNvSpPr>
            <a:spLocks noGrp="1"/>
          </p:cNvSpPr>
          <p:nvPr>
            <p:ph type="sldNum" sz="quarter" idx="12"/>
          </p:nvPr>
        </p:nvSpPr>
        <p:spPr>
          <a:xfrm>
            <a:off x="8610600" y="6356350"/>
            <a:ext cx="2743200" cy="365125"/>
          </a:xfrm>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b="1" i="0" spc="300" baseline="0">
                <a:solidFill>
                  <a:schemeClr val="tx1">
                    <a:lumMod val="85000"/>
                    <a:lumOff val="15000"/>
                  </a:schemeClr>
                </a:solidFill>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eaLnBrk="1" fontAlgn="auto" latinLnBrk="0" hangingPunct="1">
              <a:lnSpc>
                <a:spcPct val="11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8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vl6pPr marL="2286000" indent="0">
              <a:buNone/>
              <a:defRPr/>
            </a:lvl6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b="1" i="0" u="none" strike="noStrike" kern="1200" cap="none" spc="300" normalizeH="0" baseline="0">
                <a:solidFill>
                  <a:schemeClr val="tx1">
                    <a:lumMod val="85000"/>
                    <a:lumOff val="15000"/>
                  </a:schemeClr>
                </a:solidFill>
                <a:effectLst/>
                <a:uFillTx/>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eaLnBrk="1" fontAlgn="auto" latinLnBrk="0" hangingPunct="1">
              <a:lnSpc>
                <a:spcPct val="130000"/>
              </a:lnSpc>
              <a:buNone/>
              <a:defRPr kumimoji="0" lang="zh-CN" altLang="en-US" sz="1800" b="0" i="0" u="none" strike="noStrike" kern="1200" cap="none" spc="150" normalizeH="0" baseline="0" noProof="1">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lvl1pPr marL="228600" indent="-228600" eaLnBrk="1" fontAlgn="auto" latinLnBrk="0" hangingPunct="1">
              <a:lnSpc>
                <a:spcPct val="130000"/>
              </a:lnSpc>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2pPr>
            <a:lvl3pPr marL="1143000" indent="-228600" eaLnBrk="1" fontAlgn="auto" latinLnBrk="0" hangingPunct="1">
              <a:lnSpc>
                <a:spcPct val="120000"/>
              </a:lnSpc>
              <a:buFont typeface="Arial" panose="020B0604020202020204" pitchFamily="34" charset="0"/>
              <a:buChar char="●"/>
              <a:defRPr sz="16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3pPr>
            <a:lvl4pPr marL="1600200" indent="-228600" eaLnBrk="1" fontAlgn="auto" latinLnBrk="0" hangingPunct="1">
              <a:lnSpc>
                <a:spcPct val="120000"/>
              </a:lnSpc>
              <a:buFont typeface="Wingdings" panose="05000000000000000000" charset="0"/>
              <a:buChar char=""/>
              <a:defRPr sz="1400" u="none" strike="noStrike" kern="1200" cap="none" spc="150" normalizeH="0" baseline="0">
                <a:solidFill>
                  <a:schemeClr val="tx1">
                    <a:lumMod val="65000"/>
                    <a:lumOff val="35000"/>
                  </a:schemeClr>
                </a:solidFill>
                <a:latin typeface="Arial" panose="020B0604020202020204" pitchFamily="34" charset="0"/>
                <a:ea typeface="微软雅黑" panose="020B0503020204020204" pitchFamily="34" charset="-122"/>
              </a:defRPr>
            </a:lvl4pPr>
            <a:lvl5pPr eaLnBrk="1" fontAlgn="auto" latinLnBrk="0" hangingPunct="1">
              <a:lnSpc>
                <a:spcPct val="120000"/>
              </a:lnSpc>
              <a:defRPr sz="1400" u="none" strike="noStrike" kern="1200" cap="none" spc="150" normalizeH="0">
                <a:solidFill>
                  <a:schemeClr val="tx1">
                    <a:lumMod val="65000"/>
                    <a:lumOff val="35000"/>
                  </a:schemeClr>
                </a:solidFill>
                <a:latin typeface="Arial" panose="020B0604020202020204" pitchFamily="34"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75000"/>
                    <a:lumOff val="25000"/>
                  </a:schemeClr>
                </a:solidFill>
                <a:uFillTx/>
                <a:latin typeface="Arial" panose="020B0604020202020204" pitchFamily="34" charset="0"/>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75000"/>
                    <a:lumOff val="25000"/>
                  </a:schemeClr>
                </a:solidFill>
                <a:uFillTx/>
                <a:latin typeface="Arial" panose="020B0604020202020204" pitchFamily="34" charset="0"/>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lang="zh-CN" altLang="en-US" sz="14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rgbClr val="FFFFFF"/>
        </a:solid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lvl1pPr marL="0" marR="0" lvl="0" algn="l" defTabSz="914400" rtl="0" eaLnBrk="1" fontAlgn="auto" latinLnBrk="0" hangingPunct="1">
              <a:lnSpc>
                <a:spcPct val="100000"/>
              </a:lnSpc>
              <a:buNone/>
              <a:defRPr kumimoji="0" lang="zh-CN" altLang="en-US" sz="36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bg>
      <p:bgPr>
        <a:solidFill>
          <a:srgbClr val="FFFFFF"/>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rgbClr val="FFFFFF"/>
        </a:solidFill>
        <a:effectLst/>
      </p:bgPr>
    </p:bg>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marL="0" marR="0" lvl="0" indent="0" algn="l" defTabSz="914400" rtl="0" eaLnBrk="1" fontAlgn="auto" latinLnBrk="0" hangingPunct="1">
              <a:lnSpc>
                <a:spcPct val="130000"/>
              </a:lnSpc>
              <a:spcBef>
                <a:spcPts val="0"/>
              </a:spcBef>
              <a:spcAft>
                <a:spcPts val="6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Arial" panose="020B0604020202020204" pitchFamily="34" charset="0"/>
                <a:ea typeface="微软雅黑" panose="020B0503020204020204" pitchFamily="34" charset="-122"/>
                <a:cs typeface="+mn-cs"/>
                <a:sym typeface="+mn-ea"/>
              </a:defRPr>
            </a:lvl1pPr>
            <a:lvl2pPr marL="457200" indent="0" defTabSz="914400" eaLnBrk="1" fontAlgn="auto" latinLnBrk="0" hangingPunct="1">
              <a:buFont typeface="Arial" panose="020B0604020202020204" pitchFamily="34" charset="0"/>
              <a:buNone/>
              <a:tabLst>
                <a:tab pos="1609725" algn="l"/>
                <a:tab pos="1609725" algn="l"/>
                <a:tab pos="1609725" algn="l"/>
                <a:tab pos="1609725" algn="l"/>
              </a:tabLst>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2pPr>
            <a:lvl3pPr eaLnBrk="1" fontAlgn="auto" latinLnBrk="0" hangingPunct="1">
              <a:buFont typeface="Arial" panose="020B0604020202020204" pitchFamily="34" charset="0"/>
              <a:buChar char="●"/>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3pPr>
            <a:lvl4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4pPr>
            <a:lvl5pPr eaLnBrk="1" fontAlgn="auto" latinLnBrk="0" hangingPunct="1">
              <a:defRPr u="none" strike="noStrike" kern="1200" cap="none" spc="150" normalizeH="0">
                <a:solidFill>
                  <a:schemeClr val="tx1">
                    <a:lumMod val="65000"/>
                    <a:lumOff val="35000"/>
                  </a:schemeClr>
                </a:solidFill>
                <a:uFillTx/>
                <a:latin typeface="Arial" panose="020B0604020202020204" pitchFamily="34" charset="0"/>
                <a:ea typeface="微软雅黑" panose="020B0503020204020204" pitchFamily="34" charset="-122"/>
              </a:defRPr>
            </a:lvl5pPr>
          </a:lstStyle>
          <a:p>
            <a:pPr lvl="0"/>
            <a:r>
              <a:rPr dirty="0">
                <a:sym typeface="+mn-ea"/>
              </a:rPr>
              <a:t>单击此处编辑母版文本样式</a:t>
            </a:r>
            <a:endParaRPr dirty="0">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lvl1pPr>
              <a:defRPr baseline="0"/>
            </a:lvl1pPr>
          </a:lstStyle>
          <a:p>
            <a:r>
              <a:rPr lang="zh-CN" altLang="en-US"/>
              <a:t>单击此处编辑母版标题样式</a:t>
            </a: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rgbClr val="FFFFFF"/>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300" normalizeH="0" baseline="0" noProof="1" dirty="0">
                <a:solidFill>
                  <a:schemeClr val="tx1">
                    <a:lumMod val="85000"/>
                    <a:lumOff val="15000"/>
                  </a:schemeClr>
                </a:solidFill>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endParaRPr dirty="0">
              <a:sym typeface="+mn-ea"/>
            </a:endParaRPr>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eaLnBrk="1" fontAlgn="auto" latinLnBrk="0" hangingPunct="1">
              <a:lnSpc>
                <a:spcPct val="130000"/>
              </a:lnSpc>
              <a:spcAft>
                <a:spcPts val="1000"/>
              </a:spcAft>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spcAft>
                <a:spcPts val="600"/>
              </a:spcAft>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spcAft>
                <a:spcPts val="600"/>
              </a:spcAft>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spcAft>
                <a:spcPts val="300"/>
              </a:spcAft>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spcAft>
                <a:spcPts val="300"/>
              </a:spcAft>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lvl1pPr marL="228600" indent="-228600" eaLnBrk="1" fontAlgn="auto" latinLnBrk="0" hangingPunct="1">
              <a:lnSpc>
                <a:spcPct val="130000"/>
              </a:lnSpc>
              <a:buFont typeface="Arial" panose="020B0604020202020204" pitchFamily="34" charset="0"/>
              <a:buChar char="●"/>
              <a:defRPr u="none" strike="noStrike" kern="1200" cap="none" spc="150" normalizeH="0" baseline="0">
                <a:solidFill>
                  <a:schemeClr val="tx1">
                    <a:lumMod val="65000"/>
                    <a:lumOff val="35000"/>
                  </a:schemeClr>
                </a:solidFill>
                <a:uFillTx/>
              </a:defRPr>
            </a:lvl1pPr>
            <a:lvl2pPr marL="685800" indent="-228600" defTabSz="914400" eaLnBrk="1" fontAlgn="auto" latinLnBrk="0" hangingPunct="1">
              <a:lnSpc>
                <a:spcPct val="120000"/>
              </a:lnSpc>
              <a:buFont typeface="Arial" panose="020B0604020202020204" pitchFamily="34" charset="0"/>
              <a:buChar char="●"/>
              <a:tabLst>
                <a:tab pos="1609725" algn="l"/>
                <a:tab pos="1609725" algn="l"/>
                <a:tab pos="1609725" algn="l"/>
                <a:tab pos="1609725" algn="l"/>
              </a:tabLst>
              <a:defRPr u="none" strike="noStrike" kern="1200" cap="none" spc="150" normalizeH="0" baseline="0">
                <a:solidFill>
                  <a:schemeClr val="tx1">
                    <a:lumMod val="65000"/>
                    <a:lumOff val="35000"/>
                  </a:schemeClr>
                </a:solidFill>
                <a:uFillTx/>
              </a:defRPr>
            </a:lvl2pPr>
            <a:lvl3pPr marL="11430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3pPr>
            <a:lvl4pPr marL="1600200" indent="-228600" eaLnBrk="1" fontAlgn="auto" latinLnBrk="0" hangingPunct="1">
              <a:lnSpc>
                <a:spcPct val="120000"/>
              </a:lnSpc>
              <a:buFont typeface="Wingdings" panose="05000000000000000000" charset="0"/>
              <a:buChar char=""/>
              <a:defRPr u="none" strike="noStrike" kern="1200" cap="none" spc="150" normalizeH="0" baseline="0">
                <a:solidFill>
                  <a:schemeClr val="tx1">
                    <a:lumMod val="65000"/>
                    <a:lumOff val="35000"/>
                  </a:schemeClr>
                </a:solidFill>
                <a:uFillTx/>
              </a:defRPr>
            </a:lvl4pPr>
            <a:lvl5pPr marL="2057400" indent="-228600" eaLnBrk="1" fontAlgn="auto" latinLnBrk="0" hangingPunct="1">
              <a:lnSpc>
                <a:spcPct val="120000"/>
              </a:lnSpc>
              <a:buFont typeface="Arial" panose="020B0604020202020204" pitchFamily="34" charset="0"/>
              <a:buChar char="•"/>
              <a:defRPr u="none" strike="noStrike" kern="1200" cap="none" spc="150" normalizeH="0" baseline="0">
                <a:solidFill>
                  <a:schemeClr val="tx1">
                    <a:lumMod val="65000"/>
                    <a:lumOff val="35000"/>
                  </a:schemeClr>
                </a:solidFill>
                <a:uFillTx/>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marL="0" marR="0" algn="ctr" defTabSz="914400" rtl="0" eaLnBrk="1" fontAlgn="auto" latinLnBrk="0" hangingPunct="1">
              <a:lnSpc>
                <a:spcPct val="100000"/>
              </a:lnSpc>
              <a:buNone/>
              <a:defRPr kumimoji="0" lang="zh-CN" altLang="en-US" sz="6000" b="1" i="0" u="none" strike="noStrike" kern="1200" cap="none" spc="300"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a:sym typeface="+mn-ea"/>
              </a:rPr>
              <a:t>单击此处编辑标题</a:t>
            </a:r>
            <a:endParaRPr>
              <a:sym typeface="+mn-ea"/>
            </a:endParaRPr>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marL="0" indent="0" algn="ctr">
              <a:lnSpc>
                <a:spcPct val="110000"/>
              </a:lnSpc>
              <a:buNone/>
              <a:defRPr sz="2400" spc="200" baseline="0">
                <a:solidFill>
                  <a:schemeClr val="tx1">
                    <a:lumMod val="65000"/>
                    <a:lumOff val="35000"/>
                  </a:schemeClr>
                </a:solidFill>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2.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6" Type="http://schemas.openxmlformats.org/officeDocument/2006/relationships/theme" Target="../theme/theme2.xml"/><Relationship Id="rId15" Type="http://schemas.openxmlformats.org/officeDocument/2006/relationships/image" Target="../media/image2.png"/><Relationship Id="rId14" Type="http://schemas.openxmlformats.org/officeDocument/2006/relationships/image" Target="../media/image3.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9" Type="http://schemas.openxmlformats.org/officeDocument/2006/relationships/theme" Target="../theme/theme3.xml"/><Relationship Id="rId18" Type="http://schemas.openxmlformats.org/officeDocument/2006/relationships/image" Target="../media/image2.png"/><Relationship Id="rId17" Type="http://schemas.openxmlformats.org/officeDocument/2006/relationships/tags" Target="../tags/tag131.xml"/><Relationship Id="rId16" Type="http://schemas.openxmlformats.org/officeDocument/2006/relationships/tags" Target="../tags/tag130.xml"/><Relationship Id="rId15" Type="http://schemas.openxmlformats.org/officeDocument/2006/relationships/tags" Target="../tags/tag129.xml"/><Relationship Id="rId14" Type="http://schemas.openxmlformats.org/officeDocument/2006/relationships/tags" Target="../tags/tag128.xml"/><Relationship Id="rId13" Type="http://schemas.openxmlformats.org/officeDocument/2006/relationships/tags" Target="../tags/tag127.xml"/><Relationship Id="rId12" Type="http://schemas.openxmlformats.org/officeDocument/2006/relationships/tags" Target="../tags/tag126.xml"/><Relationship Id="rId11" Type="http://schemas.openxmlformats.org/officeDocument/2006/relationships/slideLayout" Target="../slideLayouts/slideLayout32.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3"/>
          <p:cNvPicPr>
            <a:picLocks noChangeAspect="1"/>
          </p:cNvPicPr>
          <p:nvPr userDrawn="1"/>
        </p:nvPicPr>
        <p:blipFill>
          <a:blip r:embed="rId9"/>
          <a:stretch>
            <a:fillRect/>
          </a:stretch>
        </p:blipFill>
        <p:spPr>
          <a:xfrm>
            <a:off x="0" y="0"/>
            <a:ext cx="12181205" cy="6858000"/>
          </a:xfrm>
          <a:prstGeom prst="rect">
            <a:avLst/>
          </a:prstGeom>
        </p:spPr>
      </p:pic>
      <p:pic>
        <p:nvPicPr>
          <p:cNvPr id="2" name="图片 1"/>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9949130"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pic>
        <p:nvPicPr>
          <p:cNvPr id="7" name="图片 6" descr="图片2"/>
          <p:cNvPicPr>
            <a:picLocks noChangeAspect="1"/>
          </p:cNvPicPr>
          <p:nvPr userDrawn="1"/>
        </p:nvPicPr>
        <p:blipFill>
          <a:blip r:embed="rId14"/>
          <a:stretch>
            <a:fillRect/>
          </a:stretch>
        </p:blipFill>
        <p:spPr>
          <a:xfrm>
            <a:off x="0" y="-5715"/>
            <a:ext cx="12192000" cy="6863715"/>
          </a:xfrm>
          <a:prstGeom prst="rect">
            <a:avLst/>
          </a:prstGeom>
        </p:spPr>
      </p:pic>
      <p:pic>
        <p:nvPicPr>
          <p:cNvPr id="2" name="图片 1"/>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9959925" y="-5715"/>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9959925" y="0"/>
            <a:ext cx="2232075" cy="640111"/>
          </a:xfrm>
          <a:prstGeom prst="rect">
            <a:avLst/>
          </a:prstGeom>
        </p:spPr>
      </p:pic>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27.xml"/><Relationship Id="rId5" Type="http://schemas.openxmlformats.org/officeDocument/2006/relationships/tags" Target="../tags/tag135.xml"/><Relationship Id="rId4" Type="http://schemas.openxmlformats.org/officeDocument/2006/relationships/tags" Target="../tags/tag134.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4.xml"/><Relationship Id="rId2" Type="http://schemas.openxmlformats.org/officeDocument/2006/relationships/tags" Target="../tags/tag136.xml"/><Relationship Id="rId1" Type="http://schemas.openxmlformats.org/officeDocument/2006/relationships/image" Target="../media/image5.emf"/></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tags" Target="../tags/tag137.xml"/><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6.xml"/><Relationship Id="rId2" Type="http://schemas.openxmlformats.org/officeDocument/2006/relationships/tags" Target="../tags/tag138.xml"/><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9" Type="http://schemas.openxmlformats.org/officeDocument/2006/relationships/tags" Target="../tags/tag147.xml"/><Relationship Id="rId8" Type="http://schemas.openxmlformats.org/officeDocument/2006/relationships/tags" Target="../tags/tag146.xml"/><Relationship Id="rId7" Type="http://schemas.openxmlformats.org/officeDocument/2006/relationships/tags" Target="../tags/tag145.xml"/><Relationship Id="rId6" Type="http://schemas.openxmlformats.org/officeDocument/2006/relationships/tags" Target="../tags/tag144.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6" Type="http://schemas.openxmlformats.org/officeDocument/2006/relationships/notesSlide" Target="../notesSlides/notesSlide4.xml"/><Relationship Id="rId25" Type="http://schemas.openxmlformats.org/officeDocument/2006/relationships/slideLayout" Target="../slideLayouts/slideLayout15.xml"/><Relationship Id="rId24" Type="http://schemas.openxmlformats.org/officeDocument/2006/relationships/tags" Target="../tags/tag162.xml"/><Relationship Id="rId23" Type="http://schemas.openxmlformats.org/officeDocument/2006/relationships/tags" Target="../tags/tag161.xml"/><Relationship Id="rId22" Type="http://schemas.openxmlformats.org/officeDocument/2006/relationships/tags" Target="../tags/tag160.xml"/><Relationship Id="rId21" Type="http://schemas.openxmlformats.org/officeDocument/2006/relationships/tags" Target="../tags/tag159.xml"/><Relationship Id="rId20" Type="http://schemas.openxmlformats.org/officeDocument/2006/relationships/tags" Target="../tags/tag158.xml"/><Relationship Id="rId2" Type="http://schemas.openxmlformats.org/officeDocument/2006/relationships/tags" Target="../tags/tag140.xml"/><Relationship Id="rId19" Type="http://schemas.openxmlformats.org/officeDocument/2006/relationships/tags" Target="../tags/tag157.xml"/><Relationship Id="rId18" Type="http://schemas.openxmlformats.org/officeDocument/2006/relationships/tags" Target="../tags/tag156.xml"/><Relationship Id="rId17" Type="http://schemas.openxmlformats.org/officeDocument/2006/relationships/tags" Target="../tags/tag155.xml"/><Relationship Id="rId16" Type="http://schemas.openxmlformats.org/officeDocument/2006/relationships/tags" Target="../tags/tag154.xml"/><Relationship Id="rId15" Type="http://schemas.openxmlformats.org/officeDocument/2006/relationships/tags" Target="../tags/tag153.xml"/><Relationship Id="rId14" Type="http://schemas.openxmlformats.org/officeDocument/2006/relationships/tags" Target="../tags/tag152.xml"/><Relationship Id="rId13" Type="http://schemas.openxmlformats.org/officeDocument/2006/relationships/tags" Target="../tags/tag151.xml"/><Relationship Id="rId12" Type="http://schemas.openxmlformats.org/officeDocument/2006/relationships/tags" Target="../tags/tag150.xml"/><Relationship Id="rId11" Type="http://schemas.openxmlformats.org/officeDocument/2006/relationships/tags" Target="../tags/tag149.xml"/><Relationship Id="rId10" Type="http://schemas.openxmlformats.org/officeDocument/2006/relationships/tags" Target="../tags/tag148.xml"/><Relationship Id="rId1" Type="http://schemas.openxmlformats.org/officeDocument/2006/relationships/tags" Target="../tags/tag139.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5.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9" Type="http://schemas.openxmlformats.org/officeDocument/2006/relationships/tags" Target="../tags/tag171.xml"/><Relationship Id="rId8" Type="http://schemas.openxmlformats.org/officeDocument/2006/relationships/tags" Target="../tags/tag170.xml"/><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 Type="http://schemas.openxmlformats.org/officeDocument/2006/relationships/tags" Target="../tags/tag165.xml"/><Relationship Id="rId26" Type="http://schemas.openxmlformats.org/officeDocument/2006/relationships/notesSlide" Target="../notesSlides/notesSlide5.xml"/><Relationship Id="rId25" Type="http://schemas.openxmlformats.org/officeDocument/2006/relationships/slideLayout" Target="../slideLayouts/slideLayout15.xml"/><Relationship Id="rId24" Type="http://schemas.openxmlformats.org/officeDocument/2006/relationships/tags" Target="../tags/tag186.xml"/><Relationship Id="rId23" Type="http://schemas.openxmlformats.org/officeDocument/2006/relationships/tags" Target="../tags/tag185.xml"/><Relationship Id="rId22" Type="http://schemas.openxmlformats.org/officeDocument/2006/relationships/tags" Target="../tags/tag184.xml"/><Relationship Id="rId21" Type="http://schemas.openxmlformats.org/officeDocument/2006/relationships/tags" Target="../tags/tag183.xml"/><Relationship Id="rId20" Type="http://schemas.openxmlformats.org/officeDocument/2006/relationships/tags" Target="../tags/tag182.xml"/><Relationship Id="rId2" Type="http://schemas.openxmlformats.org/officeDocument/2006/relationships/tags" Target="../tags/tag164.xml"/><Relationship Id="rId19" Type="http://schemas.openxmlformats.org/officeDocument/2006/relationships/tags" Target="../tags/tag181.xml"/><Relationship Id="rId18" Type="http://schemas.openxmlformats.org/officeDocument/2006/relationships/tags" Target="../tags/tag180.xml"/><Relationship Id="rId17" Type="http://schemas.openxmlformats.org/officeDocument/2006/relationships/tags" Target="../tags/tag179.xml"/><Relationship Id="rId16" Type="http://schemas.openxmlformats.org/officeDocument/2006/relationships/tags" Target="../tags/tag178.xml"/><Relationship Id="rId15" Type="http://schemas.openxmlformats.org/officeDocument/2006/relationships/tags" Target="../tags/tag177.xml"/><Relationship Id="rId14" Type="http://schemas.openxmlformats.org/officeDocument/2006/relationships/tags" Target="../tags/tag176.xml"/><Relationship Id="rId13" Type="http://schemas.openxmlformats.org/officeDocument/2006/relationships/tags" Target="../tags/tag175.xml"/><Relationship Id="rId12" Type="http://schemas.openxmlformats.org/officeDocument/2006/relationships/tags" Target="../tags/tag174.xml"/><Relationship Id="rId11" Type="http://schemas.openxmlformats.org/officeDocument/2006/relationships/tags" Target="../tags/tag173.xml"/><Relationship Id="rId10" Type="http://schemas.openxmlformats.org/officeDocument/2006/relationships/tags" Target="../tags/tag172.xml"/><Relationship Id="rId1" Type="http://schemas.openxmlformats.org/officeDocument/2006/relationships/tags" Target="../tags/tag16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9.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9" Type="http://schemas.openxmlformats.org/officeDocument/2006/relationships/tags" Target="../tags/tag195.xml"/><Relationship Id="rId8" Type="http://schemas.openxmlformats.org/officeDocument/2006/relationships/tags" Target="../tags/tag194.xml"/><Relationship Id="rId7" Type="http://schemas.openxmlformats.org/officeDocument/2006/relationships/tags" Target="../tags/tag193.xml"/><Relationship Id="rId6" Type="http://schemas.openxmlformats.org/officeDocument/2006/relationships/tags" Target="../tags/tag192.xml"/><Relationship Id="rId5" Type="http://schemas.openxmlformats.org/officeDocument/2006/relationships/tags" Target="../tags/tag191.xml"/><Relationship Id="rId4" Type="http://schemas.openxmlformats.org/officeDocument/2006/relationships/tags" Target="../tags/tag190.xml"/><Relationship Id="rId3" Type="http://schemas.openxmlformats.org/officeDocument/2006/relationships/tags" Target="../tags/tag189.xml"/><Relationship Id="rId26" Type="http://schemas.openxmlformats.org/officeDocument/2006/relationships/notesSlide" Target="../notesSlides/notesSlide7.xml"/><Relationship Id="rId25" Type="http://schemas.openxmlformats.org/officeDocument/2006/relationships/slideLayout" Target="../slideLayouts/slideLayout15.xml"/><Relationship Id="rId24" Type="http://schemas.openxmlformats.org/officeDocument/2006/relationships/tags" Target="../tags/tag210.xml"/><Relationship Id="rId23" Type="http://schemas.openxmlformats.org/officeDocument/2006/relationships/tags" Target="../tags/tag209.xml"/><Relationship Id="rId22" Type="http://schemas.openxmlformats.org/officeDocument/2006/relationships/tags" Target="../tags/tag208.xml"/><Relationship Id="rId21" Type="http://schemas.openxmlformats.org/officeDocument/2006/relationships/tags" Target="../tags/tag207.xml"/><Relationship Id="rId20" Type="http://schemas.openxmlformats.org/officeDocument/2006/relationships/tags" Target="../tags/tag206.xml"/><Relationship Id="rId2" Type="http://schemas.openxmlformats.org/officeDocument/2006/relationships/tags" Target="../tags/tag188.xml"/><Relationship Id="rId19" Type="http://schemas.openxmlformats.org/officeDocument/2006/relationships/tags" Target="../tags/tag205.xml"/><Relationship Id="rId18" Type="http://schemas.openxmlformats.org/officeDocument/2006/relationships/tags" Target="../tags/tag204.xml"/><Relationship Id="rId17" Type="http://schemas.openxmlformats.org/officeDocument/2006/relationships/tags" Target="../tags/tag203.xml"/><Relationship Id="rId16" Type="http://schemas.openxmlformats.org/officeDocument/2006/relationships/tags" Target="../tags/tag202.xml"/><Relationship Id="rId15" Type="http://schemas.openxmlformats.org/officeDocument/2006/relationships/tags" Target="../tags/tag201.xml"/><Relationship Id="rId14" Type="http://schemas.openxmlformats.org/officeDocument/2006/relationships/tags" Target="../tags/tag200.xml"/><Relationship Id="rId13" Type="http://schemas.openxmlformats.org/officeDocument/2006/relationships/tags" Target="../tags/tag199.xml"/><Relationship Id="rId12" Type="http://schemas.openxmlformats.org/officeDocument/2006/relationships/tags" Target="../tags/tag198.xml"/><Relationship Id="rId11" Type="http://schemas.openxmlformats.org/officeDocument/2006/relationships/tags" Target="../tags/tag197.xml"/><Relationship Id="rId10" Type="http://schemas.openxmlformats.org/officeDocument/2006/relationships/tags" Target="../tags/tag196.xml"/><Relationship Id="rId1" Type="http://schemas.openxmlformats.org/officeDocument/2006/relationships/tags" Target="../tags/tag187.xml"/></Relationships>
</file>

<file path=ppt/slides/_rels/slide10.xml.rels><?xml version="1.0" encoding="UTF-8" standalone="yes"?>
<Relationships xmlns="http://schemas.openxmlformats.org/package/2006/relationships"><Relationship Id="rId9" Type="http://schemas.openxmlformats.org/officeDocument/2006/relationships/tags" Target="../tags/tag219.xml"/><Relationship Id="rId8" Type="http://schemas.openxmlformats.org/officeDocument/2006/relationships/tags" Target="../tags/tag218.xml"/><Relationship Id="rId7" Type="http://schemas.openxmlformats.org/officeDocument/2006/relationships/tags" Target="../tags/tag217.xml"/><Relationship Id="rId6" Type="http://schemas.openxmlformats.org/officeDocument/2006/relationships/tags" Target="../tags/tag216.xml"/><Relationship Id="rId5" Type="http://schemas.openxmlformats.org/officeDocument/2006/relationships/tags" Target="../tags/tag215.xml"/><Relationship Id="rId4" Type="http://schemas.openxmlformats.org/officeDocument/2006/relationships/tags" Target="../tags/tag214.xml"/><Relationship Id="rId3" Type="http://schemas.openxmlformats.org/officeDocument/2006/relationships/tags" Target="../tags/tag213.xml"/><Relationship Id="rId21" Type="http://schemas.openxmlformats.org/officeDocument/2006/relationships/slideLayout" Target="../slideLayouts/slideLayout15.xml"/><Relationship Id="rId20" Type="http://schemas.openxmlformats.org/officeDocument/2006/relationships/tags" Target="../tags/tag230.xml"/><Relationship Id="rId2" Type="http://schemas.openxmlformats.org/officeDocument/2006/relationships/tags" Target="../tags/tag212.xml"/><Relationship Id="rId19" Type="http://schemas.openxmlformats.org/officeDocument/2006/relationships/tags" Target="../tags/tag229.xml"/><Relationship Id="rId18" Type="http://schemas.openxmlformats.org/officeDocument/2006/relationships/tags" Target="../tags/tag228.xml"/><Relationship Id="rId17" Type="http://schemas.openxmlformats.org/officeDocument/2006/relationships/tags" Target="../tags/tag227.xml"/><Relationship Id="rId16" Type="http://schemas.openxmlformats.org/officeDocument/2006/relationships/tags" Target="../tags/tag226.xml"/><Relationship Id="rId15" Type="http://schemas.openxmlformats.org/officeDocument/2006/relationships/tags" Target="../tags/tag225.xml"/><Relationship Id="rId14" Type="http://schemas.openxmlformats.org/officeDocument/2006/relationships/tags" Target="../tags/tag224.xml"/><Relationship Id="rId13" Type="http://schemas.openxmlformats.org/officeDocument/2006/relationships/tags" Target="../tags/tag223.xml"/><Relationship Id="rId12" Type="http://schemas.openxmlformats.org/officeDocument/2006/relationships/tags" Target="../tags/tag222.xml"/><Relationship Id="rId11" Type="http://schemas.openxmlformats.org/officeDocument/2006/relationships/tags" Target="../tags/tag221.xml"/><Relationship Id="rId10" Type="http://schemas.openxmlformats.org/officeDocument/2006/relationships/tags" Target="../tags/tag220.xml"/><Relationship Id="rId1" Type="http://schemas.openxmlformats.org/officeDocument/2006/relationships/tags" Target="../tags/tag211.xml"/></Relationships>
</file>

<file path=ppt/slides/_rels/slide11.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2" Type="http://schemas.openxmlformats.org/officeDocument/2006/relationships/notesSlide" Target="../notesSlides/notesSlide8.xml"/><Relationship Id="rId11" Type="http://schemas.openxmlformats.org/officeDocument/2006/relationships/slideLayout" Target="../slideLayouts/slideLayout15.xml"/><Relationship Id="rId10" Type="http://schemas.openxmlformats.org/officeDocument/2006/relationships/tags" Target="../tags/tag240.xml"/><Relationship Id="rId1" Type="http://schemas.openxmlformats.org/officeDocument/2006/relationships/tags" Target="../tags/tag23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9" Type="http://schemas.openxmlformats.org/officeDocument/2006/relationships/tags" Target="../tags/tag249.xml"/><Relationship Id="rId8" Type="http://schemas.openxmlformats.org/officeDocument/2006/relationships/tags" Target="../tags/tag248.xml"/><Relationship Id="rId7" Type="http://schemas.openxmlformats.org/officeDocument/2006/relationships/tags" Target="../tags/tag247.xml"/><Relationship Id="rId6" Type="http://schemas.openxmlformats.org/officeDocument/2006/relationships/tags" Target="../tags/tag246.xml"/><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1" Type="http://schemas.openxmlformats.org/officeDocument/2006/relationships/slideLayout" Target="../slideLayouts/slideLayout15.xml"/><Relationship Id="rId20" Type="http://schemas.openxmlformats.org/officeDocument/2006/relationships/tags" Target="../tags/tag260.xml"/><Relationship Id="rId2" Type="http://schemas.openxmlformats.org/officeDocument/2006/relationships/tags" Target="../tags/tag242.xml"/><Relationship Id="rId19" Type="http://schemas.openxmlformats.org/officeDocument/2006/relationships/tags" Target="../tags/tag259.xml"/><Relationship Id="rId18" Type="http://schemas.openxmlformats.org/officeDocument/2006/relationships/tags" Target="../tags/tag258.xml"/><Relationship Id="rId17" Type="http://schemas.openxmlformats.org/officeDocument/2006/relationships/tags" Target="../tags/tag257.xml"/><Relationship Id="rId16" Type="http://schemas.openxmlformats.org/officeDocument/2006/relationships/tags" Target="../tags/tag256.xml"/><Relationship Id="rId15" Type="http://schemas.openxmlformats.org/officeDocument/2006/relationships/tags" Target="../tags/tag255.xml"/><Relationship Id="rId14" Type="http://schemas.openxmlformats.org/officeDocument/2006/relationships/tags" Target="../tags/tag254.xml"/><Relationship Id="rId13" Type="http://schemas.openxmlformats.org/officeDocument/2006/relationships/tags" Target="../tags/tag253.xml"/><Relationship Id="rId12" Type="http://schemas.openxmlformats.org/officeDocument/2006/relationships/tags" Target="../tags/tag252.xml"/><Relationship Id="rId11" Type="http://schemas.openxmlformats.org/officeDocument/2006/relationships/tags" Target="../tags/tag251.xml"/><Relationship Id="rId10" Type="http://schemas.openxmlformats.org/officeDocument/2006/relationships/tags" Target="../tags/tag250.xml"/><Relationship Id="rId1" Type="http://schemas.openxmlformats.org/officeDocument/2006/relationships/tags" Target="../tags/tag241.xml"/></Relationships>
</file>

<file path=ppt/slides/_rels/slide14.xml.rels><?xml version="1.0" encoding="UTF-8" standalone="yes"?>
<Relationships xmlns="http://schemas.openxmlformats.org/package/2006/relationships"><Relationship Id="rId9" Type="http://schemas.openxmlformats.org/officeDocument/2006/relationships/tags" Target="../tags/tag269.xml"/><Relationship Id="rId8" Type="http://schemas.openxmlformats.org/officeDocument/2006/relationships/tags" Target="../tags/tag268.xml"/><Relationship Id="rId7" Type="http://schemas.openxmlformats.org/officeDocument/2006/relationships/tags" Target="../tags/tag267.xml"/><Relationship Id="rId6" Type="http://schemas.openxmlformats.org/officeDocument/2006/relationships/tags" Target="../tags/tag266.xml"/><Relationship Id="rId5" Type="http://schemas.openxmlformats.org/officeDocument/2006/relationships/tags" Target="../tags/tag265.xml"/><Relationship Id="rId4" Type="http://schemas.openxmlformats.org/officeDocument/2006/relationships/tags" Target="../tags/tag264.xml"/><Relationship Id="rId3" Type="http://schemas.openxmlformats.org/officeDocument/2006/relationships/tags" Target="../tags/tag263.xml"/><Relationship Id="rId2" Type="http://schemas.openxmlformats.org/officeDocument/2006/relationships/tags" Target="../tags/tag262.xml"/><Relationship Id="rId12" Type="http://schemas.openxmlformats.org/officeDocument/2006/relationships/notesSlide" Target="../notesSlides/notesSlide10.xml"/><Relationship Id="rId11" Type="http://schemas.openxmlformats.org/officeDocument/2006/relationships/slideLayout" Target="../slideLayouts/slideLayout15.xml"/><Relationship Id="rId10" Type="http://schemas.openxmlformats.org/officeDocument/2006/relationships/tags" Target="../tags/tag270.xml"/><Relationship Id="rId1" Type="http://schemas.openxmlformats.org/officeDocument/2006/relationships/tags" Target="../tags/tag26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5.xml"/><Relationship Id="rId3" Type="http://schemas.openxmlformats.org/officeDocument/2006/relationships/tags" Target="../tags/tag273.xml"/><Relationship Id="rId2" Type="http://schemas.openxmlformats.org/officeDocument/2006/relationships/tags" Target="../tags/tag272.xml"/><Relationship Id="rId1" Type="http://schemas.openxmlformats.org/officeDocument/2006/relationships/tags" Target="../tags/tag271.xml"/></Relationships>
</file>

<file path=ppt/slides/_rels/slide17.xml.rels><?xml version="1.0" encoding="UTF-8" standalone="yes"?>
<Relationships xmlns="http://schemas.openxmlformats.org/package/2006/relationships"><Relationship Id="rId9" Type="http://schemas.openxmlformats.org/officeDocument/2006/relationships/tags" Target="../tags/tag282.xml"/><Relationship Id="rId8" Type="http://schemas.openxmlformats.org/officeDocument/2006/relationships/tags" Target="../tags/tag281.xml"/><Relationship Id="rId7" Type="http://schemas.openxmlformats.org/officeDocument/2006/relationships/tags" Target="../tags/tag280.xml"/><Relationship Id="rId6" Type="http://schemas.openxmlformats.org/officeDocument/2006/relationships/tags" Target="../tags/tag279.xml"/><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tags" Target="../tags/tag276.xml"/><Relationship Id="rId21" Type="http://schemas.openxmlformats.org/officeDocument/2006/relationships/slideLayout" Target="../slideLayouts/slideLayout15.xml"/><Relationship Id="rId20" Type="http://schemas.openxmlformats.org/officeDocument/2006/relationships/tags" Target="../tags/tag293.xml"/><Relationship Id="rId2" Type="http://schemas.openxmlformats.org/officeDocument/2006/relationships/tags" Target="../tags/tag275.xml"/><Relationship Id="rId19" Type="http://schemas.openxmlformats.org/officeDocument/2006/relationships/tags" Target="../tags/tag292.xml"/><Relationship Id="rId18" Type="http://schemas.openxmlformats.org/officeDocument/2006/relationships/tags" Target="../tags/tag291.xml"/><Relationship Id="rId17" Type="http://schemas.openxmlformats.org/officeDocument/2006/relationships/tags" Target="../tags/tag290.xml"/><Relationship Id="rId16" Type="http://schemas.openxmlformats.org/officeDocument/2006/relationships/tags" Target="../tags/tag289.xml"/><Relationship Id="rId15" Type="http://schemas.openxmlformats.org/officeDocument/2006/relationships/tags" Target="../tags/tag288.xml"/><Relationship Id="rId14" Type="http://schemas.openxmlformats.org/officeDocument/2006/relationships/tags" Target="../tags/tag287.xml"/><Relationship Id="rId13" Type="http://schemas.openxmlformats.org/officeDocument/2006/relationships/tags" Target="../tags/tag286.xml"/><Relationship Id="rId12" Type="http://schemas.openxmlformats.org/officeDocument/2006/relationships/tags" Target="../tags/tag285.xml"/><Relationship Id="rId11" Type="http://schemas.openxmlformats.org/officeDocument/2006/relationships/tags" Target="../tags/tag284.xml"/><Relationship Id="rId10" Type="http://schemas.openxmlformats.org/officeDocument/2006/relationships/tags" Target="../tags/tag283.xml"/><Relationship Id="rId1" Type="http://schemas.openxmlformats.org/officeDocument/2006/relationships/tags" Target="../tags/tag274.xml"/></Relationships>
</file>

<file path=ppt/slides/_rels/slide18.xml.rels><?xml version="1.0" encoding="UTF-8" standalone="yes"?>
<Relationships xmlns="http://schemas.openxmlformats.org/package/2006/relationships"><Relationship Id="rId9" Type="http://schemas.openxmlformats.org/officeDocument/2006/relationships/tags" Target="../tags/tag302.xml"/><Relationship Id="rId8" Type="http://schemas.openxmlformats.org/officeDocument/2006/relationships/tags" Target="../tags/tag301.xml"/><Relationship Id="rId7" Type="http://schemas.openxmlformats.org/officeDocument/2006/relationships/tags" Target="../tags/tag300.xml"/><Relationship Id="rId6" Type="http://schemas.openxmlformats.org/officeDocument/2006/relationships/tags" Target="../tags/tag299.xml"/><Relationship Id="rId5" Type="http://schemas.openxmlformats.org/officeDocument/2006/relationships/tags" Target="../tags/tag298.xml"/><Relationship Id="rId4" Type="http://schemas.openxmlformats.org/officeDocument/2006/relationships/tags" Target="../tags/tag297.xml"/><Relationship Id="rId3" Type="http://schemas.openxmlformats.org/officeDocument/2006/relationships/tags" Target="../tags/tag296.xml"/><Relationship Id="rId2" Type="http://schemas.openxmlformats.org/officeDocument/2006/relationships/tags" Target="../tags/tag295.xml"/><Relationship Id="rId12" Type="http://schemas.openxmlformats.org/officeDocument/2006/relationships/notesSlide" Target="../notesSlides/notesSlide13.xml"/><Relationship Id="rId11" Type="http://schemas.openxmlformats.org/officeDocument/2006/relationships/slideLayout" Target="../slideLayouts/slideLayout15.xml"/><Relationship Id="rId10" Type="http://schemas.openxmlformats.org/officeDocument/2006/relationships/tags" Target="../tags/tag303.xml"/><Relationship Id="rId1" Type="http://schemas.openxmlformats.org/officeDocument/2006/relationships/tags" Target="../tags/tag29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5.xml"/><Relationship Id="rId3" Type="http://schemas.openxmlformats.org/officeDocument/2006/relationships/tags" Target="../tags/tag306.xml"/><Relationship Id="rId2" Type="http://schemas.openxmlformats.org/officeDocument/2006/relationships/tags" Target="../tags/tag305.xml"/><Relationship Id="rId1" Type="http://schemas.openxmlformats.org/officeDocument/2006/relationships/tags" Target="../tags/tag304.xml"/></Relationships>
</file>

<file path=ppt/slides/_rels/slide21.xml.rels><?xml version="1.0" encoding="UTF-8" standalone="yes"?>
<Relationships xmlns="http://schemas.openxmlformats.org/package/2006/relationships"><Relationship Id="rId9" Type="http://schemas.openxmlformats.org/officeDocument/2006/relationships/tags" Target="../tags/tag315.xml"/><Relationship Id="rId8" Type="http://schemas.openxmlformats.org/officeDocument/2006/relationships/tags" Target="../tags/tag314.xml"/><Relationship Id="rId7" Type="http://schemas.openxmlformats.org/officeDocument/2006/relationships/tags" Target="../tags/tag313.xml"/><Relationship Id="rId6" Type="http://schemas.openxmlformats.org/officeDocument/2006/relationships/tags" Target="../tags/tag312.xml"/><Relationship Id="rId5" Type="http://schemas.openxmlformats.org/officeDocument/2006/relationships/tags" Target="../tags/tag311.xml"/><Relationship Id="rId4" Type="http://schemas.openxmlformats.org/officeDocument/2006/relationships/tags" Target="../tags/tag310.xml"/><Relationship Id="rId3" Type="http://schemas.openxmlformats.org/officeDocument/2006/relationships/tags" Target="../tags/tag309.xml"/><Relationship Id="rId21" Type="http://schemas.openxmlformats.org/officeDocument/2006/relationships/slideLayout" Target="../slideLayouts/slideLayout15.xml"/><Relationship Id="rId20" Type="http://schemas.openxmlformats.org/officeDocument/2006/relationships/tags" Target="../tags/tag326.xml"/><Relationship Id="rId2" Type="http://schemas.openxmlformats.org/officeDocument/2006/relationships/tags" Target="../tags/tag308.xml"/><Relationship Id="rId19" Type="http://schemas.openxmlformats.org/officeDocument/2006/relationships/tags" Target="../tags/tag325.xml"/><Relationship Id="rId18" Type="http://schemas.openxmlformats.org/officeDocument/2006/relationships/tags" Target="../tags/tag324.xml"/><Relationship Id="rId17" Type="http://schemas.openxmlformats.org/officeDocument/2006/relationships/tags" Target="../tags/tag323.xml"/><Relationship Id="rId16" Type="http://schemas.openxmlformats.org/officeDocument/2006/relationships/tags" Target="../tags/tag322.xml"/><Relationship Id="rId15" Type="http://schemas.openxmlformats.org/officeDocument/2006/relationships/tags" Target="../tags/tag321.xml"/><Relationship Id="rId14" Type="http://schemas.openxmlformats.org/officeDocument/2006/relationships/tags" Target="../tags/tag320.xml"/><Relationship Id="rId13" Type="http://schemas.openxmlformats.org/officeDocument/2006/relationships/tags" Target="../tags/tag319.xml"/><Relationship Id="rId12" Type="http://schemas.openxmlformats.org/officeDocument/2006/relationships/tags" Target="../tags/tag318.xml"/><Relationship Id="rId11" Type="http://schemas.openxmlformats.org/officeDocument/2006/relationships/tags" Target="../tags/tag317.xml"/><Relationship Id="rId10" Type="http://schemas.openxmlformats.org/officeDocument/2006/relationships/tags" Target="../tags/tag316.xml"/><Relationship Id="rId1" Type="http://schemas.openxmlformats.org/officeDocument/2006/relationships/tags" Target="../tags/tag307.xml"/></Relationships>
</file>

<file path=ppt/slides/_rels/slide22.xml.rels><?xml version="1.0" encoding="UTF-8" standalone="yes"?>
<Relationships xmlns="http://schemas.openxmlformats.org/package/2006/relationships"><Relationship Id="rId9" Type="http://schemas.openxmlformats.org/officeDocument/2006/relationships/tags" Target="../tags/tag335.xml"/><Relationship Id="rId8" Type="http://schemas.openxmlformats.org/officeDocument/2006/relationships/tags" Target="../tags/tag334.xml"/><Relationship Id="rId7" Type="http://schemas.openxmlformats.org/officeDocument/2006/relationships/tags" Target="../tags/tag333.xml"/><Relationship Id="rId6" Type="http://schemas.openxmlformats.org/officeDocument/2006/relationships/tags" Target="../tags/tag332.xml"/><Relationship Id="rId5" Type="http://schemas.openxmlformats.org/officeDocument/2006/relationships/tags" Target="../tags/tag331.xml"/><Relationship Id="rId4" Type="http://schemas.openxmlformats.org/officeDocument/2006/relationships/tags" Target="../tags/tag330.xml"/><Relationship Id="rId3" Type="http://schemas.openxmlformats.org/officeDocument/2006/relationships/tags" Target="../tags/tag329.xml"/><Relationship Id="rId2" Type="http://schemas.openxmlformats.org/officeDocument/2006/relationships/tags" Target="../tags/tag328.xml"/><Relationship Id="rId12" Type="http://schemas.openxmlformats.org/officeDocument/2006/relationships/notesSlide" Target="../notesSlides/notesSlide16.xml"/><Relationship Id="rId11" Type="http://schemas.openxmlformats.org/officeDocument/2006/relationships/slideLayout" Target="../slideLayouts/slideLayout15.xml"/><Relationship Id="rId10" Type="http://schemas.openxmlformats.org/officeDocument/2006/relationships/tags" Target="../tags/tag336.xml"/><Relationship Id="rId1" Type="http://schemas.openxmlformats.org/officeDocument/2006/relationships/tags" Target="../tags/tag32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15.xml"/><Relationship Id="rId3" Type="http://schemas.openxmlformats.org/officeDocument/2006/relationships/tags" Target="../tags/tag339.xml"/><Relationship Id="rId2" Type="http://schemas.openxmlformats.org/officeDocument/2006/relationships/tags" Target="../tags/tag338.xml"/><Relationship Id="rId1" Type="http://schemas.openxmlformats.org/officeDocument/2006/relationships/tags" Target="../tags/tag33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9" Type="http://schemas.openxmlformats.org/officeDocument/2006/relationships/tags" Target="../tags/tag348.xml"/><Relationship Id="rId8" Type="http://schemas.openxmlformats.org/officeDocument/2006/relationships/tags" Target="../tags/tag347.xml"/><Relationship Id="rId7" Type="http://schemas.openxmlformats.org/officeDocument/2006/relationships/tags" Target="../tags/tag346.xml"/><Relationship Id="rId6" Type="http://schemas.openxmlformats.org/officeDocument/2006/relationships/tags" Target="../tags/tag345.xml"/><Relationship Id="rId5" Type="http://schemas.openxmlformats.org/officeDocument/2006/relationships/tags" Target="../tags/tag344.xml"/><Relationship Id="rId4" Type="http://schemas.openxmlformats.org/officeDocument/2006/relationships/tags" Target="../tags/tag343.xml"/><Relationship Id="rId3" Type="http://schemas.openxmlformats.org/officeDocument/2006/relationships/tags" Target="../tags/tag342.xml"/><Relationship Id="rId26" Type="http://schemas.openxmlformats.org/officeDocument/2006/relationships/notesSlide" Target="../notesSlides/notesSlide20.xml"/><Relationship Id="rId25" Type="http://schemas.openxmlformats.org/officeDocument/2006/relationships/slideLayout" Target="../slideLayouts/slideLayout15.xml"/><Relationship Id="rId24" Type="http://schemas.openxmlformats.org/officeDocument/2006/relationships/tags" Target="../tags/tag363.xml"/><Relationship Id="rId23" Type="http://schemas.openxmlformats.org/officeDocument/2006/relationships/tags" Target="../tags/tag362.xml"/><Relationship Id="rId22" Type="http://schemas.openxmlformats.org/officeDocument/2006/relationships/tags" Target="../tags/tag361.xml"/><Relationship Id="rId21" Type="http://schemas.openxmlformats.org/officeDocument/2006/relationships/tags" Target="../tags/tag360.xml"/><Relationship Id="rId20" Type="http://schemas.openxmlformats.org/officeDocument/2006/relationships/tags" Target="../tags/tag359.xml"/><Relationship Id="rId2" Type="http://schemas.openxmlformats.org/officeDocument/2006/relationships/tags" Target="../tags/tag341.xml"/><Relationship Id="rId19" Type="http://schemas.openxmlformats.org/officeDocument/2006/relationships/tags" Target="../tags/tag358.xml"/><Relationship Id="rId18" Type="http://schemas.openxmlformats.org/officeDocument/2006/relationships/tags" Target="../tags/tag357.xml"/><Relationship Id="rId17" Type="http://schemas.openxmlformats.org/officeDocument/2006/relationships/tags" Target="../tags/tag356.xml"/><Relationship Id="rId16" Type="http://schemas.openxmlformats.org/officeDocument/2006/relationships/tags" Target="../tags/tag355.xml"/><Relationship Id="rId15" Type="http://schemas.openxmlformats.org/officeDocument/2006/relationships/tags" Target="../tags/tag354.xml"/><Relationship Id="rId14" Type="http://schemas.openxmlformats.org/officeDocument/2006/relationships/tags" Target="../tags/tag353.xml"/><Relationship Id="rId13" Type="http://schemas.openxmlformats.org/officeDocument/2006/relationships/tags" Target="../tags/tag352.xml"/><Relationship Id="rId12" Type="http://schemas.openxmlformats.org/officeDocument/2006/relationships/tags" Target="../tags/tag351.xml"/><Relationship Id="rId11" Type="http://schemas.openxmlformats.org/officeDocument/2006/relationships/tags" Target="../tags/tag350.xml"/><Relationship Id="rId10" Type="http://schemas.openxmlformats.org/officeDocument/2006/relationships/tags" Target="../tags/tag349.xml"/><Relationship Id="rId1" Type="http://schemas.openxmlformats.org/officeDocument/2006/relationships/tags" Target="../tags/tag340.xml"/></Relationships>
</file>

<file path=ppt/slides/_rels/slide27.xml.rels><?xml version="1.0" encoding="UTF-8" standalone="yes"?>
<Relationships xmlns="http://schemas.openxmlformats.org/package/2006/relationships"><Relationship Id="rId9" Type="http://schemas.openxmlformats.org/officeDocument/2006/relationships/tags" Target="../tags/tag372.xml"/><Relationship Id="rId8" Type="http://schemas.openxmlformats.org/officeDocument/2006/relationships/tags" Target="../tags/tag371.xml"/><Relationship Id="rId7" Type="http://schemas.openxmlformats.org/officeDocument/2006/relationships/tags" Target="../tags/tag370.xml"/><Relationship Id="rId6" Type="http://schemas.openxmlformats.org/officeDocument/2006/relationships/tags" Target="../tags/tag369.xml"/><Relationship Id="rId5" Type="http://schemas.openxmlformats.org/officeDocument/2006/relationships/tags" Target="../tags/tag368.xml"/><Relationship Id="rId4" Type="http://schemas.openxmlformats.org/officeDocument/2006/relationships/tags" Target="../tags/tag367.xml"/><Relationship Id="rId3" Type="http://schemas.openxmlformats.org/officeDocument/2006/relationships/tags" Target="../tags/tag366.xml"/><Relationship Id="rId21" Type="http://schemas.openxmlformats.org/officeDocument/2006/relationships/slideLayout" Target="../slideLayouts/slideLayout15.xml"/><Relationship Id="rId20" Type="http://schemas.openxmlformats.org/officeDocument/2006/relationships/tags" Target="../tags/tag383.xml"/><Relationship Id="rId2" Type="http://schemas.openxmlformats.org/officeDocument/2006/relationships/tags" Target="../tags/tag365.xml"/><Relationship Id="rId19" Type="http://schemas.openxmlformats.org/officeDocument/2006/relationships/tags" Target="../tags/tag382.xml"/><Relationship Id="rId18" Type="http://schemas.openxmlformats.org/officeDocument/2006/relationships/tags" Target="../tags/tag381.xml"/><Relationship Id="rId17" Type="http://schemas.openxmlformats.org/officeDocument/2006/relationships/tags" Target="../tags/tag380.xml"/><Relationship Id="rId16" Type="http://schemas.openxmlformats.org/officeDocument/2006/relationships/tags" Target="../tags/tag379.xml"/><Relationship Id="rId15" Type="http://schemas.openxmlformats.org/officeDocument/2006/relationships/tags" Target="../tags/tag378.xml"/><Relationship Id="rId14" Type="http://schemas.openxmlformats.org/officeDocument/2006/relationships/tags" Target="../tags/tag377.xml"/><Relationship Id="rId13" Type="http://schemas.openxmlformats.org/officeDocument/2006/relationships/tags" Target="../tags/tag376.xml"/><Relationship Id="rId12" Type="http://schemas.openxmlformats.org/officeDocument/2006/relationships/tags" Target="../tags/tag375.xml"/><Relationship Id="rId11" Type="http://schemas.openxmlformats.org/officeDocument/2006/relationships/tags" Target="../tags/tag374.xml"/><Relationship Id="rId10" Type="http://schemas.openxmlformats.org/officeDocument/2006/relationships/tags" Target="../tags/tag373.xml"/><Relationship Id="rId1" Type="http://schemas.openxmlformats.org/officeDocument/2006/relationships/tags" Target="../tags/tag36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9" Type="http://schemas.openxmlformats.org/officeDocument/2006/relationships/tags" Target="../tags/tag392.xml"/><Relationship Id="rId8" Type="http://schemas.openxmlformats.org/officeDocument/2006/relationships/tags" Target="../tags/tag391.xml"/><Relationship Id="rId7" Type="http://schemas.openxmlformats.org/officeDocument/2006/relationships/tags" Target="../tags/tag390.xml"/><Relationship Id="rId6" Type="http://schemas.openxmlformats.org/officeDocument/2006/relationships/tags" Target="../tags/tag389.xml"/><Relationship Id="rId5" Type="http://schemas.openxmlformats.org/officeDocument/2006/relationships/tags" Target="../tags/tag388.xml"/><Relationship Id="rId4" Type="http://schemas.openxmlformats.org/officeDocument/2006/relationships/tags" Target="../tags/tag387.xml"/><Relationship Id="rId3" Type="http://schemas.openxmlformats.org/officeDocument/2006/relationships/tags" Target="../tags/tag386.xml"/><Relationship Id="rId21" Type="http://schemas.openxmlformats.org/officeDocument/2006/relationships/slideLayout" Target="../slideLayouts/slideLayout15.xml"/><Relationship Id="rId20" Type="http://schemas.openxmlformats.org/officeDocument/2006/relationships/tags" Target="../tags/tag403.xml"/><Relationship Id="rId2" Type="http://schemas.openxmlformats.org/officeDocument/2006/relationships/tags" Target="../tags/tag385.xml"/><Relationship Id="rId19" Type="http://schemas.openxmlformats.org/officeDocument/2006/relationships/tags" Target="../tags/tag402.xml"/><Relationship Id="rId18" Type="http://schemas.openxmlformats.org/officeDocument/2006/relationships/tags" Target="../tags/tag401.xml"/><Relationship Id="rId17" Type="http://schemas.openxmlformats.org/officeDocument/2006/relationships/tags" Target="../tags/tag400.xml"/><Relationship Id="rId16" Type="http://schemas.openxmlformats.org/officeDocument/2006/relationships/tags" Target="../tags/tag399.xml"/><Relationship Id="rId15" Type="http://schemas.openxmlformats.org/officeDocument/2006/relationships/tags" Target="../tags/tag398.xml"/><Relationship Id="rId14" Type="http://schemas.openxmlformats.org/officeDocument/2006/relationships/tags" Target="../tags/tag397.xml"/><Relationship Id="rId13" Type="http://schemas.openxmlformats.org/officeDocument/2006/relationships/tags" Target="../tags/tag396.xml"/><Relationship Id="rId12" Type="http://schemas.openxmlformats.org/officeDocument/2006/relationships/tags" Target="../tags/tag395.xml"/><Relationship Id="rId11" Type="http://schemas.openxmlformats.org/officeDocument/2006/relationships/tags" Target="../tags/tag394.xml"/><Relationship Id="rId10" Type="http://schemas.openxmlformats.org/officeDocument/2006/relationships/tags" Target="../tags/tag393.xml"/><Relationship Id="rId1" Type="http://schemas.openxmlformats.org/officeDocument/2006/relationships/tags" Target="../tags/tag38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9" Type="http://schemas.openxmlformats.org/officeDocument/2006/relationships/tags" Target="../tags/tag412.xml"/><Relationship Id="rId8" Type="http://schemas.openxmlformats.org/officeDocument/2006/relationships/tags" Target="../tags/tag411.xml"/><Relationship Id="rId7" Type="http://schemas.openxmlformats.org/officeDocument/2006/relationships/tags" Target="../tags/tag410.xml"/><Relationship Id="rId6" Type="http://schemas.openxmlformats.org/officeDocument/2006/relationships/tags" Target="../tags/tag409.xml"/><Relationship Id="rId5" Type="http://schemas.openxmlformats.org/officeDocument/2006/relationships/tags" Target="../tags/tag408.xml"/><Relationship Id="rId4" Type="http://schemas.openxmlformats.org/officeDocument/2006/relationships/tags" Target="../tags/tag407.xml"/><Relationship Id="rId3" Type="http://schemas.openxmlformats.org/officeDocument/2006/relationships/tags" Target="../tags/tag406.xml"/><Relationship Id="rId21" Type="http://schemas.openxmlformats.org/officeDocument/2006/relationships/slideLayout" Target="../slideLayouts/slideLayout15.xml"/><Relationship Id="rId20" Type="http://schemas.openxmlformats.org/officeDocument/2006/relationships/tags" Target="../tags/tag423.xml"/><Relationship Id="rId2" Type="http://schemas.openxmlformats.org/officeDocument/2006/relationships/tags" Target="../tags/tag405.xml"/><Relationship Id="rId19" Type="http://schemas.openxmlformats.org/officeDocument/2006/relationships/tags" Target="../tags/tag422.xml"/><Relationship Id="rId18" Type="http://schemas.openxmlformats.org/officeDocument/2006/relationships/tags" Target="../tags/tag421.xml"/><Relationship Id="rId17" Type="http://schemas.openxmlformats.org/officeDocument/2006/relationships/tags" Target="../tags/tag420.xml"/><Relationship Id="rId16" Type="http://schemas.openxmlformats.org/officeDocument/2006/relationships/tags" Target="../tags/tag419.xml"/><Relationship Id="rId15" Type="http://schemas.openxmlformats.org/officeDocument/2006/relationships/tags" Target="../tags/tag418.xml"/><Relationship Id="rId14" Type="http://schemas.openxmlformats.org/officeDocument/2006/relationships/tags" Target="../tags/tag417.xml"/><Relationship Id="rId13" Type="http://schemas.openxmlformats.org/officeDocument/2006/relationships/tags" Target="../tags/tag416.xml"/><Relationship Id="rId12" Type="http://schemas.openxmlformats.org/officeDocument/2006/relationships/tags" Target="../tags/tag415.xml"/><Relationship Id="rId11" Type="http://schemas.openxmlformats.org/officeDocument/2006/relationships/tags" Target="../tags/tag414.xml"/><Relationship Id="rId10" Type="http://schemas.openxmlformats.org/officeDocument/2006/relationships/tags" Target="../tags/tag413.xml"/><Relationship Id="rId1" Type="http://schemas.openxmlformats.org/officeDocument/2006/relationships/tags" Target="../tags/tag40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9" Type="http://schemas.openxmlformats.org/officeDocument/2006/relationships/tags" Target="../tags/tag432.xml"/><Relationship Id="rId8" Type="http://schemas.openxmlformats.org/officeDocument/2006/relationships/tags" Target="../tags/tag431.xml"/><Relationship Id="rId7" Type="http://schemas.openxmlformats.org/officeDocument/2006/relationships/tags" Target="../tags/tag430.xml"/><Relationship Id="rId6" Type="http://schemas.openxmlformats.org/officeDocument/2006/relationships/tags" Target="../tags/tag429.xml"/><Relationship Id="rId5" Type="http://schemas.openxmlformats.org/officeDocument/2006/relationships/tags" Target="../tags/tag428.xml"/><Relationship Id="rId4" Type="http://schemas.openxmlformats.org/officeDocument/2006/relationships/tags" Target="../tags/tag427.xml"/><Relationship Id="rId3" Type="http://schemas.openxmlformats.org/officeDocument/2006/relationships/tags" Target="../tags/tag426.xml"/><Relationship Id="rId21" Type="http://schemas.openxmlformats.org/officeDocument/2006/relationships/slideLayout" Target="../slideLayouts/slideLayout15.xml"/><Relationship Id="rId20" Type="http://schemas.openxmlformats.org/officeDocument/2006/relationships/tags" Target="../tags/tag443.xml"/><Relationship Id="rId2" Type="http://schemas.openxmlformats.org/officeDocument/2006/relationships/tags" Target="../tags/tag425.xml"/><Relationship Id="rId19" Type="http://schemas.openxmlformats.org/officeDocument/2006/relationships/tags" Target="../tags/tag442.xml"/><Relationship Id="rId18" Type="http://schemas.openxmlformats.org/officeDocument/2006/relationships/tags" Target="../tags/tag441.xml"/><Relationship Id="rId17" Type="http://schemas.openxmlformats.org/officeDocument/2006/relationships/tags" Target="../tags/tag440.xml"/><Relationship Id="rId16" Type="http://schemas.openxmlformats.org/officeDocument/2006/relationships/tags" Target="../tags/tag439.xml"/><Relationship Id="rId15" Type="http://schemas.openxmlformats.org/officeDocument/2006/relationships/tags" Target="../tags/tag438.xml"/><Relationship Id="rId14" Type="http://schemas.openxmlformats.org/officeDocument/2006/relationships/tags" Target="../tags/tag437.xml"/><Relationship Id="rId13" Type="http://schemas.openxmlformats.org/officeDocument/2006/relationships/tags" Target="../tags/tag436.xml"/><Relationship Id="rId12" Type="http://schemas.openxmlformats.org/officeDocument/2006/relationships/tags" Target="../tags/tag435.xml"/><Relationship Id="rId11" Type="http://schemas.openxmlformats.org/officeDocument/2006/relationships/tags" Target="../tags/tag434.xml"/><Relationship Id="rId10" Type="http://schemas.openxmlformats.org/officeDocument/2006/relationships/tags" Target="../tags/tag433.xml"/><Relationship Id="rId1" Type="http://schemas.openxmlformats.org/officeDocument/2006/relationships/tags" Target="../tags/tag42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9" Type="http://schemas.openxmlformats.org/officeDocument/2006/relationships/tags" Target="../tags/tag452.xml"/><Relationship Id="rId8" Type="http://schemas.openxmlformats.org/officeDocument/2006/relationships/tags" Target="../tags/tag451.xml"/><Relationship Id="rId7" Type="http://schemas.openxmlformats.org/officeDocument/2006/relationships/tags" Target="../tags/tag450.xml"/><Relationship Id="rId6" Type="http://schemas.openxmlformats.org/officeDocument/2006/relationships/tags" Target="../tags/tag449.xml"/><Relationship Id="rId5" Type="http://schemas.openxmlformats.org/officeDocument/2006/relationships/tags" Target="../tags/tag448.xml"/><Relationship Id="rId4" Type="http://schemas.openxmlformats.org/officeDocument/2006/relationships/tags" Target="../tags/tag447.xml"/><Relationship Id="rId3" Type="http://schemas.openxmlformats.org/officeDocument/2006/relationships/tags" Target="../tags/tag446.xml"/><Relationship Id="rId26" Type="http://schemas.openxmlformats.org/officeDocument/2006/relationships/notesSlide" Target="../notesSlides/notesSlide21.xml"/><Relationship Id="rId25" Type="http://schemas.openxmlformats.org/officeDocument/2006/relationships/slideLayout" Target="../slideLayouts/slideLayout15.xml"/><Relationship Id="rId24" Type="http://schemas.openxmlformats.org/officeDocument/2006/relationships/tags" Target="../tags/tag467.xml"/><Relationship Id="rId23" Type="http://schemas.openxmlformats.org/officeDocument/2006/relationships/tags" Target="../tags/tag466.xml"/><Relationship Id="rId22" Type="http://schemas.openxmlformats.org/officeDocument/2006/relationships/tags" Target="../tags/tag465.xml"/><Relationship Id="rId21" Type="http://schemas.openxmlformats.org/officeDocument/2006/relationships/tags" Target="../tags/tag464.xml"/><Relationship Id="rId20" Type="http://schemas.openxmlformats.org/officeDocument/2006/relationships/tags" Target="../tags/tag463.xml"/><Relationship Id="rId2" Type="http://schemas.openxmlformats.org/officeDocument/2006/relationships/tags" Target="../tags/tag445.xml"/><Relationship Id="rId19" Type="http://schemas.openxmlformats.org/officeDocument/2006/relationships/tags" Target="../tags/tag462.xml"/><Relationship Id="rId18" Type="http://schemas.openxmlformats.org/officeDocument/2006/relationships/tags" Target="../tags/tag461.xml"/><Relationship Id="rId17" Type="http://schemas.openxmlformats.org/officeDocument/2006/relationships/tags" Target="../tags/tag460.xml"/><Relationship Id="rId16" Type="http://schemas.openxmlformats.org/officeDocument/2006/relationships/tags" Target="../tags/tag459.xml"/><Relationship Id="rId15" Type="http://schemas.openxmlformats.org/officeDocument/2006/relationships/tags" Target="../tags/tag458.xml"/><Relationship Id="rId14" Type="http://schemas.openxmlformats.org/officeDocument/2006/relationships/tags" Target="../tags/tag457.xml"/><Relationship Id="rId13" Type="http://schemas.openxmlformats.org/officeDocument/2006/relationships/tags" Target="../tags/tag456.xml"/><Relationship Id="rId12" Type="http://schemas.openxmlformats.org/officeDocument/2006/relationships/tags" Target="../tags/tag455.xml"/><Relationship Id="rId11" Type="http://schemas.openxmlformats.org/officeDocument/2006/relationships/tags" Target="../tags/tag454.xml"/><Relationship Id="rId10" Type="http://schemas.openxmlformats.org/officeDocument/2006/relationships/tags" Target="../tags/tag453.xml"/><Relationship Id="rId1" Type="http://schemas.openxmlformats.org/officeDocument/2006/relationships/tags" Target="../tags/tag44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5.xml"/><Relationship Id="rId2" Type="http://schemas.openxmlformats.org/officeDocument/2006/relationships/tags" Target="../tags/tag469.xml"/><Relationship Id="rId1" Type="http://schemas.openxmlformats.org/officeDocument/2006/relationships/tags" Target="../tags/tag468.xml"/></Relationships>
</file>

<file path=ppt/slides/_rels/slide70.xml.rels><?xml version="1.0" encoding="UTF-8" standalone="yes"?>
<Relationships xmlns="http://schemas.openxmlformats.org/package/2006/relationships"><Relationship Id="rId9" Type="http://schemas.openxmlformats.org/officeDocument/2006/relationships/tags" Target="../tags/tag478.xml"/><Relationship Id="rId8" Type="http://schemas.openxmlformats.org/officeDocument/2006/relationships/tags" Target="../tags/tag477.xml"/><Relationship Id="rId7" Type="http://schemas.openxmlformats.org/officeDocument/2006/relationships/tags" Target="../tags/tag476.xml"/><Relationship Id="rId6" Type="http://schemas.openxmlformats.org/officeDocument/2006/relationships/tags" Target="../tags/tag475.xml"/><Relationship Id="rId5" Type="http://schemas.openxmlformats.org/officeDocument/2006/relationships/tags" Target="../tags/tag474.xml"/><Relationship Id="rId4" Type="http://schemas.openxmlformats.org/officeDocument/2006/relationships/tags" Target="../tags/tag473.xml"/><Relationship Id="rId3" Type="http://schemas.openxmlformats.org/officeDocument/2006/relationships/tags" Target="../tags/tag472.xml"/><Relationship Id="rId26" Type="http://schemas.openxmlformats.org/officeDocument/2006/relationships/notesSlide" Target="../notesSlides/notesSlide23.xml"/><Relationship Id="rId25" Type="http://schemas.openxmlformats.org/officeDocument/2006/relationships/slideLayout" Target="../slideLayouts/slideLayout15.xml"/><Relationship Id="rId24" Type="http://schemas.openxmlformats.org/officeDocument/2006/relationships/tags" Target="../tags/tag493.xml"/><Relationship Id="rId23" Type="http://schemas.openxmlformats.org/officeDocument/2006/relationships/tags" Target="../tags/tag492.xml"/><Relationship Id="rId22" Type="http://schemas.openxmlformats.org/officeDocument/2006/relationships/tags" Target="../tags/tag491.xml"/><Relationship Id="rId21" Type="http://schemas.openxmlformats.org/officeDocument/2006/relationships/tags" Target="../tags/tag490.xml"/><Relationship Id="rId20" Type="http://schemas.openxmlformats.org/officeDocument/2006/relationships/tags" Target="../tags/tag489.xml"/><Relationship Id="rId2" Type="http://schemas.openxmlformats.org/officeDocument/2006/relationships/tags" Target="../tags/tag471.xml"/><Relationship Id="rId19" Type="http://schemas.openxmlformats.org/officeDocument/2006/relationships/tags" Target="../tags/tag488.xml"/><Relationship Id="rId18" Type="http://schemas.openxmlformats.org/officeDocument/2006/relationships/tags" Target="../tags/tag487.xml"/><Relationship Id="rId17" Type="http://schemas.openxmlformats.org/officeDocument/2006/relationships/tags" Target="../tags/tag486.xml"/><Relationship Id="rId16" Type="http://schemas.openxmlformats.org/officeDocument/2006/relationships/tags" Target="../tags/tag485.xml"/><Relationship Id="rId15" Type="http://schemas.openxmlformats.org/officeDocument/2006/relationships/tags" Target="../tags/tag484.xml"/><Relationship Id="rId14" Type="http://schemas.openxmlformats.org/officeDocument/2006/relationships/tags" Target="../tags/tag483.xml"/><Relationship Id="rId13" Type="http://schemas.openxmlformats.org/officeDocument/2006/relationships/tags" Target="../tags/tag482.xml"/><Relationship Id="rId12" Type="http://schemas.openxmlformats.org/officeDocument/2006/relationships/tags" Target="../tags/tag481.xml"/><Relationship Id="rId11" Type="http://schemas.openxmlformats.org/officeDocument/2006/relationships/tags" Target="../tags/tag480.xml"/><Relationship Id="rId10" Type="http://schemas.openxmlformats.org/officeDocument/2006/relationships/tags" Target="../tags/tag479.xml"/><Relationship Id="rId1" Type="http://schemas.openxmlformats.org/officeDocument/2006/relationships/tags" Target="../tags/tag470.xml"/></Relationships>
</file>

<file path=ppt/slides/_rels/slide71.xml.rels><?xml version="1.0" encoding="UTF-8" standalone="yes"?>
<Relationships xmlns="http://schemas.openxmlformats.org/package/2006/relationships"><Relationship Id="rId9" Type="http://schemas.openxmlformats.org/officeDocument/2006/relationships/tags" Target="../tags/tag501.xml"/><Relationship Id="rId8" Type="http://schemas.openxmlformats.org/officeDocument/2006/relationships/tags" Target="../tags/tag500.xml"/><Relationship Id="rId7" Type="http://schemas.openxmlformats.org/officeDocument/2006/relationships/tags" Target="../tags/tag499.xml"/><Relationship Id="rId6" Type="http://schemas.openxmlformats.org/officeDocument/2006/relationships/tags" Target="../tags/tag498.xml"/><Relationship Id="rId5" Type="http://schemas.openxmlformats.org/officeDocument/2006/relationships/image" Target="../media/image12.jpeg"/><Relationship Id="rId4" Type="http://schemas.openxmlformats.org/officeDocument/2006/relationships/tags" Target="../tags/tag497.xml"/><Relationship Id="rId3" Type="http://schemas.openxmlformats.org/officeDocument/2006/relationships/tags" Target="../tags/tag496.xml"/><Relationship Id="rId2" Type="http://schemas.openxmlformats.org/officeDocument/2006/relationships/tags" Target="../tags/tag495.xml"/><Relationship Id="rId13" Type="http://schemas.openxmlformats.org/officeDocument/2006/relationships/notesSlide" Target="../notesSlides/notesSlide24.xml"/><Relationship Id="rId12" Type="http://schemas.openxmlformats.org/officeDocument/2006/relationships/slideLayout" Target="../slideLayouts/slideLayout15.xml"/><Relationship Id="rId11" Type="http://schemas.openxmlformats.org/officeDocument/2006/relationships/tags" Target="../tags/tag502.xml"/><Relationship Id="rId10" Type="http://schemas.openxmlformats.org/officeDocument/2006/relationships/image" Target="../media/image13.png"/><Relationship Id="rId1" Type="http://schemas.openxmlformats.org/officeDocument/2006/relationships/tags" Target="../tags/tag494.xml"/></Relationships>
</file>

<file path=ppt/slides/_rels/slide72.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27.xml"/><Relationship Id="rId3" Type="http://schemas.openxmlformats.org/officeDocument/2006/relationships/tags" Target="../tags/tag504.xml"/><Relationship Id="rId2" Type="http://schemas.openxmlformats.org/officeDocument/2006/relationships/tags" Target="../tags/tag503.xml"/><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5" name="文本框 34"/>
          <p:cNvSpPr txBox="1"/>
          <p:nvPr>
            <p:custDataLst>
              <p:tags r:id="rId2"/>
            </p:custDataLst>
          </p:nvPr>
        </p:nvSpPr>
        <p:spPr>
          <a:xfrm>
            <a:off x="1384935" y="2401888"/>
            <a:ext cx="9902825" cy="574040"/>
          </a:xfrm>
          <a:prstGeom prst="rect">
            <a:avLst/>
          </a:prstGeom>
          <a:noFill/>
        </p:spPr>
        <p:txBody>
          <a:bodyPr wrap="square" lIns="144145" bIns="36195" rtlCol="0" anchor="ctr" anchorCtr="1">
            <a:spAutoFit/>
            <a:scene3d>
              <a:camera prst="orthographicFront"/>
              <a:lightRig rig="threePt" dir="t"/>
            </a:scene3d>
            <a:sp3d contourW="12700"/>
          </a:bodyPr>
          <a:lstStyle/>
          <a:p>
            <a:pPr algn="ctr">
              <a:buClrTx/>
              <a:buSzTx/>
              <a:buFontTx/>
            </a:pPr>
            <a:r>
              <a:rPr lang="zh-CN" altLang="en-US" sz="3200" b="1" dirty="0" smtClean="0">
                <a:latin typeface="Arial" panose="020B0604020202020204" pitchFamily="34" charset="0"/>
                <a:ea typeface="+mj-ea"/>
                <a:cs typeface="Arial" panose="020B0604020202020204" pitchFamily="34" charset="0"/>
                <a:sym typeface="+mn-ea"/>
              </a:rPr>
              <a:t>第二章</a:t>
            </a:r>
            <a:r>
              <a:rPr lang="en-US" altLang="zh-CN" sz="3200" b="1" dirty="0" smtClean="0">
                <a:latin typeface="Arial" panose="020B0604020202020204" pitchFamily="34" charset="0"/>
                <a:ea typeface="+mj-ea"/>
                <a:cs typeface="Arial" panose="020B0604020202020204" pitchFamily="34" charset="0"/>
                <a:sym typeface="+mn-ea"/>
              </a:rPr>
              <a:t> </a:t>
            </a:r>
            <a:r>
              <a:rPr lang="zh-CN" altLang="en-US" sz="3200" b="1" dirty="0" smtClean="0">
                <a:latin typeface="Arial" panose="020B0604020202020204" pitchFamily="34" charset="0"/>
                <a:ea typeface="+mj-ea"/>
                <a:cs typeface="Arial" panose="020B0604020202020204" pitchFamily="34" charset="0"/>
                <a:sym typeface="+mn-ea"/>
              </a:rPr>
              <a:t>大模型公开数据集收集与指令数据构造</a:t>
            </a:r>
            <a:endParaRPr lang="zh-CN" altLang="en-US" sz="3200" b="1" dirty="0" smtClean="0">
              <a:latin typeface="Arial" panose="020B0604020202020204" pitchFamily="34" charset="0"/>
              <a:ea typeface="+mj-ea"/>
              <a:cs typeface="Arial" panose="020B0604020202020204" pitchFamily="34" charset="0"/>
              <a:sym typeface="+mn-ea"/>
            </a:endParaRPr>
          </a:p>
        </p:txBody>
      </p:sp>
      <p:sp>
        <p:nvSpPr>
          <p:cNvPr id="5" name="圆角矩形 4"/>
          <p:cNvSpPr/>
          <p:nvPr>
            <p:custDataLst>
              <p:tags r:id="rId3"/>
            </p:custDataLst>
          </p:nvPr>
        </p:nvSpPr>
        <p:spPr>
          <a:xfrm>
            <a:off x="4784725" y="4558665"/>
            <a:ext cx="3103245" cy="498475"/>
          </a:xfrm>
          <a:prstGeom prst="roundRect">
            <a:avLst>
              <a:gd name="adj" fmla="val 50000"/>
            </a:avLst>
          </a:prstGeom>
          <a:gradFill>
            <a:gsLst>
              <a:gs pos="0">
                <a:srgbClr val="38A2F6"/>
              </a:gs>
              <a:gs pos="100000">
                <a:srgbClr val="266FEA"/>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custDataLst>
              <p:tags r:id="rId4"/>
            </p:custDataLst>
          </p:nvPr>
        </p:nvSpPr>
        <p:spPr>
          <a:xfrm>
            <a:off x="4980305" y="4623435"/>
            <a:ext cx="2743200" cy="368300"/>
          </a:xfrm>
          <a:prstGeom prst="rect">
            <a:avLst/>
          </a:prstGeom>
          <a:noFill/>
        </p:spPr>
        <p:txBody>
          <a:bodyPr wrap="square" rtlCol="0">
            <a:spAutoFit/>
            <a:scene3d>
              <a:camera prst="orthographicFront"/>
              <a:lightRig rig="threePt" dir="t"/>
            </a:scene3d>
            <a:sp3d contourW="12700"/>
          </a:bodyPr>
          <a:lstStyle/>
          <a:p>
            <a:pPr algn="ctr"/>
            <a:r>
              <a:rPr lang="zh-CN" altLang="zh-CN" b="1" dirty="0">
                <a:solidFill>
                  <a:schemeClr val="bg1"/>
                </a:solidFill>
                <a:latin typeface="Kaiti SC Bold" charset="0"/>
                <a:ea typeface="Kaiti SC Bold" charset="0"/>
                <a:cs typeface="+mn-ea"/>
                <a:sym typeface="+mn-lt"/>
              </a:rPr>
              <a:t>大模型架构与数据处理</a:t>
            </a:r>
            <a:endParaRPr lang="zh-CN" altLang="zh-CN" b="1" dirty="0">
              <a:solidFill>
                <a:schemeClr val="bg1"/>
              </a:solidFill>
              <a:latin typeface="Kaiti SC Bold" charset="0"/>
              <a:ea typeface="Kaiti SC Bold" charset="0"/>
              <a:cs typeface="+mn-ea"/>
              <a:sym typeface="+mn-lt"/>
            </a:endParaRPr>
          </a:p>
        </p:txBody>
      </p:sp>
    </p:spTree>
    <p:custDataLst>
      <p:tags r:id="rId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片 21"/>
          <p:cNvPicPr>
            <a:picLocks noChangeAspect="1"/>
          </p:cNvPicPr>
          <p:nvPr/>
        </p:nvPicPr>
        <p:blipFill>
          <a:blip r:embed="rId1"/>
          <a:stretch>
            <a:fillRect/>
          </a:stretch>
        </p:blipFill>
        <p:spPr>
          <a:xfrm>
            <a:off x="225425" y="1602105"/>
            <a:ext cx="6863715" cy="4776470"/>
          </a:xfrm>
          <a:prstGeom prst="rect">
            <a:avLst/>
          </a:prstGeom>
          <a:noFill/>
        </p:spPr>
      </p:pic>
      <p:sp>
        <p:nvSpPr>
          <p:cNvPr id="2" name="文本框 1"/>
          <p:cNvSpPr txBox="1"/>
          <p:nvPr/>
        </p:nvSpPr>
        <p:spPr>
          <a:xfrm>
            <a:off x="1362075" y="624840"/>
            <a:ext cx="3579495" cy="645160"/>
          </a:xfrm>
          <a:prstGeom prst="rect">
            <a:avLst/>
          </a:prstGeom>
          <a:noFill/>
        </p:spPr>
        <p:txBody>
          <a:bodyPr wrap="square" rtlCol="0">
            <a:spAutoFit/>
          </a:bodyPr>
          <a:lstStyle/>
          <a:p>
            <a:r>
              <a:rPr lang="zh-CN" altLang="en-US" sz="3600" dirty="0" smtClean="0">
                <a:solidFill>
                  <a:schemeClr val="accent1">
                    <a:lumMod val="75000"/>
                  </a:schemeClr>
                </a:solidFill>
              </a:rPr>
              <a:t>情境导入</a:t>
            </a:r>
            <a:endParaRPr lang="zh-CN" altLang="en-US" sz="3600" dirty="0">
              <a:solidFill>
                <a:schemeClr val="accent1">
                  <a:lumMod val="75000"/>
                </a:schemeClr>
              </a:solidFill>
            </a:endParaRPr>
          </a:p>
        </p:txBody>
      </p:sp>
      <p:sp>
        <p:nvSpPr>
          <p:cNvPr id="6" name="文本框 5"/>
          <p:cNvSpPr txBox="1"/>
          <p:nvPr/>
        </p:nvSpPr>
        <p:spPr>
          <a:xfrm>
            <a:off x="7509510" y="3428960"/>
            <a:ext cx="4239259" cy="506730"/>
          </a:xfrm>
          <a:prstGeom prst="rect">
            <a:avLst/>
          </a:prstGeom>
          <a:noFill/>
        </p:spPr>
        <p:txBody>
          <a:bodyPr wrap="square" rtlCol="0">
            <a:sp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a:t>
            </a:r>
            <a:r>
              <a:rPr lang="en-US" altLang="zh-CN" dirty="0">
                <a:latin typeface="微软雅黑" panose="020B0503020204020204" pitchFamily="34" charset="-122"/>
                <a:ea typeface="微软雅黑" panose="020B0503020204020204" pitchFamily="34" charset="-122"/>
                <a:sym typeface="+mn-ea"/>
              </a:rPr>
              <a:t>introduction_image}}</a:t>
            </a:r>
            <a:endParaRPr lang="en-US" altLang="zh-CN" dirty="0">
              <a:latin typeface="微软雅黑" panose="020B0503020204020204" pitchFamily="34" charset="-122"/>
              <a:ea typeface="微软雅黑" panose="020B0503020204020204" pitchFamily="34" charset="-122"/>
              <a:sym typeface="+mn-ea"/>
            </a:endParaRPr>
          </a:p>
        </p:txBody>
      </p:sp>
      <p:sp>
        <p:nvSpPr>
          <p:cNvPr id="8" name="矩形 7"/>
          <p:cNvSpPr/>
          <p:nvPr/>
        </p:nvSpPr>
        <p:spPr>
          <a:xfrm>
            <a:off x="7311390" y="1715729"/>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3" name="文本框 2"/>
          <p:cNvSpPr txBox="1"/>
          <p:nvPr/>
        </p:nvSpPr>
        <p:spPr>
          <a:xfrm>
            <a:off x="389890" y="1929130"/>
            <a:ext cx="6534785" cy="3415665"/>
          </a:xfrm>
          <a:prstGeom prst="rect">
            <a:avLst/>
          </a:prstGeom>
          <a:noFill/>
        </p:spPr>
        <p:txBody>
          <a:bodyPr wrap="square" rtlCol="0">
            <a:noAutofit/>
          </a:bodyPr>
          <a:lstStyle/>
          <a:p>
            <a:pPr indent="457200" algn="l" fontAlgn="auto">
              <a:lnSpc>
                <a:spcPct val="150000"/>
              </a:lnSpc>
            </a:pPr>
            <a:r>
              <a:rPr lang="zh-CN" altLang="zh-CN" dirty="0">
                <a:latin typeface="微软雅黑" panose="020B0503020204020204" pitchFamily="34" charset="-122"/>
                <a:ea typeface="微软雅黑" panose="020B0503020204020204" pitchFamily="34" charset="-122"/>
                <a:cs typeface="微软雅黑" panose="020B0503020204020204" pitchFamily="34" charset="-122"/>
                <a:sym typeface="+mn-ea"/>
              </a:rPr>
              <a:t>以《山海经》神兽白泽为引，阐述让机器理解中文语义的挑战：从传统机器翻译的词不达意，到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Transformer</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通过注意力机制实现上下文关联；再到大模型依赖高质量中文数据集进行分词与向量化，将汉字映射至高维向量空间，实现语义理解；最终通过指令数据对齐训练，赋予模型听懂指令、举一反三的能力。</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ustDataLst>
      <p:tags r:id="rId2"/>
    </p:custData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框 11"/>
          <p:cNvSpPr txBox="1"/>
          <p:nvPr/>
        </p:nvSpPr>
        <p:spPr>
          <a:xfrm>
            <a:off x="3535045" y="1271270"/>
            <a:ext cx="8034020" cy="1476375"/>
          </a:xfrm>
          <a:prstGeom prst="rect">
            <a:avLst/>
          </a:prstGeom>
          <a:noFill/>
        </p:spPr>
        <p:txBody>
          <a:bodyPr wrap="square" rtlCol="0">
            <a:spAutoFit/>
          </a:bodyPr>
          <a:lstStyle/>
          <a:p>
            <a:pPr algn="l" fontAlgn="auto">
              <a:lnSpc>
                <a:spcPct val="15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rPr>
              <a:t>计算机如何将无意义字符编码转化为可理解的语义？</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Transformer</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如何通过注意力机制实现跨句关联？</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中文大模型的认知深度取决于哪些关键因素？</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 name="文本框 16"/>
          <p:cNvSpPr txBox="1"/>
          <p:nvPr/>
        </p:nvSpPr>
        <p:spPr>
          <a:xfrm>
            <a:off x="1362075" y="624840"/>
            <a:ext cx="2098675" cy="646331"/>
          </a:xfrm>
          <a:prstGeom prst="rect">
            <a:avLst/>
          </a:prstGeom>
          <a:noFill/>
        </p:spPr>
        <p:txBody>
          <a:bodyPr wrap="square" rtlCol="0">
            <a:spAutoFit/>
          </a:bodyPr>
          <a:lstStyle/>
          <a:p>
            <a:r>
              <a:rPr lang="zh-CN" altLang="en-US" sz="3600" dirty="0" smtClean="0">
                <a:solidFill>
                  <a:schemeClr val="accent1">
                    <a:lumMod val="75000"/>
                  </a:schemeClr>
                </a:solidFill>
              </a:rPr>
              <a:t>思考一下</a:t>
            </a:r>
            <a:endParaRPr lang="zh-CN" altLang="en-US" sz="3600" dirty="0">
              <a:solidFill>
                <a:schemeClr val="accent1">
                  <a:lumMod val="75000"/>
                </a:schemeClr>
              </a:solidFill>
            </a:endParaRPr>
          </a:p>
        </p:txBody>
      </p:sp>
      <p:pic>
        <p:nvPicPr>
          <p:cNvPr id="3" name="图片 2"/>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247140" y="2500630"/>
            <a:ext cx="1237615" cy="2721610"/>
          </a:xfrm>
          <a:prstGeom prst="rect">
            <a:avLst/>
          </a:prstGeom>
        </p:spPr>
      </p:pic>
      <p:pic>
        <p:nvPicPr>
          <p:cNvPr id="7" name="图片 6" descr="31393935333436303b31393936353336343bcecabac5"/>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281045" y="562242"/>
            <a:ext cx="771525" cy="771525"/>
          </a:xfrm>
          <a:prstGeom prst="rect">
            <a:avLst/>
          </a:prstGeom>
        </p:spPr>
      </p:pic>
      <p:sp>
        <p:nvSpPr>
          <p:cNvPr id="8" name="矩形 7"/>
          <p:cNvSpPr/>
          <p:nvPr/>
        </p:nvSpPr>
        <p:spPr>
          <a:xfrm>
            <a:off x="5457190" y="2889947"/>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rPr>
              <a:t>{{image:thinking_image}}</a:t>
            </a:r>
            <a:endParaRPr lang="en-US" altLang="zh-CN" dirty="0">
              <a:solidFill>
                <a:schemeClr val="tx1"/>
              </a:solidFill>
            </a:endParaRPr>
          </a:p>
        </p:txBody>
      </p:sp>
    </p:spTree>
    <p:custDataLst>
      <p:tags r:id="rId4"/>
    </p:custData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文本框 39"/>
          <p:cNvSpPr txBox="1"/>
          <p:nvPr/>
        </p:nvSpPr>
        <p:spPr>
          <a:xfrm>
            <a:off x="642620" y="3124800"/>
            <a:ext cx="5382895" cy="1322070"/>
          </a:xfrm>
          <a:prstGeom prst="rect">
            <a:avLst/>
          </a:prstGeom>
          <a:noFill/>
        </p:spPr>
        <p:txBody>
          <a:bodyPr wrap="square" rtlCol="0">
            <a:spAutoFit/>
          </a:bodyPr>
          <a:lstStyle/>
          <a:p>
            <a:pPr algn="ctr"/>
            <a:r>
              <a:rPr 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大模型公开数据集收集与指令数据构造</a:t>
            </a:r>
            <a:endParaRPr lang="zh-CN"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107" name="椭圆 106"/>
          <p:cNvSpPr/>
          <p:nvPr/>
        </p:nvSpPr>
        <p:spPr>
          <a:xfrm>
            <a:off x="1812870" y="1985229"/>
            <a:ext cx="398145" cy="39814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4000" dirty="0">
              <a:latin typeface="Segoe UI" panose="020B0502040204020203" pitchFamily="34" charset="0"/>
              <a:ea typeface="微软雅黑" panose="020B0503020204020204" pitchFamily="34" charset="-122"/>
              <a:cs typeface="+mn-ea"/>
              <a:sym typeface="Segoe UI" panose="020B0502040204020203" pitchFamily="34" charset="0"/>
            </a:endParaRPr>
          </a:p>
        </p:txBody>
      </p:sp>
      <p:sp>
        <p:nvSpPr>
          <p:cNvPr id="99" name="椭圆 98"/>
          <p:cNvSpPr/>
          <p:nvPr/>
        </p:nvSpPr>
        <p:spPr>
          <a:xfrm>
            <a:off x="6315642" y="3786753"/>
            <a:ext cx="617635" cy="617636"/>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algn="ctr"/>
            <a:endParaRPr lang="zh-CN" altLang="en-US" sz="4000" dirty="0">
              <a:latin typeface="Segoe UI" panose="020B0502040204020203" pitchFamily="34" charset="0"/>
              <a:ea typeface="微软雅黑" panose="020B0503020204020204" pitchFamily="34" charset="-122"/>
              <a:cs typeface="+mn-ea"/>
              <a:sym typeface="Segoe UI" panose="020B0502040204020203" pitchFamily="34" charset="0"/>
            </a:endParaRPr>
          </a:p>
        </p:txBody>
      </p:sp>
      <p:pic>
        <p:nvPicPr>
          <p:cNvPr id="90" name="图片 8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477261" y="5867261"/>
            <a:ext cx="1714739" cy="990738"/>
          </a:xfrm>
          <a:prstGeom prst="rect">
            <a:avLst/>
          </a:prstGeom>
        </p:spPr>
      </p:pic>
      <p:sp>
        <p:nvSpPr>
          <p:cNvPr id="62" name="文本框 61"/>
          <p:cNvSpPr txBox="1"/>
          <p:nvPr/>
        </p:nvSpPr>
        <p:spPr>
          <a:xfrm>
            <a:off x="642406" y="657124"/>
            <a:ext cx="5589905" cy="706755"/>
          </a:xfrm>
          <a:prstGeom prst="rect">
            <a:avLst/>
          </a:prstGeom>
          <a:noFill/>
        </p:spPr>
        <p:txBody>
          <a:bodyPr wrap="square" rtlCol="0">
            <a:spAutoFit/>
          </a:bodyPr>
          <a:lstStyle/>
          <a:p>
            <a:pPr algn="l"/>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任务二</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6" name="文本框 5"/>
          <p:cNvSpPr txBox="1"/>
          <p:nvPr/>
        </p:nvSpPr>
        <p:spPr>
          <a:xfrm>
            <a:off x="7131685" y="3532465"/>
            <a:ext cx="4239259" cy="506730"/>
          </a:xfrm>
          <a:prstGeom prst="rect">
            <a:avLst/>
          </a:prstGeom>
          <a:noFill/>
        </p:spPr>
        <p:txBody>
          <a:bodyPr wrap="square" rtlCol="0">
            <a:sp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{{image:st</a:t>
            </a:r>
            <a:r>
              <a:rPr lang="en-US" altLang="zh-CN" dirty="0">
                <a:latin typeface="微软雅黑" panose="020B0503020204020204" pitchFamily="34" charset="-122"/>
                <a:ea typeface="微软雅黑" panose="020B0503020204020204" pitchFamily="34" charset="-122"/>
                <a:sym typeface="+mn-ea"/>
              </a:rPr>
              <a:t>art_image}}</a:t>
            </a:r>
            <a:endParaRPr lang="en-US" altLang="zh-CN" dirty="0">
              <a:latin typeface="微软雅黑" panose="020B0503020204020204" pitchFamily="34" charset="-122"/>
              <a:ea typeface="微软雅黑" panose="020B0503020204020204" pitchFamily="34" charset="-122"/>
              <a:sym typeface="+mn-ea"/>
            </a:endParaRPr>
          </a:p>
        </p:txBody>
      </p:sp>
      <p:sp>
        <p:nvSpPr>
          <p:cNvPr id="2" name="矩形 1"/>
          <p:cNvSpPr/>
          <p:nvPr/>
        </p:nvSpPr>
        <p:spPr>
          <a:xfrm>
            <a:off x="6933565" y="1819234"/>
            <a:ext cx="4635500" cy="37255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Tree>
    <p:custDataLst>
      <p:tags r:id="rId2"/>
    </p:custData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smtClean="0">
                  <a:ln>
                    <a:noFill/>
                  </a:ln>
                  <a:solidFill>
                    <a:srgbClr val="0064D2"/>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b="1" i="0" u="none" strike="noStrike" kern="1200" cap="none" spc="0" normalizeH="0" baseline="0" noProof="0" dirty="0">
                <a:ln>
                  <a:noFill/>
                </a:ln>
                <a:solidFill>
                  <a:srgbClr val="0064D2"/>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30997"/>
            <a:chOff x="1019810" y="3241423"/>
            <a:chExt cx="5267818" cy="830997"/>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cs typeface="+mn-ea"/>
                  <a:sym typeface="+mn-lt"/>
                </a:rPr>
                <a:t>任务目标和重难点</a:t>
              </a:r>
              <a:endParaRPr lang="zh-CN" altLang="en-US" sz="2800" dirty="0">
                <a:cs typeface="+mn-ea"/>
                <a:sym typeface="+mn-lt"/>
              </a:endParaRPr>
            </a:p>
          </p:txBody>
        </p:sp>
        <p:sp>
          <p:nvSpPr>
            <p:cNvPr id="34" name="文本框 33"/>
            <p:cNvSpPr txBox="1"/>
            <p:nvPr>
              <p:custDataLst>
                <p:tags r:id="rId7"/>
              </p:custDataLst>
            </p:nvPr>
          </p:nvSpPr>
          <p:spPr>
            <a:xfrm>
              <a:off x="1019810" y="3241423"/>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30997"/>
            <a:chOff x="1019810" y="5599430"/>
            <a:chExt cx="4068621" cy="830997"/>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知识</a:t>
              </a:r>
              <a:r>
                <a:rPr kumimoji="0" lang="zh-CN" altLang="en-US" sz="2800" b="0" i="0" u="none" strike="noStrike" kern="1200" cap="none" spc="0" normalizeH="0" baseline="0" noProof="0" dirty="0" smtClean="0">
                  <a:ln>
                    <a:noFill/>
                  </a:ln>
                  <a:effectLst/>
                  <a:uLnTx/>
                  <a:uFillTx/>
                  <a:latin typeface="Arial" panose="020B0604020202020204"/>
                  <a:ea typeface="微软雅黑" panose="020B0503020204020204" pitchFamily="34" charset="-122"/>
                  <a:cs typeface="+mn-ea"/>
                  <a:sym typeface="+mn-lt"/>
                </a:rPr>
                <a:t>储备</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47" name="组合 46"/>
          <p:cNvGrpSpPr/>
          <p:nvPr>
            <p:custDataLst>
              <p:tags r:id="rId13"/>
            </p:custDataLst>
          </p:nvPr>
        </p:nvGrpSpPr>
        <p:grpSpPr>
          <a:xfrm>
            <a:off x="6645792" y="2466861"/>
            <a:ext cx="4068621" cy="830997"/>
            <a:chOff x="1019810" y="3241423"/>
            <a:chExt cx="4068621" cy="830997"/>
          </a:xfrm>
        </p:grpSpPr>
        <p:sp>
          <p:nvSpPr>
            <p:cNvPr id="48" name="文本框 47"/>
            <p:cNvSpPr txBox="1"/>
            <p:nvPr>
              <p:custDataLst>
                <p:tags r:id="rId14"/>
              </p:custDataLst>
            </p:nvPr>
          </p:nvSpPr>
          <p:spPr>
            <a:xfrm flipH="1">
              <a:off x="2214342" y="3424938"/>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49" name="文本框 48"/>
            <p:cNvSpPr txBox="1"/>
            <p:nvPr>
              <p:custDataLst>
                <p:tags r:id="rId15"/>
              </p:custDataLst>
            </p:nvPr>
          </p:nvSpPr>
          <p:spPr>
            <a:xfrm>
              <a:off x="1019810" y="3241423"/>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0" name="直接连接符 49"/>
            <p:cNvCxnSpPr/>
            <p:nvPr>
              <p:custDataLst>
                <p:tags r:id="rId16"/>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7"/>
            </p:custDataLst>
          </p:nvPr>
        </p:nvGrpSpPr>
        <p:grpSpPr>
          <a:xfrm>
            <a:off x="6645792" y="3379128"/>
            <a:ext cx="4068621" cy="830997"/>
            <a:chOff x="1019810" y="5599430"/>
            <a:chExt cx="4068621" cy="830997"/>
          </a:xfrm>
        </p:grpSpPr>
        <p:sp>
          <p:nvSpPr>
            <p:cNvPr id="56" name="文本框 55"/>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任务小结</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9"/>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21"/>
            </p:custDataLst>
          </p:nvPr>
        </p:nvGrpSpPr>
        <p:grpSpPr>
          <a:xfrm>
            <a:off x="6645792" y="4262185"/>
            <a:ext cx="4068621" cy="830997"/>
            <a:chOff x="1019810" y="5599430"/>
            <a:chExt cx="4068621" cy="830997"/>
          </a:xfrm>
        </p:grpSpPr>
        <p:sp>
          <p:nvSpPr>
            <p:cNvPr id="60" name="文本框 59"/>
            <p:cNvSpPr txBox="1"/>
            <p:nvPr>
              <p:custDataLst>
                <p:tags r:id="rId22"/>
              </p:custDataLst>
            </p:nvPr>
          </p:nvSpPr>
          <p:spPr>
            <a:xfrm flipH="1">
              <a:off x="2214342" y="5782945"/>
              <a:ext cx="2874089" cy="52322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smtClean="0">
                  <a:solidFill>
                    <a:schemeClr val="tx1"/>
                  </a:solidFill>
                  <a:cs typeface="+mn-ea"/>
                  <a:sym typeface="+mn-lt"/>
                </a:rPr>
                <a:t>拓展</a:t>
              </a:r>
              <a:endParaRPr kumimoji="0" lang="zh-CN" altLang="zh-CN"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61" name="文本框 60"/>
            <p:cNvSpPr txBox="1"/>
            <p:nvPr>
              <p:custDataLst>
                <p:tags r:id="rId23"/>
              </p:custDataLst>
            </p:nvPr>
          </p:nvSpPr>
          <p:spPr>
            <a:xfrm>
              <a:off x="1019810" y="5599430"/>
              <a:ext cx="870751"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任务二</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大模型公开数据集收集与指令数据构造</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9700895" y="621030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7" name="椭圆 6"/>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8" name="椭圆 7"/>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sp>
        <p:nvSpPr>
          <p:cNvPr id="18" name="文本框 17"/>
          <p:cNvSpPr txBox="1"/>
          <p:nvPr/>
        </p:nvSpPr>
        <p:spPr>
          <a:xfrm>
            <a:off x="3006090" y="1358265"/>
            <a:ext cx="8279765" cy="1743075"/>
          </a:xfrm>
          <a:prstGeom prst="rect">
            <a:avLst/>
          </a:prstGeom>
          <a:noFill/>
        </p:spPr>
        <p:txBody>
          <a:bodyPr wrap="square">
            <a:noAutofit/>
          </a:bodyPr>
          <a:lstStyle/>
          <a:p>
            <a:pPr indent="457200" algn="l"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可访问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HuggingFace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ModelScope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等公开数据集；理解</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CSV</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等存储格式；掌握</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Alpaca</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等指令格式；编写脚本构造结构化指令数据；使用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Pandas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、正则进行数据清洗与质量检查</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descr="tasks_2029px_1205684_easyicon.net"/>
          <p:cNvPicPr>
            <a:picLocks noChangeAspect="1"/>
          </p:cNvPicPr>
          <p:nvPr/>
        </p:nvPicPr>
        <p:blipFill>
          <a:blip r:embed="rId1"/>
          <a:stretch>
            <a:fillRect/>
          </a:stretch>
        </p:blipFill>
        <p:spPr>
          <a:xfrm>
            <a:off x="835025" y="2726055"/>
            <a:ext cx="2023110" cy="2023110"/>
          </a:xfrm>
          <a:prstGeom prst="rect">
            <a:avLst/>
          </a:prstGeom>
        </p:spPr>
      </p:pic>
      <p:sp>
        <p:nvSpPr>
          <p:cNvPr id="5" name="文本框 4"/>
          <p:cNvSpPr txBox="1"/>
          <p:nvPr/>
        </p:nvSpPr>
        <p:spPr>
          <a:xfrm>
            <a:off x="1278000" y="792000"/>
            <a:ext cx="595312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描述</a:t>
            </a:r>
            <a:endParaRPr 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9" name="文本框 8"/>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01</a:t>
            </a:r>
            <a:endParaRPr lang="en-US" altLang="zh-CN" sz="3200" dirty="0">
              <a:solidFill>
                <a:srgbClr val="3F396C"/>
              </a:solidFill>
              <a:latin typeface="思源宋体" panose="02020700000000000000" charset="-122"/>
              <a:ea typeface="思源宋体" panose="02020700000000000000" charset="-122"/>
            </a:endParaRPr>
          </a:p>
        </p:txBody>
      </p:sp>
      <p:sp>
        <p:nvSpPr>
          <p:cNvPr id="2" name="文本框 1"/>
          <p:cNvSpPr txBox="1"/>
          <p:nvPr/>
        </p:nvSpPr>
        <p:spPr>
          <a:xfrm>
            <a:off x="3486150" y="3106738"/>
            <a:ext cx="2613025" cy="46037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a:t>
            </a:r>
            <a:r>
              <a:rPr lang="zh-CN" altLang="en-US" sz="2400" b="1" dirty="0" smtClean="0">
                <a:solidFill>
                  <a:srgbClr val="FFC000"/>
                </a:solidFill>
                <a:latin typeface="+mn-ea"/>
                <a:cs typeface="+mn-ea"/>
                <a:sym typeface="+mn-lt"/>
              </a:rPr>
              <a:t>要求：</a:t>
            </a:r>
            <a:endParaRPr lang="zh-CN" altLang="en-US" sz="2400" b="1" dirty="0" smtClean="0">
              <a:solidFill>
                <a:srgbClr val="FFC000"/>
              </a:solidFill>
              <a:latin typeface="+mn-ea"/>
              <a:cs typeface="+mn-ea"/>
              <a:sym typeface="+mn-lt"/>
            </a:endParaRPr>
          </a:p>
        </p:txBody>
      </p:sp>
      <p:sp>
        <p:nvSpPr>
          <p:cNvPr id="4" name="文本框 3"/>
          <p:cNvSpPr txBox="1"/>
          <p:nvPr/>
        </p:nvSpPr>
        <p:spPr>
          <a:xfrm>
            <a:off x="3006090" y="356743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能够访问常见公开数据集资源</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4" name="文本框 13"/>
          <p:cNvSpPr txBox="1"/>
          <p:nvPr/>
        </p:nvSpPr>
        <p:spPr>
          <a:xfrm>
            <a:off x="3006000" y="403606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理解并使用多种数据集存储格式</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文本框 14"/>
          <p:cNvSpPr txBox="1"/>
          <p:nvPr/>
        </p:nvSpPr>
        <p:spPr>
          <a:xfrm>
            <a:off x="3006000" y="4503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掌握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Alpaca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ShareGPT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等主流数据集组织格式</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6" name="文本框 15"/>
          <p:cNvSpPr txBox="1"/>
          <p:nvPr/>
        </p:nvSpPr>
        <p:spPr>
          <a:xfrm>
            <a:off x="3006090" y="4971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能够编写脚本或使用工具构造结构化指令数据</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7" name="文本框 16"/>
          <p:cNvSpPr txBox="1"/>
          <p:nvPr/>
        </p:nvSpPr>
        <p:spPr>
          <a:xfrm>
            <a:off x="3006000" y="5439600"/>
            <a:ext cx="8279765" cy="468630"/>
          </a:xfrm>
          <a:prstGeom prst="rect">
            <a:avLst/>
          </a:prstGeom>
          <a:noFill/>
        </p:spPr>
        <p:txBody>
          <a:bodyPr wrap="square" rtlCol="0">
            <a:noAutofit/>
          </a:bodyPr>
          <a:p>
            <a:pPr marL="800100" lvl="1" indent="-342900" algn="l" fontAlgn="auto">
              <a:lnSpc>
                <a:spcPct val="150000"/>
              </a:lnSpc>
              <a:buFont typeface="Wingdings" panose="05000000000000000000" pitchFamily="2" charset="2"/>
              <a:buChar char="l"/>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掌握数据清洗的方法与常用工具</a:t>
            </a:r>
            <a:endParaRPr 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任务目标和重难点</a:t>
              </a:r>
              <a:endParaRPr lang="zh-CN" altLang="en-US" sz="2800" b="1" dirty="0">
                <a:solidFill>
                  <a:srgbClr val="0064D2"/>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知识</a:t>
              </a:r>
              <a:r>
                <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rPr>
                <a:t>储备</a:t>
              </a:r>
              <a:endParaRPr kumimoji="0" lang="zh-CN" altLang="en-US" sz="2800" b="0" i="0" u="none" strike="noStrike" kern="1200" cap="none" spc="0" normalizeH="0" baseline="0" noProof="0" dirty="0">
                <a:ln>
                  <a:noFill/>
                </a:ln>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a:t>
              </a:r>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任务二</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大模型公开数据集收集与指令数据构造</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27"/>
          <p:cNvPicPr>
            <a:picLocks noChangeAspect="1"/>
          </p:cNvPicPr>
          <p:nvPr/>
        </p:nvPicPr>
        <p:blipFill>
          <a:blip r:embed="rId1"/>
          <a:stretch>
            <a:fillRect/>
          </a:stretch>
        </p:blipFill>
        <p:spPr>
          <a:xfrm>
            <a:off x="1160780" y="1422400"/>
            <a:ext cx="265113" cy="265113"/>
          </a:xfrm>
          <a:prstGeom prst="rect">
            <a:avLst/>
          </a:prstGeom>
          <a:noFill/>
          <a:ln w="9525">
            <a:noFill/>
          </a:ln>
        </p:spPr>
      </p:pic>
      <p:grpSp>
        <p:nvGrpSpPr>
          <p:cNvPr id="9" name="组合 2"/>
          <p:cNvGrpSpPr/>
          <p:nvPr/>
        </p:nvGrpSpPr>
        <p:grpSpPr>
          <a:xfrm>
            <a:off x="901700" y="1970405"/>
            <a:ext cx="3784600" cy="3206750"/>
            <a:chOff x="4542865" y="2599283"/>
            <a:chExt cx="3785291" cy="3205882"/>
          </a:xfrm>
        </p:grpSpPr>
        <p:sp>
          <p:nvSpPr>
            <p:cNvPr id="10" name="任意多边形: 形状 9"/>
            <p:cNvSpPr>
              <a:spLocks noChangeAspect="1"/>
            </p:cNvSpPr>
            <p:nvPr/>
          </p:nvSpPr>
          <p:spPr bwMode="auto">
            <a:xfrm>
              <a:off x="4542865" y="2599283"/>
              <a:ext cx="3105717" cy="3205882"/>
            </a:xfrm>
            <a:custGeom>
              <a:avLst/>
              <a:gdLst>
                <a:gd name="connsiteX0" fmla="*/ 1670165 w 3340338"/>
                <a:gd name="connsiteY0" fmla="*/ 895968 h 3448053"/>
                <a:gd name="connsiteX1" fmla="*/ 842107 w 3340338"/>
                <a:gd name="connsiteY1" fmla="*/ 1724026 h 3448053"/>
                <a:gd name="connsiteX2" fmla="*/ 1670165 w 3340338"/>
                <a:gd name="connsiteY2" fmla="*/ 2552084 h 3448053"/>
                <a:gd name="connsiteX3" fmla="*/ 2498223 w 3340338"/>
                <a:gd name="connsiteY3" fmla="*/ 1724026 h 3448053"/>
                <a:gd name="connsiteX4" fmla="*/ 1670165 w 3340338"/>
                <a:gd name="connsiteY4" fmla="*/ 895968 h 3448053"/>
                <a:gd name="connsiteX5" fmla="*/ 1670347 w 3340338"/>
                <a:gd name="connsiteY5" fmla="*/ 830419 h 3448053"/>
                <a:gd name="connsiteX6" fmla="*/ 2564891 w 3340338"/>
                <a:gd name="connsiteY6" fmla="*/ 1724288 h 3448053"/>
                <a:gd name="connsiteX7" fmla="*/ 1670347 w 3340338"/>
                <a:gd name="connsiteY7" fmla="*/ 2617629 h 3448053"/>
                <a:gd name="connsiteX8" fmla="*/ 775280 w 3340338"/>
                <a:gd name="connsiteY8" fmla="*/ 1724288 h 3448053"/>
                <a:gd name="connsiteX9" fmla="*/ 1670347 w 3340338"/>
                <a:gd name="connsiteY9" fmla="*/ 830419 h 3448053"/>
                <a:gd name="connsiteX10" fmla="*/ 1670347 w 3340338"/>
                <a:gd name="connsiteY10" fmla="*/ 598661 h 3448053"/>
                <a:gd name="connsiteX11" fmla="*/ 543023 w 3340338"/>
                <a:gd name="connsiteY11" fmla="*/ 1724288 h 3448053"/>
                <a:gd name="connsiteX12" fmla="*/ 1670347 w 3340338"/>
                <a:gd name="connsiteY12" fmla="*/ 2849392 h 3448053"/>
                <a:gd name="connsiteX13" fmla="*/ 2797148 w 3340338"/>
                <a:gd name="connsiteY13" fmla="*/ 1724288 h 3448053"/>
                <a:gd name="connsiteX14" fmla="*/ 1670347 w 3340338"/>
                <a:gd name="connsiteY14" fmla="*/ 598661 h 3448053"/>
                <a:gd name="connsiteX15" fmla="*/ 1383667 w 3340338"/>
                <a:gd name="connsiteY15" fmla="*/ 0 h 3448053"/>
                <a:gd name="connsiteX16" fmla="*/ 1956505 w 3340338"/>
                <a:gd name="connsiteY16" fmla="*/ 0 h 3448053"/>
                <a:gd name="connsiteX17" fmla="*/ 2192343 w 3340338"/>
                <a:gd name="connsiteY17" fmla="*/ 235487 h 3448053"/>
                <a:gd name="connsiteX18" fmla="*/ 2192343 w 3340338"/>
                <a:gd name="connsiteY18" fmla="*/ 478302 h 3448053"/>
                <a:gd name="connsiteX19" fmla="*/ 2484789 w 3340338"/>
                <a:gd name="connsiteY19" fmla="*/ 652038 h 3448053"/>
                <a:gd name="connsiteX20" fmla="*/ 2699667 w 3340338"/>
                <a:gd name="connsiteY20" fmla="*/ 528013 h 3448053"/>
                <a:gd name="connsiteX21" fmla="*/ 2817586 w 3340338"/>
                <a:gd name="connsiteY21" fmla="*/ 496620 h 3448053"/>
                <a:gd name="connsiteX22" fmla="*/ 3022504 w 3340338"/>
                <a:gd name="connsiteY22" fmla="*/ 614363 h 3448053"/>
                <a:gd name="connsiteX23" fmla="*/ 3308662 w 3340338"/>
                <a:gd name="connsiteY23" fmla="*/ 1109408 h 3448053"/>
                <a:gd name="connsiteX24" fmla="*/ 3332243 w 3340338"/>
                <a:gd name="connsiteY24" fmla="*/ 1288374 h 3448053"/>
                <a:gd name="connsiteX25" fmla="*/ 3222186 w 3340338"/>
                <a:gd name="connsiteY25" fmla="*/ 1431240 h 3448053"/>
                <a:gd name="connsiteX26" fmla="*/ 3005733 w 3340338"/>
                <a:gd name="connsiteY26" fmla="*/ 1556306 h 3448053"/>
                <a:gd name="connsiteX27" fmla="*/ 3023027 w 3340338"/>
                <a:gd name="connsiteY27" fmla="*/ 1724288 h 3448053"/>
                <a:gd name="connsiteX28" fmla="*/ 3005733 w 3340338"/>
                <a:gd name="connsiteY28" fmla="*/ 1891748 h 3448053"/>
                <a:gd name="connsiteX29" fmla="*/ 3222186 w 3340338"/>
                <a:gd name="connsiteY29" fmla="*/ 2016814 h 3448053"/>
                <a:gd name="connsiteX30" fmla="*/ 3308662 w 3340338"/>
                <a:gd name="connsiteY30" fmla="*/ 2338651 h 3448053"/>
                <a:gd name="connsiteX31" fmla="*/ 3022504 w 3340338"/>
                <a:gd name="connsiteY31" fmla="*/ 2833696 h 3448053"/>
                <a:gd name="connsiteX32" fmla="*/ 2878905 w 3340338"/>
                <a:gd name="connsiteY32" fmla="*/ 2943588 h 3448053"/>
                <a:gd name="connsiteX33" fmla="*/ 2818109 w 3340338"/>
                <a:gd name="connsiteY33" fmla="*/ 2951439 h 3448053"/>
                <a:gd name="connsiteX34" fmla="*/ 2699667 w 3340338"/>
                <a:gd name="connsiteY34" fmla="*/ 2920041 h 3448053"/>
                <a:gd name="connsiteX35" fmla="*/ 2484789 w 3340338"/>
                <a:gd name="connsiteY35" fmla="*/ 2796015 h 3448053"/>
                <a:gd name="connsiteX36" fmla="*/ 2192343 w 3340338"/>
                <a:gd name="connsiteY36" fmla="*/ 2970280 h 3448053"/>
                <a:gd name="connsiteX37" fmla="*/ 2192343 w 3340338"/>
                <a:gd name="connsiteY37" fmla="*/ 3212566 h 3448053"/>
                <a:gd name="connsiteX38" fmla="*/ 1956505 w 3340338"/>
                <a:gd name="connsiteY38" fmla="*/ 3448053 h 3448053"/>
                <a:gd name="connsiteX39" fmla="*/ 1383667 w 3340338"/>
                <a:gd name="connsiteY39" fmla="*/ 3448053 h 3448053"/>
                <a:gd name="connsiteX40" fmla="*/ 1147828 w 3340338"/>
                <a:gd name="connsiteY40" fmla="*/ 3212566 h 3448053"/>
                <a:gd name="connsiteX41" fmla="*/ 1147828 w 3340338"/>
                <a:gd name="connsiteY41" fmla="*/ 2970280 h 3448053"/>
                <a:gd name="connsiteX42" fmla="*/ 854860 w 3340338"/>
                <a:gd name="connsiteY42" fmla="*/ 2796015 h 3448053"/>
                <a:gd name="connsiteX43" fmla="*/ 639981 w 3340338"/>
                <a:gd name="connsiteY43" fmla="*/ 2920041 h 3448053"/>
                <a:gd name="connsiteX44" fmla="*/ 522062 w 3340338"/>
                <a:gd name="connsiteY44" fmla="*/ 2951439 h 3448053"/>
                <a:gd name="connsiteX45" fmla="*/ 460743 w 3340338"/>
                <a:gd name="connsiteY45" fmla="*/ 2943588 h 3448053"/>
                <a:gd name="connsiteX46" fmla="*/ 318190 w 3340338"/>
                <a:gd name="connsiteY46" fmla="*/ 2833696 h 3448053"/>
                <a:gd name="connsiteX47" fmla="*/ 31509 w 3340338"/>
                <a:gd name="connsiteY47" fmla="*/ 2338122 h 3448053"/>
                <a:gd name="connsiteX48" fmla="*/ 117985 w 3340338"/>
                <a:gd name="connsiteY48" fmla="*/ 2016291 h 3448053"/>
                <a:gd name="connsiteX49" fmla="*/ 334438 w 3340338"/>
                <a:gd name="connsiteY49" fmla="*/ 1891748 h 3448053"/>
                <a:gd name="connsiteX50" fmla="*/ 317144 w 3340338"/>
                <a:gd name="connsiteY50" fmla="*/ 1724288 h 3448053"/>
                <a:gd name="connsiteX51" fmla="*/ 334438 w 3340338"/>
                <a:gd name="connsiteY51" fmla="*/ 1556306 h 3448053"/>
                <a:gd name="connsiteX52" fmla="*/ 117985 w 3340338"/>
                <a:gd name="connsiteY52" fmla="*/ 1431240 h 3448053"/>
                <a:gd name="connsiteX53" fmla="*/ 31509 w 3340338"/>
                <a:gd name="connsiteY53" fmla="*/ 1109408 h 3448053"/>
                <a:gd name="connsiteX54" fmla="*/ 318190 w 3340338"/>
                <a:gd name="connsiteY54" fmla="*/ 614363 h 3448053"/>
                <a:gd name="connsiteX55" fmla="*/ 460743 w 3340338"/>
                <a:gd name="connsiteY55" fmla="*/ 504465 h 3448053"/>
                <a:gd name="connsiteX56" fmla="*/ 522062 w 3340338"/>
                <a:gd name="connsiteY56" fmla="*/ 496620 h 3448053"/>
                <a:gd name="connsiteX57" fmla="*/ 639981 w 3340338"/>
                <a:gd name="connsiteY57" fmla="*/ 528013 h 3448053"/>
                <a:gd name="connsiteX58" fmla="*/ 854860 w 3340338"/>
                <a:gd name="connsiteY58" fmla="*/ 652038 h 3448053"/>
                <a:gd name="connsiteX59" fmla="*/ 1147828 w 3340338"/>
                <a:gd name="connsiteY59" fmla="*/ 478302 h 3448053"/>
                <a:gd name="connsiteX60" fmla="*/ 1147828 w 3340338"/>
                <a:gd name="connsiteY60" fmla="*/ 235487 h 3448053"/>
                <a:gd name="connsiteX61" fmla="*/ 1383667 w 3340338"/>
                <a:gd name="connsiteY61" fmla="*/ 0 h 3448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340338" h="3448053">
                  <a:moveTo>
                    <a:pt x="1670165" y="895968"/>
                  </a:moveTo>
                  <a:cubicBezTo>
                    <a:pt x="1212841" y="895968"/>
                    <a:pt x="842107" y="1266702"/>
                    <a:pt x="842107" y="1724026"/>
                  </a:cubicBezTo>
                  <a:cubicBezTo>
                    <a:pt x="842107" y="2181350"/>
                    <a:pt x="1212841" y="2552084"/>
                    <a:pt x="1670165" y="2552084"/>
                  </a:cubicBezTo>
                  <a:cubicBezTo>
                    <a:pt x="2127489" y="2552084"/>
                    <a:pt x="2498223" y="2181350"/>
                    <a:pt x="2498223" y="1724026"/>
                  </a:cubicBezTo>
                  <a:cubicBezTo>
                    <a:pt x="2498223" y="1266702"/>
                    <a:pt x="2127489" y="895968"/>
                    <a:pt x="1670165" y="895968"/>
                  </a:cubicBezTo>
                  <a:close/>
                  <a:moveTo>
                    <a:pt x="1670347" y="830419"/>
                  </a:moveTo>
                  <a:cubicBezTo>
                    <a:pt x="2163475" y="830419"/>
                    <a:pt x="2564891" y="1231301"/>
                    <a:pt x="2564891" y="1724288"/>
                  </a:cubicBezTo>
                  <a:cubicBezTo>
                    <a:pt x="2564891" y="2216752"/>
                    <a:pt x="2163475" y="2617629"/>
                    <a:pt x="1670347" y="2617629"/>
                  </a:cubicBezTo>
                  <a:cubicBezTo>
                    <a:pt x="1176696" y="2617629"/>
                    <a:pt x="775280" y="2216752"/>
                    <a:pt x="775280" y="1724288"/>
                  </a:cubicBezTo>
                  <a:cubicBezTo>
                    <a:pt x="775280" y="1231301"/>
                    <a:pt x="1176696" y="830419"/>
                    <a:pt x="1670347" y="830419"/>
                  </a:cubicBezTo>
                  <a:close/>
                  <a:moveTo>
                    <a:pt x="1670347" y="598661"/>
                  </a:moveTo>
                  <a:cubicBezTo>
                    <a:pt x="1048777" y="598661"/>
                    <a:pt x="543023" y="1103649"/>
                    <a:pt x="543023" y="1724288"/>
                  </a:cubicBezTo>
                  <a:cubicBezTo>
                    <a:pt x="543023" y="2344927"/>
                    <a:pt x="1048777" y="2849392"/>
                    <a:pt x="1670347" y="2849392"/>
                  </a:cubicBezTo>
                  <a:cubicBezTo>
                    <a:pt x="2291394" y="2849392"/>
                    <a:pt x="2797148" y="2344927"/>
                    <a:pt x="2797148" y="1724288"/>
                  </a:cubicBezTo>
                  <a:cubicBezTo>
                    <a:pt x="2797148" y="1103649"/>
                    <a:pt x="2291394" y="598661"/>
                    <a:pt x="1670347" y="598661"/>
                  </a:cubicBezTo>
                  <a:close/>
                  <a:moveTo>
                    <a:pt x="1383667" y="0"/>
                  </a:moveTo>
                  <a:lnTo>
                    <a:pt x="1956505" y="0"/>
                  </a:lnTo>
                  <a:cubicBezTo>
                    <a:pt x="2086476" y="0"/>
                    <a:pt x="2192343" y="105185"/>
                    <a:pt x="2192343" y="235487"/>
                  </a:cubicBezTo>
                  <a:lnTo>
                    <a:pt x="2192343" y="478302"/>
                  </a:lnTo>
                  <a:cubicBezTo>
                    <a:pt x="2298211" y="522782"/>
                    <a:pt x="2394641" y="583488"/>
                    <a:pt x="2484789" y="652038"/>
                  </a:cubicBezTo>
                  <a:lnTo>
                    <a:pt x="2699667" y="528013"/>
                  </a:lnTo>
                  <a:cubicBezTo>
                    <a:pt x="2736875" y="506557"/>
                    <a:pt x="2777757" y="496620"/>
                    <a:pt x="2817586" y="496620"/>
                  </a:cubicBezTo>
                  <a:cubicBezTo>
                    <a:pt x="2899343" y="496620"/>
                    <a:pt x="2978479" y="539002"/>
                    <a:pt x="3022504" y="614363"/>
                  </a:cubicBezTo>
                  <a:lnTo>
                    <a:pt x="3308662" y="1109408"/>
                  </a:lnTo>
                  <a:cubicBezTo>
                    <a:pt x="3340106" y="1163831"/>
                    <a:pt x="3348491" y="1228197"/>
                    <a:pt x="3332243" y="1288374"/>
                  </a:cubicBezTo>
                  <a:cubicBezTo>
                    <a:pt x="3315995" y="1348556"/>
                    <a:pt x="3276166" y="1399841"/>
                    <a:pt x="3222186" y="1431240"/>
                  </a:cubicBezTo>
                  <a:lnTo>
                    <a:pt x="3005733" y="1556306"/>
                  </a:lnTo>
                  <a:cubicBezTo>
                    <a:pt x="3013073" y="1611781"/>
                    <a:pt x="3023027" y="1666727"/>
                    <a:pt x="3023027" y="1724288"/>
                  </a:cubicBezTo>
                  <a:cubicBezTo>
                    <a:pt x="3023027" y="1781855"/>
                    <a:pt x="3013073" y="1836278"/>
                    <a:pt x="3005733" y="1891748"/>
                  </a:cubicBezTo>
                  <a:lnTo>
                    <a:pt x="3222186" y="2016814"/>
                  </a:lnTo>
                  <a:cubicBezTo>
                    <a:pt x="3334864" y="2081709"/>
                    <a:pt x="3373648" y="2225615"/>
                    <a:pt x="3308662" y="2338651"/>
                  </a:cubicBezTo>
                  <a:lnTo>
                    <a:pt x="3022504" y="2833696"/>
                  </a:lnTo>
                  <a:cubicBezTo>
                    <a:pt x="2991060" y="2888119"/>
                    <a:pt x="2939173" y="2927369"/>
                    <a:pt x="2878905" y="2943588"/>
                  </a:cubicBezTo>
                  <a:cubicBezTo>
                    <a:pt x="2858991" y="2948824"/>
                    <a:pt x="2838547" y="2951439"/>
                    <a:pt x="2818109" y="2951439"/>
                  </a:cubicBezTo>
                  <a:cubicBezTo>
                    <a:pt x="2776705" y="2951439"/>
                    <a:pt x="2735829" y="2940973"/>
                    <a:pt x="2699667" y="2920041"/>
                  </a:cubicBezTo>
                  <a:lnTo>
                    <a:pt x="2484789" y="2796015"/>
                  </a:lnTo>
                  <a:cubicBezTo>
                    <a:pt x="2394641" y="2864571"/>
                    <a:pt x="2298211" y="2925794"/>
                    <a:pt x="2192343" y="2970280"/>
                  </a:cubicBezTo>
                  <a:lnTo>
                    <a:pt x="2192343" y="3212566"/>
                  </a:lnTo>
                  <a:cubicBezTo>
                    <a:pt x="2192343" y="3342868"/>
                    <a:pt x="2086476" y="3448053"/>
                    <a:pt x="1956505" y="3448053"/>
                  </a:cubicBezTo>
                  <a:lnTo>
                    <a:pt x="1383667" y="3448053"/>
                  </a:lnTo>
                  <a:cubicBezTo>
                    <a:pt x="1253172" y="3448053"/>
                    <a:pt x="1147828" y="3342868"/>
                    <a:pt x="1147828" y="3212566"/>
                  </a:cubicBezTo>
                  <a:lnTo>
                    <a:pt x="1147828" y="2970280"/>
                  </a:lnTo>
                  <a:cubicBezTo>
                    <a:pt x="1041437" y="2925794"/>
                    <a:pt x="946054" y="2864571"/>
                    <a:pt x="854860" y="2796015"/>
                  </a:cubicBezTo>
                  <a:lnTo>
                    <a:pt x="639981" y="2920041"/>
                  </a:lnTo>
                  <a:cubicBezTo>
                    <a:pt x="603819" y="2940973"/>
                    <a:pt x="563466" y="2951439"/>
                    <a:pt x="522062" y="2951439"/>
                  </a:cubicBezTo>
                  <a:cubicBezTo>
                    <a:pt x="501624" y="2951439"/>
                    <a:pt x="481181" y="2948824"/>
                    <a:pt x="460743" y="2943588"/>
                  </a:cubicBezTo>
                  <a:cubicBezTo>
                    <a:pt x="400999" y="2927369"/>
                    <a:pt x="349111" y="2888119"/>
                    <a:pt x="318190" y="2833696"/>
                  </a:cubicBezTo>
                  <a:lnTo>
                    <a:pt x="31509" y="2338122"/>
                  </a:lnTo>
                  <a:cubicBezTo>
                    <a:pt x="-33477" y="2225615"/>
                    <a:pt x="5307" y="2081709"/>
                    <a:pt x="117985" y="2016291"/>
                  </a:cubicBezTo>
                  <a:lnTo>
                    <a:pt x="334438" y="1891748"/>
                  </a:lnTo>
                  <a:cubicBezTo>
                    <a:pt x="327098" y="1836278"/>
                    <a:pt x="317144" y="1781855"/>
                    <a:pt x="317144" y="1724288"/>
                  </a:cubicBezTo>
                  <a:cubicBezTo>
                    <a:pt x="317144" y="1666727"/>
                    <a:pt x="327098" y="1611781"/>
                    <a:pt x="334438" y="1556306"/>
                  </a:cubicBezTo>
                  <a:lnTo>
                    <a:pt x="117985" y="1431240"/>
                  </a:lnTo>
                  <a:cubicBezTo>
                    <a:pt x="5307" y="1366350"/>
                    <a:pt x="-33477" y="1222438"/>
                    <a:pt x="31509" y="1109408"/>
                  </a:cubicBezTo>
                  <a:lnTo>
                    <a:pt x="318190" y="614363"/>
                  </a:lnTo>
                  <a:cubicBezTo>
                    <a:pt x="349111" y="559934"/>
                    <a:pt x="400999" y="520690"/>
                    <a:pt x="460743" y="504465"/>
                  </a:cubicBezTo>
                  <a:cubicBezTo>
                    <a:pt x="481181" y="499235"/>
                    <a:pt x="501624" y="496620"/>
                    <a:pt x="522062" y="496620"/>
                  </a:cubicBezTo>
                  <a:cubicBezTo>
                    <a:pt x="562943" y="496620"/>
                    <a:pt x="603819" y="507080"/>
                    <a:pt x="639981" y="528013"/>
                  </a:cubicBezTo>
                  <a:lnTo>
                    <a:pt x="854860" y="652038"/>
                  </a:lnTo>
                  <a:cubicBezTo>
                    <a:pt x="946054" y="583488"/>
                    <a:pt x="1041961" y="522782"/>
                    <a:pt x="1147828" y="478302"/>
                  </a:cubicBezTo>
                  <a:lnTo>
                    <a:pt x="1147828" y="235487"/>
                  </a:lnTo>
                  <a:cubicBezTo>
                    <a:pt x="1147828" y="105185"/>
                    <a:pt x="1253172" y="0"/>
                    <a:pt x="1383667" y="0"/>
                  </a:cubicBezTo>
                  <a:close/>
                </a:path>
              </a:pathLst>
            </a:custGeom>
            <a:gradFill>
              <a:gsLst>
                <a:gs pos="0">
                  <a:srgbClr val="174EA3"/>
                </a:gs>
                <a:gs pos="100000">
                  <a:srgbClr val="0070C0"/>
                </a:gs>
              </a:gsLst>
              <a:lin ang="5400000" scaled="1"/>
            </a:gradFill>
            <a:ln>
              <a:solidFill>
                <a:schemeClr val="bg1"/>
              </a:solidFill>
            </a:ln>
            <a:effectLst>
              <a:outerShdw blurRad="50800" dist="38100" dir="2700000" algn="tl" rotWithShape="0">
                <a:prstClr val="black">
                  <a:alpha val="40000"/>
                </a:prstClr>
              </a:outerShdw>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mn-lt"/>
                <a:ea typeface="+mn-ea"/>
                <a:cs typeface="+mn-cs"/>
              </a:endParaRPr>
            </a:p>
          </p:txBody>
        </p:sp>
        <p:grpSp>
          <p:nvGrpSpPr>
            <p:cNvPr id="11" name="组合 30"/>
            <p:cNvGrpSpPr/>
            <p:nvPr/>
          </p:nvGrpSpPr>
          <p:grpSpPr>
            <a:xfrm>
              <a:off x="7320086" y="3212985"/>
              <a:ext cx="1008070" cy="1993158"/>
              <a:chOff x="7275253" y="2863258"/>
              <a:chExt cx="1341688" cy="2281148"/>
            </a:xfrm>
          </p:grpSpPr>
          <p:sp>
            <p:nvSpPr>
              <p:cNvPr id="12" name="Shape 6928"/>
              <p:cNvSpPr/>
              <p:nvPr/>
            </p:nvSpPr>
            <p:spPr>
              <a:xfrm flipH="1">
                <a:off x="7444080" y="2863824"/>
                <a:ext cx="1172861" cy="0"/>
              </a:xfrm>
              <a:prstGeom prst="line">
                <a:avLst/>
              </a:prstGeom>
              <a:ln w="6350">
                <a:solidFill>
                  <a:srgbClr val="FFFFFF">
                    <a:lumMod val="65000"/>
                  </a:srgbClr>
                </a:solidFill>
                <a:prstDash val="dash"/>
                <a:miter lim="400000"/>
                <a:headEnd type="triangle"/>
              </a:ln>
            </p:spPr>
            <p:txBody>
              <a:bodyPr lIns="0" tIns="0" rIns="0" bIns="0"/>
              <a:lstStyle/>
              <a:p>
                <a:pPr marL="0" marR="0" lvl="0" indent="0" algn="l" defTabSz="575945" rtl="0" eaLnBrk="1" fontAlgn="auto" latinLnBrk="0" hangingPunct="1">
                  <a:lnSpc>
                    <a:spcPct val="100000"/>
                  </a:lnSpc>
                  <a:spcBef>
                    <a:spcPts val="0"/>
                  </a:spcBef>
                  <a:spcAft>
                    <a:spcPts val="0"/>
                  </a:spcAft>
                  <a:buClrTx/>
                  <a:buSzTx/>
                  <a:buFontTx/>
                  <a:buNone/>
                  <a:defRPr sz="1200">
                    <a:uFillTx/>
                    <a:latin typeface="Helvetica"/>
                    <a:ea typeface="Helvetica"/>
                    <a:cs typeface="Helvetica"/>
                    <a:sym typeface="Helvetica"/>
                  </a:defRPr>
                </a:pPr>
                <a:endParaRPr kumimoji="0" sz="1600" b="0" i="0" u="none" strike="noStrike" kern="0" cap="none" spc="0" normalizeH="0" baseline="0" noProof="0">
                  <a:ln>
                    <a:noFill/>
                  </a:ln>
                  <a:solidFill>
                    <a:srgbClr val="080808"/>
                  </a:solidFill>
                  <a:effectLst/>
                  <a:uLnTx/>
                  <a:uFillTx/>
                  <a:latin typeface="微软雅黑" panose="020B0503020204020204" pitchFamily="34" charset="-122"/>
                  <a:ea typeface="微软雅黑" panose="020B0503020204020204" pitchFamily="34" charset="-122"/>
                  <a:cs typeface="Helvetica"/>
                  <a:sym typeface="Helvetica"/>
                </a:endParaRPr>
              </a:p>
            </p:txBody>
          </p:sp>
          <p:sp>
            <p:nvSpPr>
              <p:cNvPr id="13" name="Shape 6929"/>
              <p:cNvSpPr/>
              <p:nvPr/>
            </p:nvSpPr>
            <p:spPr>
              <a:xfrm flipH="1">
                <a:off x="7275019" y="5145203"/>
                <a:ext cx="1341922" cy="0"/>
              </a:xfrm>
              <a:prstGeom prst="line">
                <a:avLst/>
              </a:prstGeom>
              <a:ln w="6350">
                <a:solidFill>
                  <a:srgbClr val="FFFFFF">
                    <a:lumMod val="65000"/>
                  </a:srgbClr>
                </a:solidFill>
                <a:prstDash val="dash"/>
                <a:miter lim="400000"/>
                <a:headEnd type="triangle"/>
              </a:ln>
            </p:spPr>
            <p:txBody>
              <a:bodyPr lIns="0" tIns="0" rIns="0" bIns="0"/>
              <a:lstStyle/>
              <a:p>
                <a:pPr marL="0" marR="0" lvl="0" indent="0" algn="l" defTabSz="575945" rtl="0" eaLnBrk="1" fontAlgn="auto" latinLnBrk="0" hangingPunct="1">
                  <a:lnSpc>
                    <a:spcPct val="100000"/>
                  </a:lnSpc>
                  <a:spcBef>
                    <a:spcPts val="0"/>
                  </a:spcBef>
                  <a:spcAft>
                    <a:spcPts val="0"/>
                  </a:spcAft>
                  <a:buClrTx/>
                  <a:buSzTx/>
                  <a:buFontTx/>
                  <a:buNone/>
                  <a:defRPr sz="1200">
                    <a:uFillTx/>
                    <a:latin typeface="Helvetica"/>
                    <a:ea typeface="Helvetica"/>
                    <a:cs typeface="Helvetica"/>
                    <a:sym typeface="Helvetica"/>
                  </a:defRPr>
                </a:pPr>
                <a:endParaRPr kumimoji="0" sz="1600" b="0" i="0" u="none" strike="noStrike" kern="0" cap="none" spc="0" normalizeH="0" baseline="0" noProof="0">
                  <a:ln>
                    <a:noFill/>
                  </a:ln>
                  <a:solidFill>
                    <a:srgbClr val="080808"/>
                  </a:solidFill>
                  <a:effectLst/>
                  <a:uLnTx/>
                  <a:uFillTx/>
                  <a:latin typeface="微软雅黑" panose="020B0503020204020204" pitchFamily="34" charset="-122"/>
                  <a:ea typeface="微软雅黑" panose="020B0503020204020204" pitchFamily="34" charset="-122"/>
                  <a:cs typeface="Helvetica"/>
                  <a:sym typeface="Helvetica"/>
                </a:endParaRPr>
              </a:p>
            </p:txBody>
          </p:sp>
        </p:grpSp>
      </p:grpSp>
      <p:sp>
        <p:nvSpPr>
          <p:cNvPr id="16" name="Freeform 870"/>
          <p:cNvSpPr>
            <a:spLocks noEditPoints="1"/>
          </p:cNvSpPr>
          <p:nvPr/>
        </p:nvSpPr>
        <p:spPr bwMode="auto">
          <a:xfrm>
            <a:off x="1967230" y="3126740"/>
            <a:ext cx="974090" cy="894080"/>
          </a:xfrm>
          <a:custGeom>
            <a:avLst/>
            <a:gdLst>
              <a:gd name="T0" fmla="*/ 196 w 290"/>
              <a:gd name="T1" fmla="*/ 9 h 266"/>
              <a:gd name="T2" fmla="*/ 251 w 290"/>
              <a:gd name="T3" fmla="*/ 22 h 266"/>
              <a:gd name="T4" fmla="*/ 266 w 290"/>
              <a:gd name="T5" fmla="*/ 6 h 266"/>
              <a:gd name="T6" fmla="*/ 273 w 290"/>
              <a:gd name="T7" fmla="*/ 86 h 266"/>
              <a:gd name="T8" fmla="*/ 214 w 290"/>
              <a:gd name="T9" fmla="*/ 130 h 266"/>
              <a:gd name="T10" fmla="*/ 214 w 290"/>
              <a:gd name="T11" fmla="*/ 142 h 266"/>
              <a:gd name="T12" fmla="*/ 169 w 290"/>
              <a:gd name="T13" fmla="*/ 170 h 266"/>
              <a:gd name="T14" fmla="*/ 98 w 290"/>
              <a:gd name="T15" fmla="*/ 249 h 266"/>
              <a:gd name="T16" fmla="*/ 62 w 290"/>
              <a:gd name="T17" fmla="*/ 261 h 266"/>
              <a:gd name="T18" fmla="*/ 14 w 290"/>
              <a:gd name="T19" fmla="*/ 166 h 266"/>
              <a:gd name="T20" fmla="*/ 61 w 290"/>
              <a:gd name="T21" fmla="*/ 130 h 266"/>
              <a:gd name="T22" fmla="*/ 106 w 290"/>
              <a:gd name="T23" fmla="*/ 93 h 266"/>
              <a:gd name="T24" fmla="*/ 151 w 290"/>
              <a:gd name="T25" fmla="*/ 61 h 266"/>
              <a:gd name="T26" fmla="*/ 196 w 290"/>
              <a:gd name="T27" fmla="*/ 9 h 266"/>
              <a:gd name="T28" fmla="*/ 204 w 290"/>
              <a:gd name="T29" fmla="*/ 17 h 266"/>
              <a:gd name="T30" fmla="*/ 165 w 290"/>
              <a:gd name="T31" fmla="*/ 65 h 266"/>
              <a:gd name="T32" fmla="*/ 196 w 290"/>
              <a:gd name="T33" fmla="*/ 83 h 266"/>
              <a:gd name="T34" fmla="*/ 242 w 290"/>
              <a:gd name="T35" fmla="*/ 31 h 266"/>
              <a:gd name="T36" fmla="*/ 204 w 290"/>
              <a:gd name="T37" fmla="*/ 17 h 266"/>
              <a:gd name="T38" fmla="*/ 202 w 290"/>
              <a:gd name="T39" fmla="*/ 92 h 266"/>
              <a:gd name="T40" fmla="*/ 212 w 290"/>
              <a:gd name="T41" fmla="*/ 116 h 266"/>
              <a:gd name="T42" fmla="*/ 265 w 290"/>
              <a:gd name="T43" fmla="*/ 77 h 266"/>
              <a:gd name="T44" fmla="*/ 265 w 290"/>
              <a:gd name="T45" fmla="*/ 25 h 266"/>
              <a:gd name="T46" fmla="*/ 202 w 290"/>
              <a:gd name="T47" fmla="*/ 92 h 266"/>
              <a:gd name="T48" fmla="*/ 124 w 290"/>
              <a:gd name="T49" fmla="*/ 102 h 266"/>
              <a:gd name="T50" fmla="*/ 54 w 290"/>
              <a:gd name="T51" fmla="*/ 148 h 266"/>
              <a:gd name="T52" fmla="*/ 81 w 290"/>
              <a:gd name="T53" fmla="*/ 194 h 266"/>
              <a:gd name="T54" fmla="*/ 94 w 290"/>
              <a:gd name="T55" fmla="*/ 190 h 266"/>
              <a:gd name="T56" fmla="*/ 83 w 290"/>
              <a:gd name="T57" fmla="*/ 162 h 266"/>
              <a:gd name="T58" fmla="*/ 159 w 290"/>
              <a:gd name="T59" fmla="*/ 110 h 266"/>
              <a:gd name="T60" fmla="*/ 124 w 290"/>
              <a:gd name="T61" fmla="*/ 102 h 266"/>
              <a:gd name="T62" fmla="*/ 98 w 290"/>
              <a:gd name="T63" fmla="*/ 166 h 266"/>
              <a:gd name="T64" fmla="*/ 108 w 290"/>
              <a:gd name="T65" fmla="*/ 218 h 266"/>
              <a:gd name="T66" fmla="*/ 178 w 290"/>
              <a:gd name="T67" fmla="*/ 145 h 266"/>
              <a:gd name="T68" fmla="*/ 168 w 290"/>
              <a:gd name="T69" fmla="*/ 121 h 266"/>
              <a:gd name="T70" fmla="*/ 98 w 290"/>
              <a:gd name="T71" fmla="*/ 166 h 266"/>
              <a:gd name="T72" fmla="*/ 25 w 290"/>
              <a:gd name="T73" fmla="*/ 171 h 266"/>
              <a:gd name="T74" fmla="*/ 61 w 290"/>
              <a:gd name="T75" fmla="*/ 249 h 266"/>
              <a:gd name="T76" fmla="*/ 87 w 290"/>
              <a:gd name="T77" fmla="*/ 244 h 266"/>
              <a:gd name="T78" fmla="*/ 96 w 290"/>
              <a:gd name="T79" fmla="*/ 199 h 266"/>
              <a:gd name="T80" fmla="*/ 67 w 290"/>
              <a:gd name="T81" fmla="*/ 225 h 266"/>
              <a:gd name="T82" fmla="*/ 34 w 290"/>
              <a:gd name="T83" fmla="*/ 197 h 266"/>
              <a:gd name="T84" fmla="*/ 64 w 290"/>
              <a:gd name="T85" fmla="*/ 175 h 266"/>
              <a:gd name="T86" fmla="*/ 39 w 290"/>
              <a:gd name="T87" fmla="*/ 156 h 266"/>
              <a:gd name="T88" fmla="*/ 25 w 290"/>
              <a:gd name="T89" fmla="*/ 171 h 266"/>
              <a:gd name="T90" fmla="*/ 46 w 290"/>
              <a:gd name="T91" fmla="*/ 202 h 266"/>
              <a:gd name="T92" fmla="*/ 64 w 290"/>
              <a:gd name="T93" fmla="*/ 218 h 266"/>
              <a:gd name="T94" fmla="*/ 68 w 290"/>
              <a:gd name="T95" fmla="*/ 187 h 266"/>
              <a:gd name="T96" fmla="*/ 46 w 290"/>
              <a:gd name="T97" fmla="*/ 202 h 266"/>
              <a:gd name="T98" fmla="*/ 188 w 290"/>
              <a:gd name="T99" fmla="*/ 175 h 266"/>
              <a:gd name="T100" fmla="*/ 208 w 290"/>
              <a:gd name="T101" fmla="*/ 263 h 266"/>
              <a:gd name="T102" fmla="*/ 213 w 290"/>
              <a:gd name="T103" fmla="*/ 241 h 266"/>
              <a:gd name="T104" fmla="*/ 232 w 290"/>
              <a:gd name="T105" fmla="*/ 246 h 266"/>
              <a:gd name="T106" fmla="*/ 206 w 290"/>
              <a:gd name="T107" fmla="*/ 180 h 266"/>
              <a:gd name="T108" fmla="*/ 218 w 290"/>
              <a:gd name="T109" fmla="*/ 148 h 266"/>
              <a:gd name="T110" fmla="*/ 188 w 290"/>
              <a:gd name="T111" fmla="*/ 175 h 266"/>
              <a:gd name="T112" fmla="*/ 210 w 290"/>
              <a:gd name="T113" fmla="*/ 184 h 266"/>
              <a:gd name="T114" fmla="*/ 270 w 290"/>
              <a:gd name="T115" fmla="*/ 228 h 266"/>
              <a:gd name="T116" fmla="*/ 260 w 290"/>
              <a:gd name="T117" fmla="*/ 206 h 266"/>
              <a:gd name="T118" fmla="*/ 280 w 290"/>
              <a:gd name="T119" fmla="*/ 200 h 266"/>
              <a:gd name="T120" fmla="*/ 224 w 290"/>
              <a:gd name="T121" fmla="*/ 167 h 266"/>
              <a:gd name="T122" fmla="*/ 210 w 290"/>
              <a:gd name="T123" fmla="*/ 184 h 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0" h="266">
                <a:moveTo>
                  <a:pt x="196" y="9"/>
                </a:moveTo>
                <a:cubicBezTo>
                  <a:pt x="215" y="0"/>
                  <a:pt x="236" y="10"/>
                  <a:pt x="251" y="22"/>
                </a:cubicBezTo>
                <a:cubicBezTo>
                  <a:pt x="256" y="17"/>
                  <a:pt x="261" y="12"/>
                  <a:pt x="266" y="6"/>
                </a:cubicBezTo>
                <a:cubicBezTo>
                  <a:pt x="283" y="28"/>
                  <a:pt x="290" y="63"/>
                  <a:pt x="273" y="86"/>
                </a:cubicBezTo>
                <a:cubicBezTo>
                  <a:pt x="254" y="102"/>
                  <a:pt x="233" y="115"/>
                  <a:pt x="214" y="130"/>
                </a:cubicBezTo>
                <a:cubicBezTo>
                  <a:pt x="214" y="133"/>
                  <a:pt x="214" y="139"/>
                  <a:pt x="214" y="142"/>
                </a:cubicBezTo>
                <a:cubicBezTo>
                  <a:pt x="200" y="153"/>
                  <a:pt x="189" y="172"/>
                  <a:pt x="169" y="170"/>
                </a:cubicBezTo>
                <a:cubicBezTo>
                  <a:pt x="143" y="194"/>
                  <a:pt x="120" y="222"/>
                  <a:pt x="98" y="249"/>
                </a:cubicBezTo>
                <a:cubicBezTo>
                  <a:pt x="90" y="260"/>
                  <a:pt x="75" y="266"/>
                  <a:pt x="62" y="261"/>
                </a:cubicBezTo>
                <a:cubicBezTo>
                  <a:pt x="23" y="250"/>
                  <a:pt x="0" y="204"/>
                  <a:pt x="14" y="166"/>
                </a:cubicBezTo>
                <a:cubicBezTo>
                  <a:pt x="22" y="146"/>
                  <a:pt x="45" y="142"/>
                  <a:pt x="61" y="130"/>
                </a:cubicBezTo>
                <a:cubicBezTo>
                  <a:pt x="77" y="119"/>
                  <a:pt x="98" y="112"/>
                  <a:pt x="106" y="93"/>
                </a:cubicBezTo>
                <a:cubicBezTo>
                  <a:pt x="118" y="78"/>
                  <a:pt x="133" y="65"/>
                  <a:pt x="151" y="61"/>
                </a:cubicBezTo>
                <a:cubicBezTo>
                  <a:pt x="169" y="46"/>
                  <a:pt x="181" y="26"/>
                  <a:pt x="196" y="9"/>
                </a:cubicBezTo>
                <a:close/>
                <a:moveTo>
                  <a:pt x="204" y="17"/>
                </a:moveTo>
                <a:cubicBezTo>
                  <a:pt x="192" y="33"/>
                  <a:pt x="179" y="50"/>
                  <a:pt x="165" y="65"/>
                </a:cubicBezTo>
                <a:cubicBezTo>
                  <a:pt x="176" y="70"/>
                  <a:pt x="186" y="76"/>
                  <a:pt x="196" y="83"/>
                </a:cubicBezTo>
                <a:cubicBezTo>
                  <a:pt x="211" y="66"/>
                  <a:pt x="231" y="51"/>
                  <a:pt x="242" y="31"/>
                </a:cubicBezTo>
                <a:cubicBezTo>
                  <a:pt x="232" y="20"/>
                  <a:pt x="218" y="17"/>
                  <a:pt x="204" y="17"/>
                </a:cubicBezTo>
                <a:close/>
                <a:moveTo>
                  <a:pt x="202" y="92"/>
                </a:moveTo>
                <a:cubicBezTo>
                  <a:pt x="205" y="100"/>
                  <a:pt x="209" y="108"/>
                  <a:pt x="212" y="116"/>
                </a:cubicBezTo>
                <a:cubicBezTo>
                  <a:pt x="229" y="103"/>
                  <a:pt x="249" y="92"/>
                  <a:pt x="265" y="77"/>
                </a:cubicBezTo>
                <a:cubicBezTo>
                  <a:pt x="275" y="62"/>
                  <a:pt x="270" y="41"/>
                  <a:pt x="265" y="25"/>
                </a:cubicBezTo>
                <a:cubicBezTo>
                  <a:pt x="245" y="48"/>
                  <a:pt x="224" y="71"/>
                  <a:pt x="202" y="92"/>
                </a:cubicBezTo>
                <a:close/>
                <a:moveTo>
                  <a:pt x="124" y="102"/>
                </a:moveTo>
                <a:cubicBezTo>
                  <a:pt x="102" y="118"/>
                  <a:pt x="78" y="134"/>
                  <a:pt x="54" y="148"/>
                </a:cubicBezTo>
                <a:cubicBezTo>
                  <a:pt x="68" y="159"/>
                  <a:pt x="77" y="176"/>
                  <a:pt x="81" y="194"/>
                </a:cubicBezTo>
                <a:cubicBezTo>
                  <a:pt x="85" y="192"/>
                  <a:pt x="90" y="191"/>
                  <a:pt x="94" y="190"/>
                </a:cubicBezTo>
                <a:cubicBezTo>
                  <a:pt x="90" y="181"/>
                  <a:pt x="86" y="172"/>
                  <a:pt x="83" y="162"/>
                </a:cubicBezTo>
                <a:cubicBezTo>
                  <a:pt x="108" y="145"/>
                  <a:pt x="138" y="133"/>
                  <a:pt x="159" y="110"/>
                </a:cubicBezTo>
                <a:cubicBezTo>
                  <a:pt x="149" y="105"/>
                  <a:pt x="135" y="92"/>
                  <a:pt x="124" y="102"/>
                </a:cubicBezTo>
                <a:close/>
                <a:moveTo>
                  <a:pt x="98" y="166"/>
                </a:moveTo>
                <a:cubicBezTo>
                  <a:pt x="105" y="183"/>
                  <a:pt x="109" y="200"/>
                  <a:pt x="108" y="218"/>
                </a:cubicBezTo>
                <a:cubicBezTo>
                  <a:pt x="129" y="192"/>
                  <a:pt x="154" y="168"/>
                  <a:pt x="178" y="145"/>
                </a:cubicBezTo>
                <a:cubicBezTo>
                  <a:pt x="174" y="137"/>
                  <a:pt x="171" y="129"/>
                  <a:pt x="168" y="121"/>
                </a:cubicBezTo>
                <a:cubicBezTo>
                  <a:pt x="145" y="137"/>
                  <a:pt x="123" y="154"/>
                  <a:pt x="98" y="166"/>
                </a:cubicBezTo>
                <a:close/>
                <a:moveTo>
                  <a:pt x="25" y="171"/>
                </a:moveTo>
                <a:cubicBezTo>
                  <a:pt x="15" y="201"/>
                  <a:pt x="31" y="238"/>
                  <a:pt x="61" y="249"/>
                </a:cubicBezTo>
                <a:cubicBezTo>
                  <a:pt x="70" y="252"/>
                  <a:pt x="81" y="252"/>
                  <a:pt x="87" y="244"/>
                </a:cubicBezTo>
                <a:cubicBezTo>
                  <a:pt x="97" y="231"/>
                  <a:pt x="97" y="214"/>
                  <a:pt x="96" y="199"/>
                </a:cubicBezTo>
                <a:cubicBezTo>
                  <a:pt x="86" y="208"/>
                  <a:pt x="77" y="217"/>
                  <a:pt x="67" y="225"/>
                </a:cubicBezTo>
                <a:cubicBezTo>
                  <a:pt x="49" y="231"/>
                  <a:pt x="37" y="212"/>
                  <a:pt x="34" y="197"/>
                </a:cubicBezTo>
                <a:cubicBezTo>
                  <a:pt x="44" y="190"/>
                  <a:pt x="54" y="183"/>
                  <a:pt x="64" y="175"/>
                </a:cubicBezTo>
                <a:cubicBezTo>
                  <a:pt x="57" y="168"/>
                  <a:pt x="50" y="158"/>
                  <a:pt x="39" y="156"/>
                </a:cubicBezTo>
                <a:cubicBezTo>
                  <a:pt x="32" y="159"/>
                  <a:pt x="26" y="164"/>
                  <a:pt x="25" y="171"/>
                </a:cubicBezTo>
                <a:close/>
                <a:moveTo>
                  <a:pt x="46" y="202"/>
                </a:moveTo>
                <a:cubicBezTo>
                  <a:pt x="51" y="208"/>
                  <a:pt x="57" y="213"/>
                  <a:pt x="64" y="218"/>
                </a:cubicBezTo>
                <a:cubicBezTo>
                  <a:pt x="68" y="208"/>
                  <a:pt x="70" y="198"/>
                  <a:pt x="68" y="187"/>
                </a:cubicBezTo>
                <a:cubicBezTo>
                  <a:pt x="61" y="192"/>
                  <a:pt x="53" y="197"/>
                  <a:pt x="46" y="202"/>
                </a:cubicBezTo>
                <a:close/>
                <a:moveTo>
                  <a:pt x="188" y="175"/>
                </a:moveTo>
                <a:cubicBezTo>
                  <a:pt x="183" y="206"/>
                  <a:pt x="191" y="237"/>
                  <a:pt x="208" y="263"/>
                </a:cubicBezTo>
                <a:cubicBezTo>
                  <a:pt x="209" y="256"/>
                  <a:pt x="211" y="248"/>
                  <a:pt x="213" y="241"/>
                </a:cubicBezTo>
                <a:cubicBezTo>
                  <a:pt x="219" y="243"/>
                  <a:pt x="225" y="245"/>
                  <a:pt x="232" y="246"/>
                </a:cubicBezTo>
                <a:cubicBezTo>
                  <a:pt x="218" y="227"/>
                  <a:pt x="207" y="205"/>
                  <a:pt x="206" y="180"/>
                </a:cubicBezTo>
                <a:cubicBezTo>
                  <a:pt x="215" y="171"/>
                  <a:pt x="219" y="160"/>
                  <a:pt x="218" y="148"/>
                </a:cubicBezTo>
                <a:cubicBezTo>
                  <a:pt x="207" y="156"/>
                  <a:pt x="197" y="164"/>
                  <a:pt x="188" y="175"/>
                </a:cubicBezTo>
                <a:close/>
                <a:moveTo>
                  <a:pt x="210" y="184"/>
                </a:moveTo>
                <a:cubicBezTo>
                  <a:pt x="226" y="204"/>
                  <a:pt x="247" y="218"/>
                  <a:pt x="270" y="228"/>
                </a:cubicBezTo>
                <a:cubicBezTo>
                  <a:pt x="267" y="221"/>
                  <a:pt x="264" y="214"/>
                  <a:pt x="260" y="206"/>
                </a:cubicBezTo>
                <a:cubicBezTo>
                  <a:pt x="267" y="204"/>
                  <a:pt x="274" y="202"/>
                  <a:pt x="280" y="200"/>
                </a:cubicBezTo>
                <a:cubicBezTo>
                  <a:pt x="259" y="193"/>
                  <a:pt x="239" y="183"/>
                  <a:pt x="224" y="167"/>
                </a:cubicBezTo>
                <a:cubicBezTo>
                  <a:pt x="220" y="173"/>
                  <a:pt x="215" y="179"/>
                  <a:pt x="210" y="184"/>
                </a:cubicBezTo>
                <a:close/>
              </a:path>
            </a:pathLst>
          </a:custGeom>
          <a:gradFill>
            <a:gsLst>
              <a:gs pos="0">
                <a:srgbClr val="007BD3"/>
              </a:gs>
              <a:gs pos="100000">
                <a:srgbClr val="034373"/>
              </a:gs>
            </a:gsLst>
            <a:lin ang="5400000" scaled="0"/>
          </a:gra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black"/>
              </a:solidFill>
              <a:effectLst/>
              <a:uLnTx/>
              <a:uFillTx/>
            </a:endParaRPr>
          </a:p>
        </p:txBody>
      </p:sp>
      <p:grpSp>
        <p:nvGrpSpPr>
          <p:cNvPr id="21" name="组合 20"/>
          <p:cNvGrpSpPr/>
          <p:nvPr/>
        </p:nvGrpSpPr>
        <p:grpSpPr>
          <a:xfrm>
            <a:off x="0" y="792000"/>
            <a:ext cx="5611240" cy="659766"/>
            <a:chOff x="-9" y="1110"/>
            <a:chExt cx="8837" cy="1039"/>
          </a:xfrm>
        </p:grpSpPr>
        <p:grpSp>
          <p:nvGrpSpPr>
            <p:cNvPr id="22" name="组合 21"/>
            <p:cNvGrpSpPr/>
            <p:nvPr/>
          </p:nvGrpSpPr>
          <p:grpSpPr>
            <a:xfrm>
              <a:off x="2004" y="1110"/>
              <a:ext cx="6824" cy="1039"/>
              <a:chOff x="574557" y="613893"/>
              <a:chExt cx="4332551" cy="659964"/>
            </a:xfrm>
          </p:grpSpPr>
          <p:sp>
            <p:nvSpPr>
              <p:cNvPr id="24" name="文本框 23"/>
              <p:cNvSpPr txBox="1"/>
              <p:nvPr/>
            </p:nvSpPr>
            <p:spPr>
              <a:xfrm>
                <a:off x="574557" y="613893"/>
                <a:ext cx="4332551" cy="583740"/>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b="1" dirty="0" smtClean="0">
                    <a:solidFill>
                      <a:srgbClr val="0064D2"/>
                    </a:solidFill>
                    <a:latin typeface="+mn-ea"/>
                    <a:cs typeface="+mn-ea"/>
                    <a:sym typeface="+mn-lt"/>
                  </a:rPr>
                  <a:t>任务目标和</a:t>
                </a:r>
                <a:r>
                  <a:rPr lang="zh-CN" altLang="en-US" b="1" dirty="0" smtClean="0">
                    <a:solidFill>
                      <a:srgbClr val="0064D2"/>
                    </a:solidFill>
                    <a:latin typeface="+mn-ea"/>
                    <a:cs typeface="+mn-ea"/>
                    <a:sym typeface="+mn-lt"/>
                  </a:rPr>
                  <a:t>重难点</a:t>
                </a:r>
                <a:endParaRPr lang="zh-CN" altLang="en-US" b="1" dirty="0" smtClean="0">
                  <a:solidFill>
                    <a:srgbClr val="0064D2"/>
                  </a:solidFill>
                  <a:latin typeface="+mn-ea"/>
                  <a:cs typeface="+mn-ea"/>
                  <a:sym typeface="+mn-lt"/>
                </a:endParaRPr>
              </a:p>
            </p:txBody>
          </p:sp>
          <p:cxnSp>
            <p:nvCxnSpPr>
              <p:cNvPr id="25" name="直接连接符 24"/>
              <p:cNvCxnSpPr/>
              <p:nvPr/>
            </p:nvCxnSpPr>
            <p:spPr>
              <a:xfrm>
                <a:off x="873861" y="1273857"/>
                <a:ext cx="701130"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
          <p:nvSpPr>
            <p:cNvPr id="23" name="文本框 22"/>
            <p:cNvSpPr txBox="1"/>
            <p:nvPr/>
          </p:nvSpPr>
          <p:spPr>
            <a:xfrm>
              <a:off x="-9" y="1110"/>
              <a:ext cx="1429" cy="919"/>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02</a:t>
              </a:r>
              <a:endParaRPr lang="en-US" altLang="zh-CN" sz="3200" dirty="0">
                <a:solidFill>
                  <a:srgbClr val="3F396C"/>
                </a:solidFill>
                <a:latin typeface="思源宋体" panose="02020700000000000000" charset="-122"/>
                <a:ea typeface="思源宋体" panose="02020700000000000000" charset="-122"/>
              </a:endParaRPr>
            </a:p>
          </p:txBody>
        </p:sp>
      </p:grpSp>
      <p:sp>
        <p:nvSpPr>
          <p:cNvPr id="18" name="文本框 17"/>
          <p:cNvSpPr txBox="1"/>
          <p:nvPr/>
        </p:nvSpPr>
        <p:spPr>
          <a:xfrm>
            <a:off x="4849495" y="1638000"/>
            <a:ext cx="2613025" cy="46037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任务目标</a:t>
            </a:r>
            <a:endParaRPr lang="zh-CN" altLang="zh-CN" sz="2400" b="1" dirty="0">
              <a:solidFill>
                <a:srgbClr val="FFC000"/>
              </a:solidFill>
              <a:latin typeface="+mn-ea"/>
              <a:cs typeface="+mn-ea"/>
              <a:sym typeface="+mn-lt"/>
            </a:endParaRPr>
          </a:p>
        </p:txBody>
      </p:sp>
      <p:sp>
        <p:nvSpPr>
          <p:cNvPr id="20" name="文本框 19"/>
          <p:cNvSpPr txBox="1"/>
          <p:nvPr/>
        </p:nvSpPr>
        <p:spPr>
          <a:xfrm>
            <a:off x="4848225" y="3963600"/>
            <a:ext cx="2085975" cy="4616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algn="l"/>
            <a:r>
              <a:rPr lang="zh-CN" altLang="en-US" sz="2400" b="1" dirty="0" smtClean="0">
                <a:solidFill>
                  <a:srgbClr val="FFC000"/>
                </a:solidFill>
                <a:latin typeface="+mn-ea"/>
                <a:cs typeface="+mn-ea"/>
                <a:sym typeface="+mn-lt"/>
              </a:rPr>
              <a:t>任务重难点</a:t>
            </a:r>
            <a:endParaRPr lang="zh-CN" altLang="zh-CN" sz="2400" b="1" dirty="0">
              <a:solidFill>
                <a:srgbClr val="FFC000"/>
              </a:solidFill>
              <a:latin typeface="+mn-ea"/>
              <a:cs typeface="+mn-ea"/>
              <a:sym typeface="+mn-lt"/>
            </a:endParaRPr>
          </a:p>
        </p:txBody>
      </p:sp>
      <p:sp>
        <p:nvSpPr>
          <p:cNvPr id="4" name="文本框 3"/>
          <p:cNvSpPr txBox="1"/>
          <p:nvPr/>
        </p:nvSpPr>
        <p:spPr>
          <a:xfrm>
            <a:off x="4850400" y="2502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掌握常见数据集的存储与组织格式</a:t>
            </a:r>
            <a:endParaRPr lang="zh-CN" dirty="0" smtClean="0">
              <a:latin typeface="Arial" panose="020B0604020202020204" pitchFamily="34" charset="0"/>
              <a:cs typeface="Times New Roman" panose="02020603050405020304" charset="0"/>
              <a:sym typeface="+mn-ea"/>
            </a:endParaRPr>
          </a:p>
        </p:txBody>
      </p:sp>
      <p:sp>
        <p:nvSpPr>
          <p:cNvPr id="2" name="文本框 1"/>
          <p:cNvSpPr txBox="1"/>
          <p:nvPr/>
        </p:nvSpPr>
        <p:spPr>
          <a:xfrm>
            <a:off x="4850400" y="2034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能够识别并获取适用于不同训练阶段的大规模语言模型数据集</a:t>
            </a:r>
            <a:endParaRPr lang="zh-CN" dirty="0" smtClean="0">
              <a:latin typeface="Arial" panose="020B0604020202020204" pitchFamily="34" charset="0"/>
              <a:cs typeface="Times New Roman" panose="02020603050405020304" charset="0"/>
              <a:sym typeface="+mn-ea"/>
            </a:endParaRPr>
          </a:p>
        </p:txBody>
      </p:sp>
      <p:sp>
        <p:nvSpPr>
          <p:cNvPr id="3" name="文本框 2"/>
          <p:cNvSpPr txBox="1"/>
          <p:nvPr/>
        </p:nvSpPr>
        <p:spPr>
          <a:xfrm>
            <a:off x="4850400" y="2970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能够根据实际需求构造高质量的指令数据</a:t>
            </a:r>
            <a:endParaRPr lang="zh-CN" dirty="0" smtClean="0">
              <a:latin typeface="Arial" panose="020B0604020202020204" pitchFamily="34" charset="0"/>
              <a:cs typeface="Times New Roman" panose="02020603050405020304" charset="0"/>
              <a:sym typeface="+mn-ea"/>
            </a:endParaRPr>
          </a:p>
        </p:txBody>
      </p:sp>
      <p:sp>
        <p:nvSpPr>
          <p:cNvPr id="17" name="文本框 16"/>
          <p:cNvSpPr txBox="1"/>
          <p:nvPr/>
        </p:nvSpPr>
        <p:spPr>
          <a:xfrm>
            <a:off x="4850400" y="3438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dirty="0" smtClean="0">
                <a:latin typeface="Arial" panose="020B0604020202020204" pitchFamily="34" charset="0"/>
                <a:cs typeface="Times New Roman" panose="02020603050405020304" charset="0"/>
                <a:sym typeface="+mn-ea"/>
              </a:rPr>
              <a:t>掌握数据清洗与检查的基本流程和工具使用方法</a:t>
            </a:r>
            <a:endParaRPr lang="zh-CN" dirty="0" smtClean="0">
              <a:latin typeface="Arial" panose="020B0604020202020204" pitchFamily="34" charset="0"/>
              <a:cs typeface="Times New Roman" panose="02020603050405020304" charset="0"/>
              <a:sym typeface="+mn-ea"/>
            </a:endParaRPr>
          </a:p>
        </p:txBody>
      </p:sp>
      <p:sp>
        <p:nvSpPr>
          <p:cNvPr id="19" name="文本框 18"/>
          <p:cNvSpPr txBox="1"/>
          <p:nvPr/>
        </p:nvSpPr>
        <p:spPr>
          <a:xfrm>
            <a:off x="4848495" y="4374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altLang="en-US" dirty="0" smtClean="0">
                <a:latin typeface="Arial" panose="020B0604020202020204" pitchFamily="34" charset="0"/>
                <a:cs typeface="Times New Roman" panose="02020603050405020304" charset="0"/>
                <a:sym typeface="+mn-ea"/>
              </a:rPr>
              <a:t>重点：数据集识别、存储格式、指令数据构造、清洗检查全流程</a:t>
            </a:r>
            <a:endParaRPr lang="zh-CN" altLang="en-US" dirty="0" smtClean="0">
              <a:latin typeface="Arial" panose="020B0604020202020204" pitchFamily="34" charset="0"/>
              <a:cs typeface="Times New Roman" panose="02020603050405020304" charset="0"/>
              <a:sym typeface="+mn-ea"/>
            </a:endParaRPr>
          </a:p>
        </p:txBody>
      </p:sp>
      <p:sp>
        <p:nvSpPr>
          <p:cNvPr id="28" name="文本框 27"/>
          <p:cNvSpPr txBox="1"/>
          <p:nvPr/>
        </p:nvSpPr>
        <p:spPr>
          <a:xfrm>
            <a:off x="4850400" y="4842000"/>
            <a:ext cx="6883200" cy="468630"/>
          </a:xfrm>
          <a:prstGeom prst="rect">
            <a:avLst/>
          </a:prstGeom>
          <a:noFill/>
        </p:spPr>
        <p:txBody>
          <a:bodyPr wrap="square" rtlCol="0">
            <a:noAutofit/>
          </a:bodyPr>
          <a:p>
            <a:pPr marL="342900" lvl="0" indent="-342900" algn="l" fontAlgn="auto">
              <a:lnSpc>
                <a:spcPct val="150000"/>
              </a:lnSpc>
              <a:buFont typeface="Wingdings" panose="05000000000000000000" pitchFamily="2" charset="2"/>
              <a:buChar char="l"/>
            </a:pPr>
            <a:r>
              <a:rPr lang="zh-CN" altLang="en-US" dirty="0" smtClean="0">
                <a:latin typeface="Arial" panose="020B0604020202020204" pitchFamily="34" charset="0"/>
                <a:cs typeface="Times New Roman" panose="02020603050405020304" charset="0"/>
                <a:sym typeface="+mn-ea"/>
              </a:rPr>
              <a:t>难点：高质量数据集构建核心技能的掌握与应用</a:t>
            </a:r>
            <a:endParaRPr lang="zh-CN" altLang="en-US" dirty="0" smtClean="0">
              <a:latin typeface="Arial" panose="020B0604020202020204" pitchFamily="34" charset="0"/>
              <a:cs typeface="Times New Roman" panose="020206030504050203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rPr>
                <a:t>知识储备</a:t>
              </a:r>
              <a:endPar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a:t>
              </a:r>
              <a:r>
                <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实施</a:t>
              </a:r>
              <a:endParaRPr kumimoji="0" lang="zh-CN" altLang="en-US" sz="2800" b="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任务二</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大模型公开数据集收集与指令数据构造</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数据集存储格式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不同训练阶段数据集</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指令数据组织格式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指令数据构造方法</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大语言模型的整个训练流程中，数据扮演着至关重要的角色。根据模型学习目标的不同，训练通常分为三个主要阶段：预训练、指令微调和指令对齐（有关训练阶段的详细内容，将在项目二大模型微调与对齐中介绍）。每个阶段所使用的数据类型、来源以及标注方式都有明显区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预训练阶段是模型打基础的关键时期，使用的是大规模、未经人工标注的通用语料库，如维基百科、网页文本、书籍等。这些数据量庞大，往往达到</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TB</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级别，目的是让模型掌握语言的基本结构与广泛知识。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进入指令微调阶段后，模型开始学习如何理解和执行用户指令，此时需要构造结构化的人工指令数据，包括问题与对应</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答案，这类数据质量高但数量相对较少。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最后，在指令对齐阶段，模型通过人类反馈强化学习（</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RLHF</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）进一步优化输出，使其更符合人类偏好。这一阶段的数据通常包含多个模型回答及人类评分排序信息，用于训练奖励模型并调整策略。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不同训练阶段对应的数据特点与数据量级别如表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1-2-2</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所示：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1-2-2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数据特点</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数据集存储格式</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不同训练阶段数据集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指令数据组织格式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指令数据构造方法</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在大模型训练和微调过程中，数据集通常以特定格式进行存储和读取。不同的任务需求和处理工具支持的数据格式不同，因此了解并掌握常见数据集格式是进行数据准备和模型训练的基础。</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最常见的几种数据格式包括：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TXT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（纯文本）、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CSV</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（逗号分隔值文件）、</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JSON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（结构化数据）以及</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JSONL</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（每行一个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TXT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格式：是最简单的文本格式，适用于仅需保存原始语料的场景，如预训练阶段使用的网页文本或书籍内容。每行一条文本，不带结构信息，便于快速读取和处理。</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示例：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CSV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：是一种表格型数据格式，常用于存储带有字段划分的数据集，</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例如包含</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指令</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的三列结构。它适合初学者操作，可直接用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Excel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Pandas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工具进行编辑和分析。如表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1-2-3</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所示。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表</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1-2-3 CSV</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格式具有良好的结构化特性，适合存储复杂嵌套的数据对象。例如一个完整的问答对可以作为一个</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对象，包含多个字段，如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instruction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（指令）、</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input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（输入）、</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output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（输出）等，方便程序解析。</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JSONL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JSONL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的变种，每一行都是一个独立的</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对象。这种格式特别适合大规模数</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据集的读写，因为它支持逐行处理，不会因单个文件过大而造成内存溢出问题。</a:t>
            </a:r>
            <a:endPar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数据集存储格式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不同训练阶段数据集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64D2"/>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指令数据组织格式</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指令数据构造方法</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在大模型训练中，除了要掌握数据的存储格式（如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JSON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CSV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等），还必须了解数据的组织格式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，即数据集中各字段之间的逻辑结构和表达方式。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常见的指令数据集组织格式包括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Alpaca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ShareGPT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Dolly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格式等。</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1. Alpaca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格式：由斯坦福大学提出，是最常见的一种指令微调数据格式，适用于单轮问答任务。其核心字段包括：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instruction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：用户输入的指令或问题；</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input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：可选的上下文信息或输入文本（可为空）；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output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：模型应输出的标准答案。示例数据如下：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2. ShareGPT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格式：源于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GPT-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sym typeface="+mn-ea"/>
              </a:rPr>
              <a:t>4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用户分享的真实对话记录，适用于多轮对话训练，能够模拟更贴近实际交互场景的对话流程。该格式常用于构建聊天机器人、客服系统等需要多轮交互能力的模型。其关键字段为：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conversations</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：一个包含多个对话回合的列表，每个对话项标明发言者（</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human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assistant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）及其内容。示例数据如下：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3. Dolly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格式：由</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Databricks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公司发布，也是一种广泛使用的指令数据格式，支持多种任务类型，如分类、生成、推理等。其主要字段包括：</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instruction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：指令内容；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context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：任务背景或附加信息；</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response</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：模</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型期望的回答。示例数据如下：</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Dolly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格式强调上下文信息，有助于训练模型处理复杂任务。</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数据集存储格式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不同训练阶段数据集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指令数据组织格式</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指令数据构造方法</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03</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519834" y="2368911"/>
            <a:ext cx="3494356"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grpSp>
        <p:nvGrpSpPr>
          <p:cNvPr id="11" name="组合 10"/>
          <p:cNvGrpSpPr/>
          <p:nvPr/>
        </p:nvGrpSpPr>
        <p:grpSpPr>
          <a:xfrm rot="0">
            <a:off x="4238625" y="1424305"/>
            <a:ext cx="7423785" cy="4859020"/>
            <a:chOff x="3838575" y="2105025"/>
            <a:chExt cx="4355782" cy="2518409"/>
          </a:xfrm>
        </p:grpSpPr>
        <p:sp>
          <p:nvSpPr>
            <p:cNvPr id="13" name="图形 5"/>
            <p:cNvSpPr/>
            <p:nvPr>
              <p:custDataLst>
                <p:tags r:id="rId1"/>
              </p:custDataLst>
            </p:nvPr>
          </p:nvSpPr>
          <p:spPr>
            <a:xfrm>
              <a:off x="3838575" y="2439352"/>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E8E8E8"/>
            </a:solidFill>
            <a:ln w="9525" cap="flat">
              <a:noFill/>
              <a:prstDash val="solid"/>
              <a:miter/>
            </a:ln>
          </p:spPr>
          <p:txBody>
            <a:bodyPr rtlCol="0" anchor="ctr"/>
            <a:lstStyle/>
            <a:p>
              <a:endParaRPr lang="zh-CN" altLang="en-US"/>
            </a:p>
          </p:txBody>
        </p:sp>
        <p:sp>
          <p:nvSpPr>
            <p:cNvPr id="14" name="图形 5"/>
            <p:cNvSpPr/>
            <p:nvPr>
              <p:custDataLst>
                <p:tags r:id="rId2"/>
              </p:custDataLst>
            </p:nvPr>
          </p:nvSpPr>
          <p:spPr>
            <a:xfrm>
              <a:off x="7632382" y="2110740"/>
              <a:ext cx="218122" cy="501967"/>
            </a:xfrm>
            <a:custGeom>
              <a:avLst/>
              <a:gdLst>
                <a:gd name="connsiteX0" fmla="*/ 184785 w 218122"/>
                <a:gd name="connsiteY0" fmla="*/ 501968 h 501967"/>
                <a:gd name="connsiteX1" fmla="*/ 0 w 218122"/>
                <a:gd name="connsiteY1" fmla="*/ 482918 h 501967"/>
                <a:gd name="connsiteX2" fmla="*/ 33338 w 218122"/>
                <a:gd name="connsiteY2" fmla="*/ 0 h 501967"/>
                <a:gd name="connsiteX3" fmla="*/ 218123 w 218122"/>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8122" h="501967">
                  <a:moveTo>
                    <a:pt x="184785" y="501968"/>
                  </a:moveTo>
                  <a:lnTo>
                    <a:pt x="0" y="482918"/>
                  </a:lnTo>
                  <a:lnTo>
                    <a:pt x="33338" y="0"/>
                  </a:lnTo>
                  <a:lnTo>
                    <a:pt x="218123" y="18098"/>
                  </a:lnTo>
                  <a:close/>
                </a:path>
              </a:pathLst>
            </a:custGeom>
            <a:solidFill>
              <a:srgbClr val="DEBF90"/>
            </a:solidFill>
            <a:ln w="9525" cap="flat">
              <a:noFill/>
              <a:prstDash val="solid"/>
              <a:miter/>
            </a:ln>
          </p:spPr>
          <p:txBody>
            <a:bodyPr rtlCol="0" anchor="ctr"/>
            <a:lstStyle/>
            <a:p>
              <a:endParaRPr lang="zh-CN" altLang="en-US"/>
            </a:p>
          </p:txBody>
        </p:sp>
        <p:sp>
          <p:nvSpPr>
            <p:cNvPr id="15" name="图形 5"/>
            <p:cNvSpPr/>
            <p:nvPr>
              <p:custDataLst>
                <p:tags r:id="rId3"/>
              </p:custDataLst>
            </p:nvPr>
          </p:nvSpPr>
          <p:spPr>
            <a:xfrm>
              <a:off x="4259580" y="2110740"/>
              <a:ext cx="217169" cy="501967"/>
            </a:xfrm>
            <a:custGeom>
              <a:avLst/>
              <a:gdLst>
                <a:gd name="connsiteX0" fmla="*/ 32385 w 217169"/>
                <a:gd name="connsiteY0" fmla="*/ 501968 h 501967"/>
                <a:gd name="connsiteX1" fmla="*/ 217170 w 217169"/>
                <a:gd name="connsiteY1" fmla="*/ 482918 h 501967"/>
                <a:gd name="connsiteX2" fmla="*/ 183833 w 217169"/>
                <a:gd name="connsiteY2" fmla="*/ 0 h 501967"/>
                <a:gd name="connsiteX3" fmla="*/ 0 w 217169"/>
                <a:gd name="connsiteY3" fmla="*/ 18098 h 501967"/>
              </a:gdLst>
              <a:ahLst/>
              <a:cxnLst>
                <a:cxn ang="0">
                  <a:pos x="connsiteX0" y="connsiteY0"/>
                </a:cxn>
                <a:cxn ang="0">
                  <a:pos x="connsiteX1" y="connsiteY1"/>
                </a:cxn>
                <a:cxn ang="0">
                  <a:pos x="connsiteX2" y="connsiteY2"/>
                </a:cxn>
                <a:cxn ang="0">
                  <a:pos x="connsiteX3" y="connsiteY3"/>
                </a:cxn>
              </a:cxnLst>
              <a:rect l="l" t="t" r="r" b="b"/>
              <a:pathLst>
                <a:path w="217169" h="501967">
                  <a:moveTo>
                    <a:pt x="32385" y="501968"/>
                  </a:moveTo>
                  <a:lnTo>
                    <a:pt x="217170" y="482918"/>
                  </a:lnTo>
                  <a:lnTo>
                    <a:pt x="183833" y="0"/>
                  </a:lnTo>
                  <a:lnTo>
                    <a:pt x="0" y="18098"/>
                  </a:lnTo>
                  <a:close/>
                </a:path>
              </a:pathLst>
            </a:custGeom>
            <a:solidFill>
              <a:srgbClr val="DEBF90"/>
            </a:solidFill>
            <a:ln w="9525" cap="flat">
              <a:noFill/>
              <a:prstDash val="solid"/>
              <a:miter/>
            </a:ln>
          </p:spPr>
          <p:txBody>
            <a:bodyPr rtlCol="0" anchor="ctr"/>
            <a:lstStyle/>
            <a:p>
              <a:endParaRPr lang="zh-CN" altLang="en-US"/>
            </a:p>
          </p:txBody>
        </p:sp>
        <p:sp>
          <p:nvSpPr>
            <p:cNvPr id="16" name="图形 5"/>
            <p:cNvSpPr/>
            <p:nvPr>
              <p:custDataLst>
                <p:tags r:id="rId4"/>
              </p:custDataLst>
            </p:nvPr>
          </p:nvSpPr>
          <p:spPr>
            <a:xfrm>
              <a:off x="3915727" y="2349817"/>
              <a:ext cx="4278630" cy="2184082"/>
            </a:xfrm>
            <a:custGeom>
              <a:avLst/>
              <a:gdLst>
                <a:gd name="connsiteX0" fmla="*/ 0 w 4278630"/>
                <a:gd name="connsiteY0" fmla="*/ 0 h 2184082"/>
                <a:gd name="connsiteX1" fmla="*/ 4278630 w 4278630"/>
                <a:gd name="connsiteY1" fmla="*/ 0 h 2184082"/>
                <a:gd name="connsiteX2" fmla="*/ 4278630 w 4278630"/>
                <a:gd name="connsiteY2" fmla="*/ 2184083 h 2184082"/>
                <a:gd name="connsiteX3" fmla="*/ 0 w 4278630"/>
                <a:gd name="connsiteY3" fmla="*/ 2184083 h 2184082"/>
              </a:gdLst>
              <a:ahLst/>
              <a:cxnLst>
                <a:cxn ang="0">
                  <a:pos x="connsiteX0" y="connsiteY0"/>
                </a:cxn>
                <a:cxn ang="0">
                  <a:pos x="connsiteX1" y="connsiteY1"/>
                </a:cxn>
                <a:cxn ang="0">
                  <a:pos x="connsiteX2" y="connsiteY2"/>
                </a:cxn>
                <a:cxn ang="0">
                  <a:pos x="connsiteX3" y="connsiteY3"/>
                </a:cxn>
              </a:cxnLst>
              <a:rect l="l" t="t" r="r" b="b"/>
              <a:pathLst>
                <a:path w="4278630" h="2184082">
                  <a:moveTo>
                    <a:pt x="0" y="0"/>
                  </a:moveTo>
                  <a:lnTo>
                    <a:pt x="4278630" y="0"/>
                  </a:lnTo>
                  <a:lnTo>
                    <a:pt x="4278630" y="2184083"/>
                  </a:lnTo>
                  <a:lnTo>
                    <a:pt x="0" y="2184083"/>
                  </a:lnTo>
                  <a:close/>
                </a:path>
              </a:pathLst>
            </a:custGeom>
            <a:solidFill>
              <a:srgbClr val="FFFFFF"/>
            </a:solidFill>
            <a:ln w="9525" cap="flat">
              <a:solidFill>
                <a:srgbClr val="231815"/>
              </a:solidFill>
              <a:prstDash val="solid"/>
              <a:miter/>
            </a:ln>
          </p:spPr>
          <p:txBody>
            <a:bodyPr rtlCol="0" anchor="ctr"/>
            <a:lstStyle/>
            <a:p>
              <a:endParaRPr lang="zh-CN" altLang="en-US"/>
            </a:p>
          </p:txBody>
        </p:sp>
        <p:sp>
          <p:nvSpPr>
            <p:cNvPr id="17" name="图形 5"/>
            <p:cNvSpPr/>
            <p:nvPr>
              <p:custDataLst>
                <p:tags r:id="rId5"/>
              </p:custDataLst>
            </p:nvPr>
          </p:nvSpPr>
          <p:spPr>
            <a:xfrm>
              <a:off x="7632382" y="2105025"/>
              <a:ext cx="244792" cy="507682"/>
            </a:xfrm>
            <a:custGeom>
              <a:avLst/>
              <a:gdLst>
                <a:gd name="connsiteX0" fmla="*/ 184785 w 244792"/>
                <a:gd name="connsiteY0" fmla="*/ 507683 h 507682"/>
                <a:gd name="connsiteX1" fmla="*/ 0 w 244792"/>
                <a:gd name="connsiteY1" fmla="*/ 488633 h 507682"/>
                <a:gd name="connsiteX2" fmla="*/ 60960 w 244792"/>
                <a:gd name="connsiteY2" fmla="*/ 0 h 507682"/>
                <a:gd name="connsiteX3" fmla="*/ 244793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184785" y="507683"/>
                  </a:moveTo>
                  <a:lnTo>
                    <a:pt x="0" y="488633"/>
                  </a:lnTo>
                  <a:lnTo>
                    <a:pt x="60960" y="0"/>
                  </a:lnTo>
                  <a:lnTo>
                    <a:pt x="244793" y="19050"/>
                  </a:lnTo>
                  <a:close/>
                </a:path>
              </a:pathLst>
            </a:custGeom>
            <a:solidFill>
              <a:srgbClr val="FFDBA6"/>
            </a:solidFill>
            <a:ln w="9525" cap="flat">
              <a:noFill/>
              <a:prstDash val="solid"/>
              <a:miter/>
            </a:ln>
          </p:spPr>
          <p:txBody>
            <a:bodyPr rtlCol="0" anchor="ctr"/>
            <a:lstStyle/>
            <a:p>
              <a:endParaRPr lang="zh-CN" altLang="en-US"/>
            </a:p>
          </p:txBody>
        </p:sp>
        <p:sp>
          <p:nvSpPr>
            <p:cNvPr id="18" name="图形 5"/>
            <p:cNvSpPr/>
            <p:nvPr>
              <p:custDataLst>
                <p:tags r:id="rId6"/>
              </p:custDataLst>
            </p:nvPr>
          </p:nvSpPr>
          <p:spPr>
            <a:xfrm>
              <a:off x="7632382" y="2105025"/>
              <a:ext cx="65722" cy="489585"/>
            </a:xfrm>
            <a:custGeom>
              <a:avLst/>
              <a:gdLst>
                <a:gd name="connsiteX0" fmla="*/ 60960 w 65722"/>
                <a:gd name="connsiteY0" fmla="*/ 0 h 489585"/>
                <a:gd name="connsiteX1" fmla="*/ 0 w 65722"/>
                <a:gd name="connsiteY1" fmla="*/ 488633 h 489585"/>
                <a:gd name="connsiteX2" fmla="*/ 5715 w 65722"/>
                <a:gd name="connsiteY2" fmla="*/ 489585 h 489585"/>
                <a:gd name="connsiteX3" fmla="*/ 65723 w 65722"/>
                <a:gd name="connsiteY3" fmla="*/ 953 h 489585"/>
              </a:gdLst>
              <a:ahLst/>
              <a:cxnLst>
                <a:cxn ang="0">
                  <a:pos x="connsiteX0" y="connsiteY0"/>
                </a:cxn>
                <a:cxn ang="0">
                  <a:pos x="connsiteX1" y="connsiteY1"/>
                </a:cxn>
                <a:cxn ang="0">
                  <a:pos x="connsiteX2" y="connsiteY2"/>
                </a:cxn>
                <a:cxn ang="0">
                  <a:pos x="connsiteX3" y="connsiteY3"/>
                </a:cxn>
              </a:cxnLst>
              <a:rect l="l" t="t" r="r" b="b"/>
              <a:pathLst>
                <a:path w="65722" h="489585">
                  <a:moveTo>
                    <a:pt x="60960" y="0"/>
                  </a:moveTo>
                  <a:lnTo>
                    <a:pt x="0" y="488633"/>
                  </a:lnTo>
                  <a:lnTo>
                    <a:pt x="5715" y="489585"/>
                  </a:lnTo>
                  <a:lnTo>
                    <a:pt x="65723" y="953"/>
                  </a:lnTo>
                  <a:close/>
                </a:path>
              </a:pathLst>
            </a:custGeom>
            <a:solidFill>
              <a:srgbClr val="EBCA98"/>
            </a:solidFill>
            <a:ln w="9525" cap="flat">
              <a:noFill/>
              <a:prstDash val="solid"/>
              <a:miter/>
            </a:ln>
          </p:spPr>
          <p:txBody>
            <a:bodyPr rtlCol="0" anchor="ctr"/>
            <a:lstStyle/>
            <a:p>
              <a:endParaRPr lang="zh-CN" altLang="en-US"/>
            </a:p>
          </p:txBody>
        </p:sp>
        <p:sp>
          <p:nvSpPr>
            <p:cNvPr id="19" name="图形 5"/>
            <p:cNvSpPr/>
            <p:nvPr>
              <p:custDataLst>
                <p:tags r:id="rId7"/>
              </p:custDataLst>
            </p:nvPr>
          </p:nvSpPr>
          <p:spPr>
            <a:xfrm>
              <a:off x="4231957" y="2105025"/>
              <a:ext cx="244792" cy="507682"/>
            </a:xfrm>
            <a:custGeom>
              <a:avLst/>
              <a:gdLst>
                <a:gd name="connsiteX0" fmla="*/ 60007 w 244792"/>
                <a:gd name="connsiteY0" fmla="*/ 507683 h 507682"/>
                <a:gd name="connsiteX1" fmla="*/ 244793 w 244792"/>
                <a:gd name="connsiteY1" fmla="*/ 488633 h 507682"/>
                <a:gd name="connsiteX2" fmla="*/ 184785 w 244792"/>
                <a:gd name="connsiteY2" fmla="*/ 0 h 507682"/>
                <a:gd name="connsiteX3" fmla="*/ 0 w 244792"/>
                <a:gd name="connsiteY3" fmla="*/ 19050 h 507682"/>
              </a:gdLst>
              <a:ahLst/>
              <a:cxnLst>
                <a:cxn ang="0">
                  <a:pos x="connsiteX0" y="connsiteY0"/>
                </a:cxn>
                <a:cxn ang="0">
                  <a:pos x="connsiteX1" y="connsiteY1"/>
                </a:cxn>
                <a:cxn ang="0">
                  <a:pos x="connsiteX2" y="connsiteY2"/>
                </a:cxn>
                <a:cxn ang="0">
                  <a:pos x="connsiteX3" y="connsiteY3"/>
                </a:cxn>
              </a:cxnLst>
              <a:rect l="l" t="t" r="r" b="b"/>
              <a:pathLst>
                <a:path w="244792" h="507682">
                  <a:moveTo>
                    <a:pt x="60007" y="507683"/>
                  </a:moveTo>
                  <a:lnTo>
                    <a:pt x="244793" y="488633"/>
                  </a:lnTo>
                  <a:lnTo>
                    <a:pt x="184785" y="0"/>
                  </a:lnTo>
                  <a:lnTo>
                    <a:pt x="0" y="19050"/>
                  </a:lnTo>
                  <a:close/>
                </a:path>
              </a:pathLst>
            </a:custGeom>
            <a:solidFill>
              <a:srgbClr val="FFDBA6"/>
            </a:solidFill>
            <a:ln w="9525" cap="flat">
              <a:noFill/>
              <a:prstDash val="solid"/>
              <a:miter/>
            </a:ln>
          </p:spPr>
          <p:txBody>
            <a:bodyPr rtlCol="0" anchor="ctr"/>
            <a:lstStyle/>
            <a:p>
              <a:endParaRPr lang="zh-CN" altLang="en-US"/>
            </a:p>
          </p:txBody>
        </p:sp>
        <p:sp>
          <p:nvSpPr>
            <p:cNvPr id="20" name="图形 5"/>
            <p:cNvSpPr/>
            <p:nvPr>
              <p:custDataLst>
                <p:tags r:id="rId8"/>
              </p:custDataLst>
            </p:nvPr>
          </p:nvSpPr>
          <p:spPr>
            <a:xfrm>
              <a:off x="4411980" y="2105025"/>
              <a:ext cx="64769" cy="489585"/>
            </a:xfrm>
            <a:custGeom>
              <a:avLst/>
              <a:gdLst>
                <a:gd name="connsiteX0" fmla="*/ 4763 w 64769"/>
                <a:gd name="connsiteY0" fmla="*/ 0 h 489585"/>
                <a:gd name="connsiteX1" fmla="*/ 64770 w 64769"/>
                <a:gd name="connsiteY1" fmla="*/ 488633 h 489585"/>
                <a:gd name="connsiteX2" fmla="*/ 60007 w 64769"/>
                <a:gd name="connsiteY2" fmla="*/ 489585 h 489585"/>
                <a:gd name="connsiteX3" fmla="*/ 0 w 64769"/>
                <a:gd name="connsiteY3" fmla="*/ 953 h 489585"/>
              </a:gdLst>
              <a:ahLst/>
              <a:cxnLst>
                <a:cxn ang="0">
                  <a:pos x="connsiteX0" y="connsiteY0"/>
                </a:cxn>
                <a:cxn ang="0">
                  <a:pos x="connsiteX1" y="connsiteY1"/>
                </a:cxn>
                <a:cxn ang="0">
                  <a:pos x="connsiteX2" y="connsiteY2"/>
                </a:cxn>
                <a:cxn ang="0">
                  <a:pos x="connsiteX3" y="connsiteY3"/>
                </a:cxn>
              </a:cxnLst>
              <a:rect l="l" t="t" r="r" b="b"/>
              <a:pathLst>
                <a:path w="64769" h="489585">
                  <a:moveTo>
                    <a:pt x="4763" y="0"/>
                  </a:moveTo>
                  <a:lnTo>
                    <a:pt x="64770" y="488633"/>
                  </a:lnTo>
                  <a:lnTo>
                    <a:pt x="60007" y="489585"/>
                  </a:lnTo>
                  <a:lnTo>
                    <a:pt x="0" y="953"/>
                  </a:lnTo>
                  <a:close/>
                </a:path>
              </a:pathLst>
            </a:custGeom>
            <a:solidFill>
              <a:srgbClr val="EBCA98"/>
            </a:solidFill>
            <a:ln w="9525" cap="flat">
              <a:noFill/>
              <a:prstDash val="solid"/>
              <a:miter/>
            </a:ln>
          </p:spPr>
          <p:txBody>
            <a:bodyPr rtlCol="0" anchor="ctr"/>
            <a:lstStyle/>
            <a:p>
              <a:endParaRPr lang="zh-CN" altLang="en-US"/>
            </a:p>
          </p:txBody>
        </p:sp>
        <p:sp>
          <p:nvSpPr>
            <p:cNvPr id="21" name="图形 5"/>
            <p:cNvSpPr/>
            <p:nvPr>
              <p:custDataLst>
                <p:tags r:id="rId9"/>
              </p:custDataLst>
            </p:nvPr>
          </p:nvSpPr>
          <p:spPr>
            <a:xfrm>
              <a:off x="4259580" y="2331720"/>
              <a:ext cx="180022" cy="18097"/>
            </a:xfrm>
            <a:custGeom>
              <a:avLst/>
              <a:gdLst>
                <a:gd name="connsiteX0" fmla="*/ 0 w 180022"/>
                <a:gd name="connsiteY0" fmla="*/ 18098 h 18097"/>
                <a:gd name="connsiteX1" fmla="*/ 180022 w 180022"/>
                <a:gd name="connsiteY1" fmla="*/ 0 h 18097"/>
              </a:gdLst>
              <a:ahLst/>
              <a:cxnLst>
                <a:cxn ang="0">
                  <a:pos x="connsiteX0" y="connsiteY0"/>
                </a:cxn>
                <a:cxn ang="0">
                  <a:pos x="connsiteX1" y="connsiteY1"/>
                </a:cxn>
              </a:cxnLst>
              <a:rect l="l" t="t" r="r" b="b"/>
              <a:pathLst>
                <a:path w="180022" h="18097">
                  <a:moveTo>
                    <a:pt x="0" y="18098"/>
                  </a:moveTo>
                  <a:lnTo>
                    <a:pt x="180022" y="0"/>
                  </a:lnTo>
                </a:path>
              </a:pathLst>
            </a:custGeom>
            <a:ln w="9525" cap="flat">
              <a:solidFill>
                <a:srgbClr val="EBC999"/>
              </a:solidFill>
              <a:prstDash val="solid"/>
              <a:miter/>
            </a:ln>
          </p:spPr>
          <p:txBody>
            <a:bodyPr rtlCol="0" anchor="ctr"/>
            <a:lstStyle/>
            <a:p>
              <a:endParaRPr lang="zh-CN" altLang="en-US"/>
            </a:p>
          </p:txBody>
        </p:sp>
        <p:sp>
          <p:nvSpPr>
            <p:cNvPr id="22" name="图形 5"/>
            <p:cNvSpPr/>
            <p:nvPr>
              <p:custDataLst>
                <p:tags r:id="rId10"/>
              </p:custDataLst>
            </p:nvPr>
          </p:nvSpPr>
          <p:spPr>
            <a:xfrm>
              <a:off x="7669530" y="2331720"/>
              <a:ext cx="180022" cy="18097"/>
            </a:xfrm>
            <a:custGeom>
              <a:avLst/>
              <a:gdLst>
                <a:gd name="connsiteX0" fmla="*/ 180023 w 180022"/>
                <a:gd name="connsiteY0" fmla="*/ 18098 h 18097"/>
                <a:gd name="connsiteX1" fmla="*/ 0 w 180022"/>
                <a:gd name="connsiteY1" fmla="*/ 0 h 18097"/>
              </a:gdLst>
              <a:ahLst/>
              <a:cxnLst>
                <a:cxn ang="0">
                  <a:pos x="connsiteX0" y="connsiteY0"/>
                </a:cxn>
                <a:cxn ang="0">
                  <a:pos x="connsiteX1" y="connsiteY1"/>
                </a:cxn>
              </a:cxnLst>
              <a:rect l="l" t="t" r="r" b="b"/>
              <a:pathLst>
                <a:path w="180022" h="18097">
                  <a:moveTo>
                    <a:pt x="180023" y="18098"/>
                  </a:moveTo>
                  <a:lnTo>
                    <a:pt x="0" y="0"/>
                  </a:lnTo>
                </a:path>
              </a:pathLst>
            </a:custGeom>
            <a:ln w="9525" cap="flat">
              <a:solidFill>
                <a:srgbClr val="EBC999"/>
              </a:solidFill>
              <a:prstDash val="solid"/>
              <a:miter/>
            </a:ln>
          </p:spPr>
          <p:txBody>
            <a:bodyPr rtlCol="0" anchor="ctr"/>
            <a:lstStyle/>
            <a:p>
              <a:endParaRPr lang="zh-CN" altLang="en-US"/>
            </a:p>
          </p:txBody>
        </p:sp>
      </p:gr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4" name="文本框 3"/>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储备</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24" name="文本框 23"/>
          <p:cNvSpPr txBox="1"/>
          <p:nvPr/>
        </p:nvSpPr>
        <p:spPr>
          <a:xfrm>
            <a:off x="4370070" y="2366010"/>
            <a:ext cx="7292975" cy="367792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在大模型训练中，特别是进入指令微调阶段后，高质量的指令数据是提升模型理解和执行能力的关键。所谓</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指令数据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，通常是指一个包含用户提问（或任务描述）和对应标准答案的数据对，</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Alpaca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格式的指令数据如下：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构造这样的指令数据可以通过以下几种方式进行：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人工编写与标注数据：由专业人员根据任务需求编写指令和回答。这种方法生成的数据质量高、逻辑清晰，但成本较高，效率较低，适用于小规模精品数据集的构建。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使用指令模板生成：利用预设模板自动生成结构化指令。例如设定模板为：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请帮我</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动作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，通过替换</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动作</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和</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对象</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的内容，可批量生成如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圆角矩形 22"/>
          <p:cNvSpPr/>
          <p:nvPr/>
        </p:nvSpPr>
        <p:spPr>
          <a:xfrm>
            <a:off x="546265" y="1728470"/>
            <a:ext cx="7468870" cy="48355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922171" y="1860550"/>
            <a:ext cx="6771164" cy="4554000"/>
          </a:xfrm>
          <a:prstGeom prst="rect">
            <a:avLst/>
          </a:prstGeom>
          <a:noFill/>
        </p:spPr>
        <p:txBody>
          <a:bodyPr wrap="square" rtlCol="0">
            <a:noAutofit/>
          </a:bodyPr>
          <a:lstStyle/>
          <a:p>
            <a:pPr indent="457200" fontAlgn="auto">
              <a:lnSpc>
                <a:spcPct val="150000"/>
              </a:lnSpc>
            </a:pPr>
            <a:r>
              <a:rPr lang="zh-CN" dirty="0">
                <a:latin typeface="微软雅黑" panose="020B0503020204020204" pitchFamily="34" charset="-122"/>
                <a:ea typeface="微软雅黑" panose="020B0503020204020204" pitchFamily="34" charset="-122"/>
                <a:cs typeface="微软雅黑" panose="020B0503020204020204" pitchFamily="34" charset="-122"/>
                <a:sym typeface="+mn-ea"/>
              </a:rPr>
              <a:t>请帮我翻译英文到中文</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请帮我总结这篇文章</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等多样化指令。该方法效率高，适合快速构建大量基础数据。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利用现有大模型生成数据：使用已有的大模型（如</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Qwen</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Llama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系列等）自动生成回答，再结合人工审核进行筛选。这种方式可以在短时间内获得大量候选数据，但需注意生成结果的准确性，避免错误数据污染训练过程。</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网络爬取</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人工清洗法：从问答社区（如知乎、</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Stack Overflow</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Quora</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）等网站抓取真实用户提问及优质回答，经过去重、过滤、格式转换等处理后形成可用数据集。该方法获取成本低，但需注意版权和隐私问题。</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sym typeface="+mn-ea"/>
              </a:rPr>
              <a:t>自监督生成指令数据（</a:t>
            </a:r>
            <a:r>
              <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rPr>
              <a:t>Se</a:t>
            </a:r>
            <a:endParaRPr lang="en-US" altLang="zh-CN"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25" name="矩形 24"/>
          <p:cNvSpPr/>
          <p:nvPr/>
        </p:nvSpPr>
        <p:spPr>
          <a:xfrm>
            <a:off x="8336934" y="1792605"/>
            <a:ext cx="3494356" cy="4771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169907" y="1773555"/>
            <a:ext cx="7664450" cy="4690745"/>
            <a:chOff x="450850" y="1397000"/>
            <a:chExt cx="5784850" cy="4690745"/>
          </a:xfrm>
        </p:grpSpPr>
        <p:sp>
          <p:nvSpPr>
            <p:cNvPr id="11" name="矩形 10"/>
            <p:cNvSpPr/>
            <p:nvPr>
              <p:custDataLst>
                <p:tags r:id="rId1"/>
              </p:custDataLst>
            </p:nvPr>
          </p:nvSpPr>
          <p:spPr>
            <a:xfrm>
              <a:off x="450850" y="1397000"/>
              <a:ext cx="5784850" cy="4690745"/>
            </a:xfrm>
            <a:prstGeom prst="rect">
              <a:avLst/>
            </a:prstGeom>
          </p:spPr>
          <p:style>
            <a:lnRef idx="2">
              <a:schemeClr val="accent1"/>
            </a:lnRef>
            <a:fillRef idx="1">
              <a:schemeClr val="lt1"/>
            </a:fillRef>
            <a:effectRef idx="0">
              <a:schemeClr val="accent1"/>
            </a:effectRef>
            <a:fontRef idx="minor">
              <a:schemeClr val="dk1"/>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1"/>
            <p:cNvSpPr/>
            <p:nvPr>
              <p:custDataLst>
                <p:tags r:id="rId2"/>
              </p:custDataLst>
            </p:nvPr>
          </p:nvSpPr>
          <p:spPr>
            <a:xfrm>
              <a:off x="574040" y="1519555"/>
              <a:ext cx="5521960" cy="4351655"/>
            </a:xfrm>
            <a:prstGeom prst="rect">
              <a:avLst/>
            </a:prstGeom>
            <a:solidFill>
              <a:srgbClr val="4276AA"/>
            </a:solidFill>
            <a:ln>
              <a:noFill/>
            </a:ln>
          </p:spPr>
          <p:style>
            <a:lnRef idx="2">
              <a:srgbClr val="8590CA">
                <a:shade val="50000"/>
              </a:srgbClr>
            </a:lnRef>
            <a:fillRef idx="1">
              <a:srgbClr val="8590CA"/>
            </a:fillRef>
            <a:effectRef idx="0">
              <a:srgbClr val="8590CA"/>
            </a:effectRef>
            <a:fontRef idx="minor">
              <a:sysClr val="window" lastClr="FFFFFF"/>
            </a:fontRef>
          </p:style>
          <p:txBody>
            <a:bodyPr rtlCol="0" anchor="ctr">
              <a:normAutofit/>
            </a:bodyPr>
            <a:lstStyle/>
            <a:p>
              <a:pPr>
                <a:lnSpc>
                  <a:spcPct val="120000"/>
                </a:lnSpc>
              </a:pPr>
              <a:endParaRPr lang="zh-CN" altLang="en-US" sz="1400" spc="150"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3" name="文本框 12"/>
          <p:cNvSpPr txBox="1"/>
          <p:nvPr>
            <p:custDataLst>
              <p:tags r:id="rId3"/>
            </p:custDataLst>
          </p:nvPr>
        </p:nvSpPr>
        <p:spPr>
          <a:xfrm>
            <a:off x="4493895" y="1978025"/>
            <a:ext cx="6997700" cy="4181475"/>
          </a:xfrm>
          <a:prstGeom prst="rect">
            <a:avLst/>
          </a:prstGeom>
          <a:noFill/>
        </p:spPr>
        <p:txBody>
          <a:bodyPr wrap="square" rtlCol="0" anchor="t">
            <a:noAutofit/>
          </a:bodyPr>
          <a:lstStyle/>
          <a:p>
            <a:pPr indent="457200" fontAlgn="auto">
              <a:lnSpc>
                <a:spcPct val="150000"/>
              </a:lnSpc>
            </a:pPr>
            <a:r>
              <a:rPr 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lf-Instruct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）：传统的监督学习需要大量人工标注的数据，而</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Self-Instruct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的目标是通过少量的人工种子指令</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，引导模型自动生成更多的高质量指令和对应的输出，然后将这些数据用于微调模型或改进提示（</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prompt</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），从而提升其泛化能力和对新指令的理解能力。</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Self-Instruct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的基本流程通常包括以下几个阶段：</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种子指令（</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Seed Instructions</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）：提供一小部分人工编写的指令和示例响应（通常是几十到上百条条）。这些指令涵盖不同的任务类型（如分类、翻译、问答等）。</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
</a:t>
            </a: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指令生成（</a:t>
            </a:r>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rPr>
              <a:t>Instruction Gene</a:t>
            </a:r>
            <a:endPar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5" name="矩形 14"/>
          <p:cNvSpPr/>
          <p:nvPr/>
        </p:nvSpPr>
        <p:spPr>
          <a:xfrm>
            <a:off x="429756" y="1773555"/>
            <a:ext cx="3507243" cy="469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1010285" y="1899920"/>
            <a:ext cx="6406515" cy="3884930"/>
          </a:xfrm>
          <a:prstGeom prst="rect">
            <a:avLst/>
          </a:prstGeom>
          <a:noFill/>
          <a:ln w="9525">
            <a:noFill/>
          </a:ln>
        </p:spPr>
        <p:txBody>
          <a:bodyPr wrap="square">
            <a:noAutofit/>
          </a:bodyPr>
          <a:lstStyle/>
          <a:p>
            <a:pPr indent="457200" fontAlgn="auto">
              <a:lnSpc>
                <a:spcPct val="150000"/>
              </a:lnSpc>
            </a:pPr>
            <a:r>
              <a:rPr lang="en-US" dirty="0">
                <a:latin typeface="微软雅黑" panose="020B0503020204020204" pitchFamily="34" charset="-122"/>
                <a:ea typeface="微软雅黑" panose="020B0503020204020204" pitchFamily="34" charset="-122"/>
                <a:cs typeface="微软雅黑" panose="020B0503020204020204" pitchFamily="34" charset="-122"/>
              </a:rPr>
              <a:t>ration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）：使用初始模型基于种子指令生成新的指令。模型会根据已有指令的风格、结构和语义，生成更多多样化的指令。</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响应生成（</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Response Generation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）：对于每个生成的新指令，让模型生成一个响应作为</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标签</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答案</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过滤与筛选（</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Filtering &amp; Quality Control</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）：利用规则、启发式方法或另一个更强的模型对生成的指令和响应进行打分或筛选，保留高质量样本。</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迭代优化（</a:t>
            </a:r>
            <a:r>
              <a:rPr lang="en-US" altLang="zh-CN" dirty="0">
                <a:latin typeface="微软雅黑" panose="020B0503020204020204" pitchFamily="34" charset="-122"/>
                <a:ea typeface="微软雅黑" panose="020B0503020204020204" pitchFamily="34" charset="-122"/>
                <a:cs typeface="微软雅黑" panose="020B0503020204020204" pitchFamily="34" charset="-122"/>
              </a:rPr>
              <a:t>Iteration</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）：将筛选后的数据加入训练集，继续下一轮生成与训练，逐步提升模型性能。</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 name="矩形 10"/>
          <p:cNvSpPr/>
          <p:nvPr/>
        </p:nvSpPr>
        <p:spPr>
          <a:xfrm>
            <a:off x="674370" y="1619885"/>
            <a:ext cx="7019290" cy="4445635"/>
          </a:xfrm>
          <a:custGeom>
            <a:avLst/>
            <a:gdLst/>
            <a:ahLst/>
            <a:cxnLst/>
            <a:rect l="l" t="t" r="r" b="b"/>
            <a:pathLst>
              <a:path w="1759038" h="1334706">
                <a:moveTo>
                  <a:pt x="65637" y="63758"/>
                </a:moveTo>
                <a:lnTo>
                  <a:pt x="65637" y="1271391"/>
                </a:lnTo>
                <a:lnTo>
                  <a:pt x="1711798" y="1271391"/>
                </a:lnTo>
                <a:lnTo>
                  <a:pt x="1711798" y="63758"/>
                </a:lnTo>
                <a:close/>
                <a:moveTo>
                  <a:pt x="0" y="0"/>
                </a:moveTo>
                <a:lnTo>
                  <a:pt x="1759038" y="0"/>
                </a:lnTo>
                <a:lnTo>
                  <a:pt x="1759038" y="1334706"/>
                </a:lnTo>
                <a:lnTo>
                  <a:pt x="0" y="1334706"/>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20000"/>
              </a:lnSpc>
            </a:pPr>
            <a:endParaRPr lang="zh-CN" altLang="en-US">
              <a:solidFill>
                <a:srgbClr val="000000"/>
              </a:solidFill>
              <a:cs typeface="+mn-ea"/>
              <a:sym typeface="+mn-lt"/>
            </a:endParaRPr>
          </a:p>
        </p:txBody>
      </p:sp>
      <p:sp>
        <p:nvSpPr>
          <p:cNvPr id="9" name="矩形 8"/>
          <p:cNvSpPr/>
          <p:nvPr/>
        </p:nvSpPr>
        <p:spPr>
          <a:xfrm>
            <a:off x="8086725" y="2372361"/>
            <a:ext cx="3798570"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教材对应知识的图片</a:t>
            </a:r>
            <a:endParaRPr lang="zh-CN" altLang="en-US" dirty="0">
              <a:solidFill>
                <a:schemeClr val="tx1"/>
              </a:solidFill>
            </a:endParaRPr>
          </a:p>
        </p:txBody>
      </p:sp>
      <p:sp>
        <p:nvSpPr>
          <p:cNvPr id="3" name="文本框 2"/>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03</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知识储备</a:t>
            </a:r>
            <a:endParaRPr lang="en-US"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rPr>
                <a:t>任务实施</a:t>
              </a:r>
              <a:endParaRPr kumimoji="0" lang="zh-CN" altLang="en-US" sz="2800" b="1" i="0" u="none" strike="noStrike" kern="1200" cap="none" spc="0" normalizeH="0" baseline="0" noProof="0" dirty="0">
                <a:ln>
                  <a:noFill/>
                </a:ln>
                <a:solidFill>
                  <a:srgbClr val="0064D2"/>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任务二</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大模型公开数据集收集与指令数据构造</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对公开数据集进行预处理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访问与下载公开数据集（</a:t>
            </a:r>
            <a:r>
              <a:rPr lang="en-US" altLang="zh-CN" sz="2400" b="1" dirty="0" smtClean="0">
                <a:solidFill>
                  <a:srgbClr val="0064D2"/>
                </a:solidFill>
                <a:latin typeface="微软雅黑" panose="020B0503020204020204" pitchFamily="34" charset="-122"/>
                <a:ea typeface="微软雅黑" panose="020B0503020204020204" pitchFamily="34" charset="-122"/>
                <a:sym typeface="+mn-ea"/>
              </a:rPr>
              <a:t>ModelScope</a:t>
            </a:r>
            <a:r>
              <a:rPr lang="zh-CN" altLang="en-US" sz="2400" b="1" dirty="0" smtClean="0">
                <a:solidFill>
                  <a:srgbClr val="0064D2"/>
                </a:solidFill>
                <a:latin typeface="微软雅黑" panose="020B0503020204020204" pitchFamily="34" charset="-122"/>
                <a:ea typeface="微软雅黑" panose="020B0503020204020204" pitchFamily="34" charset="-122"/>
                <a:sym typeface="+mn-ea"/>
              </a:rPr>
              <a:t>平台）</a:t>
            </a:r>
            <a:endParaRPr lang="zh-CN" altLang="en-US"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构造指令数据集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指令数据集清洗检查</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当前任务是基于项目一任务一的环境进行。请确保已经完成项目一任务一的步骤。</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安装</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modelscope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datasets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得到如图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所示输出则安装成功：</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安装</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modelscope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打开</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ModelScope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网站数据集页面搜索相关数据集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ModelScope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是阿里巴巴达摩院推出的一个</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开源模型社区与平台，旨在为开发者和研究者提供便捷的模型与数据的共享、下载、训练和部署服务。它类似于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Hugging Face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，但更侧重于中文及多模态模型，支</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持多种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任务，如自然语言处理（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NLP</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）、计算机视觉（</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CV</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）、语音识别等。</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浏览器搜索</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“ModelScope”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点击数据集标签页，显示界面如图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1-2-2</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1-2-2 modelscope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数据广场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可以在输入框搜索自己想要的数据，这里搜索</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firefly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1-2-3</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1-2-3 firefly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搜索结果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点击进入数据集详情页面，如图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1-2-4</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1-2-4 firefly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数据详情</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Firefly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数据集包含</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23</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种常见的中文</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NLP</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任务的数</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据，并且构造了许多与中华文化相关的数据，如对联、作诗、文言文翻译、散文、金庸小说等。对于每个任务，由人工书写若干种指令模板，保证数据的高质量与丰富度，数据量为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115</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万，如图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1-2-5</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1-2-5 firefly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数据集任务分布</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modelscope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命令行下载数据集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如果网络受限无法下载，我们也在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/app/llm_resource/llm_structure_data/firefly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目录下提供了预下载的数据集。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回到命令行终端，下载该数据集，等待下</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载完成：</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modelscope download --dataset wyj123456/firefly --local_dir /app/llm_structure_data/firefly
--dataset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指定下载数据集的具体名称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--local_dir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指定数据集下载的目标目录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进入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/app/llm_structure_data/firefly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目录下，查看下载的数据集文件，发现已经完成下载，数据量为一百万，文件大小为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1.1G</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的较大规模数据集，如图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6</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1-2-6 firefly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下载结果</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对公开数据集进行预处理</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访问与下载公开数据集（</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ModelScope</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构造指令数据集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指令数据集清洗检查</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由于第一小节中下载的数据量较大，如果将这些数据全都作为训练数据集将会耗费大量的训练时间。为了后续项目能快速验证模型的训练效果，下面将对原始数据集进行切分，选择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NER</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命名实体识别任务的前一千条数据，并将其转为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存储格式。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命名实体识别（</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Named Entity Recognition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，简称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NER</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）是自然语言处理（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NLP</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）中的一个基础任务，其目标是从一段文本中识别出具有特定意义的实体，并将其分类到预定义的类别中，例如：人名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Person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）；地名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Locat</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ion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）；组织机构名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Organization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）；时间</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Time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）；日期</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Date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示例输入句子：</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马云在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2019</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年创立了阿里巴巴集团，总部位于中国杭州。</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输出识别结果：马云</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人名（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Person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2019</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时间（</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Time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）；阿里巴巴集团</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组织机构名（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Organization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）；中国杭州</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地名（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Location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选择</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NER</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命名实体识别任务的前一千条数据，执行的代码脚本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firefly_process.py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内容如下：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导入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jso</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模块，用于处理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数据格式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定义输入文件路径（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JSONL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input_file = '/app/llm_resource/llm_structure_data/firefly/firefly-train-1.1M.jsonl'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定义输出文件路径（标准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output_file = '/app/llm_structure_data/firefly/firefly_ner_1k.json'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初始化计数器，记录已收集的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ER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类型条目数量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count = 0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创建一个空列表，用于存储筛选后的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NER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ner_data = []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with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打开输入文件，以只读模式按行读取，编码为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utf-8
with open(input_file, 'r', encoding='utf-8') as infile: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逐行读取文件内容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如果已经收集到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1000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条</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NER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数据，则退出循环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break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去除每行首尾空白字符，并将其解析为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对象</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判断当前</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条目的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kind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是否为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"NER"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NER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类型，就将该条目添加到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ner_data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列表中</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ner_data.append(item)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并将计数器加</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
count += 1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如果某行不是合法的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格式，跳过该行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except json.JSONDecodeError:
continue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忽略格式错误的行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with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打开输出文件，以写入模式保存提取出的数据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with open(output_file, 'w', en</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coding='utf-8') as outfile: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将筛选后的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ner_data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列表写入文件，并格式化为美观的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形式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json.dump(ner_data, outfile, ensure_ascii=False, indent=2)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最后打印完成信息</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print(f"</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成功提取</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{len(ner_data)}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条</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NER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数据并写入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{output_file}")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执行该数据预处理脚本：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显示如图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1-2-7</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所示的输出，则表示处理与格式转换</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完成：</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1-2-7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数据处理结果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查看处理后的数据，如图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1-2-8</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head firefly/firefly_ner_1k.json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1-2-8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部分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NER</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对公开数据集进行预处理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访问与下载公开数据集（</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ModelScope</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64D2"/>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构造指令数据集</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latin typeface="微软雅黑" panose="020B0503020204020204" pitchFamily="34" charset="-122"/>
                <a:ea typeface="微软雅黑" panose="020B0503020204020204" pitchFamily="34" charset="-122"/>
                <a:sym typeface="+mn-ea"/>
              </a:rPr>
              <a:t>指令数据集清洗检查</a:t>
            </a:r>
            <a:endParaRPr lang="zh-CN" altLang="zh-CN" sz="2400" dirty="0" smtClean="0">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该小节介绍两种自行构造指令数据的方法：利用现有大模型生成与使用指令模板生成数据。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（一）利用现有大模型生成</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浏览器搜索</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“Qwen”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，打开</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Qwen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大模型的体验网址，如图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1-2-9</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1-2-9 Qwen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大模型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依次询问大模型以下几个问题，也可以自行设计问题。注意，每个问题后面都要加上约束</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“300</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字，不换行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，以控制大模型回答字数与风格，如图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1-2-10</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解释什么是深度学习</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介绍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语言的特点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帮我写一封英文求职信</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列举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5</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个中国的世界文化遗产</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分析新能源的发展趋势</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1-2-10 Qwen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大模型回复结果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记录大模型的回复结果，并填入以下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格式的数据模板中的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output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
"instruction":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解释什么是深度学习</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"input": "",
"output":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大模型回答</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
"instruction":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介绍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语言的特点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"input": "",
"output":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大模型回答</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
"instruction":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分析大模型的发展趋势</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
"input": "",
"output":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大模型回答</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例如，最终构造的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格式的指令数据如下：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
"instruction":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解释什么是深度学习</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"input": "",
"output":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深度学习是一种机器学习的分支，主要通过构建和训练多层神经网络来模拟人脑处理数据的方式。它以大量数据为基础，利用包含多个隐藏层的神经网络模型自动提取数据的特征表示，从而完成分类、识别、预测等任务。深度学习的核心在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深度</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结构，即通过多层</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次的数据抽象将原始输入转化为高层语义信息。常见的深度学习模型包括卷积神经网络（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CNN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）、循环神经网络（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RNN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）以及生成对抗网络（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GAN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）等。这些模型被广泛应用于图像识别、自然语言处理、语音识别、自动驾驶等领域。深度学习的成功依赖于大规模数据集的可用性、强大的计算资源（如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GPU</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）以及优化算法的发展。它在许多人工智能任务中取得了突破性进展，成为当前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研究和应用的主要推动力之一。</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
"instruction":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介绍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语言的特点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"input</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 "",
"output": " 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是一种高级、面向对象、解释型的编程语言，以其简洁易读、语法清晰而广受欢迎。它强调代码的可读性，允许开发者用更少的代码表达复杂的概念，从而提高开发效率。</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支持多种编程范式，包括过程式、函数式和面向对象编程，适用于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Web</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开发、数据分析、人工智能、自动化脚本等多种应用场景。该语言具有丰富的标准库和第三方库，极大扩展了其功能。例如，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NumPy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Pandas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用于数据处理，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Matplotlib</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Seaborn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用于可视</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化，</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TensorFlow</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PyTorch</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用于深度学习。</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还具备良好的跨平台能力，可在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Windows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Linux</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macOS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等系统上运行。此外，</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Python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拥有活跃的社区支持，学习资源丰富，是初学者入门编程的理想选择，同时也是科研和工业界广泛采用的语言之一。</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
"instruction":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分析大模型的发展趋势</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"input": "",
"output":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近年来，大模型（即大规模预训练模型）在人工智能领域取得了显著进展，并呈现出多个重要</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发展趋势。首先，模型规模持续扩大，参数量从数亿迅速增长到数千亿甚至更多，如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GPT-4</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PaLM</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等代表性模型，提升了语言理解和生成能力。其次，多模态融合成为热点，大模型开始整合文本、图像、音频等多种数据形式，实现跨模态理解和生成，推动了如图文生成、视频生成等新应用的发展。此外，模型的训练方式趋向高效与绿色化，研究者通过模型压缩、稀疏训练、知识蒸馏等技术降低计算资源消耗，提升推理效率。同时，大模型的应用场景不断拓展，从自然语言处理延伸至医疗、金融、教育等多个行业，逐步</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实现产业化落地。最后，安全与伦理问题受到重视，如何提升模型可解释性、防止偏见与滥用成为研究重点。未来，大模型将朝着更智能、更高效、更安全的方向持续演进。</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复制以上</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格式数据，保存到本地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格式文件。我们也在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/app/llm_structure_data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目录下提供了该数据集文件，内容与上面的回答一致可直接使用。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vi self_data.json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使用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“vi”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命令开始编辑文件，键盘输入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，进入输入模式，如图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1-2-12</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1-2-11 vi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编辑文件</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1-2-12 vi</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输入模式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粘贴复制的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格式数据，如图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1-2-13</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1-2-13 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格式输入数据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键盘按下左上角</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“esc”</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键后输入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“:wq”</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，保存并退出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格式数据文件编辑。</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ls</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查看编辑的文件是否存在，如：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1-2-14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查看文件列表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验证</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格式数据文件的正确性。若命令行无输出，则格式正确，如图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1-2-15</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1-2-15 json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格式文件检查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（二）使用指令模板生成</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除了</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利用现有的大模型生成回答之外，还可以利用编写好的指令模板构造数据集。比如</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identity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identity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数据集通过问答形式纠正大模型的自我认知。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命令行输入以下指令，查看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identity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原始指令模板数据集：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head identity.json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显示如图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1-2-16</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所示，其中</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{{name}}</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{{author}}</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即为待替换的字符串模板，可以自行替换，修改大模型的自我认知：</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1-2-16 identity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原始数据集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使用以下脚本修改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identity </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自我认知数据集中的身份信息，将大模型自我认知的姓名改为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新大陆智能机器人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，将大模型的创作者改为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新大陆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，也可自行修改，制作属于自己的自我认知数据集：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读取原始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identity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input_file = "/app/llm_structure_data/identity.json"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输入文件名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output_file = "/app/llm_structure_data/self_identity.json"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输出文件名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with </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open(input_file, "r", encoding="utf-8") as f:
# 2.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定义替换函数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替换模板字符串中的变量。</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参数：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output_text (str):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原始文本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name (str):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模型名称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author (str):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开发者或机构名称</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返回：</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str: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替换后的文本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 3.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处理每条数据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processed_identity = []
new_item = {
"instruction": item["i</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nstruction"],
"input": item.get("input", ""),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如果没有</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input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字段，默认为空字符串</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"output": replace_template(item["output"])
}
processed_identity.append(new_item)
# 4.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保存处理后的数据到新文件</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with open(output_file, "w", encoding="utf-8") as f:
json.dump(pr</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ocessed_identity, f, ensure_ascii=False, indent=2)
print(f"</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身份信息已成功替换并保存至：</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{output_file}")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运行该脚本，得到以下输出如图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1-2-17</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1-2-17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处理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identity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查看修改后的自我认知数据集，输出如图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1-2-18</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所示信息，则成功完成数据集修改：</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head self_identity.json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1-2-18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处理后的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identity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（三）整合多</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个指令数据集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为了方便后续任务的训练，我们这里将之前处理与构造的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firefly_ner_1k</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self_data</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self_identity</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数据集进行合并处理：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加载三份数据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with open("/app/llm_structure_data/firefly/firefly_ner_1k.json", "r", encoding="utf-8") as f:
with open("/app/llm_structure_data/self_data.json</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 "r", encoding="utf-8") as f:
with open("/app/llm_structure_data/self_identity.json", "r", encoding="utf-8") as f: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合并数据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保存为最终训练数据文件</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with open("/app/llm_structure_data/final_train_data.json", "w", encoding="utf-8") as f:
json.dum</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p(combined_data, f, ensure_ascii=False, indent=2)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执行数据合并脚本：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查看合并后的数据：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head final_train_data.json &amp;&amp; tail final_train_data.json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输出如图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1-2-19</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所示的信息则说明合并成功：</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1-2-19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合并多个指令数据集</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圆角矩形 34"/>
          <p:cNvSpPr/>
          <p:nvPr>
            <p:custDataLst>
              <p:tags r:id="rId1"/>
            </p:custDataLst>
          </p:nvPr>
        </p:nvSpPr>
        <p:spPr>
          <a:xfrm rot="2700000">
            <a:off x="4053840" y="2520315"/>
            <a:ext cx="1509395" cy="151701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2" name="圆角矩形 38"/>
          <p:cNvSpPr/>
          <p:nvPr>
            <p:custDataLst>
              <p:tags r:id="rId2"/>
            </p:custDataLst>
          </p:nvPr>
        </p:nvSpPr>
        <p:spPr>
          <a:xfrm rot="2700000">
            <a:off x="427291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1" name="任意多边形 44"/>
          <p:cNvSpPr/>
          <p:nvPr>
            <p:custDataLst>
              <p:tags r:id="rId3"/>
            </p:custDataLst>
          </p:nvPr>
        </p:nvSpPr>
        <p:spPr>
          <a:xfrm flipV="1">
            <a:off x="405511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0" name="文本框 9"/>
          <p:cNvSpPr txBox="1"/>
          <p:nvPr>
            <p:custDataLst>
              <p:tags r:id="rId4"/>
            </p:custDataLst>
          </p:nvPr>
        </p:nvSpPr>
        <p:spPr>
          <a:xfrm>
            <a:off x="4513479" y="2762250"/>
            <a:ext cx="682625" cy="1014730"/>
          </a:xfrm>
          <a:prstGeom prst="rect">
            <a:avLst/>
          </a:prstGeom>
          <a:noFill/>
        </p:spPr>
        <p:txBody>
          <a:bodyPr wrap="square" rtlCol="0">
            <a:spAutoFit/>
          </a:bodyPr>
          <a:lstStyle/>
          <a:p>
            <a:r>
              <a:rPr lang="en-US" altLang="zh-CN" sz="6000" b="1">
                <a:solidFill>
                  <a:schemeClr val="bg1"/>
                </a:solidFill>
                <a:latin typeface="+mj-ea"/>
                <a:ea typeface="+mj-ea"/>
              </a:rPr>
              <a:t>2</a:t>
            </a:r>
            <a:endParaRPr lang="en-US" altLang="zh-CN" sz="6000" b="1">
              <a:solidFill>
                <a:schemeClr val="bg1"/>
              </a:solidFill>
              <a:latin typeface="+mj-ea"/>
              <a:ea typeface="+mj-ea"/>
            </a:endParaRPr>
          </a:p>
        </p:txBody>
      </p:sp>
      <p:grpSp>
        <p:nvGrpSpPr>
          <p:cNvPr id="11" name="组合 10"/>
          <p:cNvGrpSpPr/>
          <p:nvPr>
            <p:custDataLst>
              <p:tags r:id="rId5"/>
            </p:custDataLst>
          </p:nvPr>
        </p:nvGrpSpPr>
        <p:grpSpPr>
          <a:xfrm>
            <a:off x="1248410" y="2000885"/>
            <a:ext cx="1597025" cy="1935480"/>
            <a:chOff x="4536" y="3212"/>
            <a:chExt cx="3287" cy="4048"/>
          </a:xfrm>
        </p:grpSpPr>
        <p:sp>
          <p:nvSpPr>
            <p:cNvPr id="13" name="圆角矩形 34"/>
            <p:cNvSpPr/>
            <p:nvPr>
              <p:custDataLst>
                <p:tags r:id="rId6"/>
              </p:custDataLst>
            </p:nvPr>
          </p:nvSpPr>
          <p:spPr>
            <a:xfrm rot="2700000">
              <a:off x="4536" y="4280"/>
              <a:ext cx="2980" cy="298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14" name="圆角矩形 38"/>
            <p:cNvSpPr/>
            <p:nvPr>
              <p:custDataLst>
                <p:tags r:id="rId7"/>
              </p:custDataLst>
            </p:nvPr>
          </p:nvSpPr>
          <p:spPr>
            <a:xfrm rot="2700000">
              <a:off x="4943" y="4671"/>
              <a:ext cx="2185" cy="2185"/>
            </a:xfrm>
            <a:prstGeom prst="roundRect">
              <a:avLst>
                <a:gd name="adj" fmla="val 6319"/>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15" name="任意多边形 42"/>
            <p:cNvSpPr/>
            <p:nvPr/>
          </p:nvSpPr>
          <p:spPr>
            <a:xfrm>
              <a:off x="4767" y="3212"/>
              <a:ext cx="3056" cy="1809"/>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grpSp>
      <p:sp>
        <p:nvSpPr>
          <p:cNvPr id="17" name="文本框 16"/>
          <p:cNvSpPr txBox="1"/>
          <p:nvPr>
            <p:custDataLst>
              <p:tags r:id="rId8"/>
            </p:custDataLst>
          </p:nvPr>
        </p:nvSpPr>
        <p:spPr>
          <a:xfrm>
            <a:off x="1662430" y="2762250"/>
            <a:ext cx="541020" cy="949325"/>
          </a:xfrm>
          <a:prstGeom prst="rect">
            <a:avLst/>
          </a:prstGeom>
          <a:noFill/>
        </p:spPr>
        <p:txBody>
          <a:bodyPr wrap="square" rtlCol="0">
            <a:noAutofit/>
          </a:bodyPr>
          <a:lstStyle/>
          <a:p>
            <a:r>
              <a:rPr lang="en-US" altLang="zh-CN" sz="6000" b="1">
                <a:solidFill>
                  <a:schemeClr val="bg1"/>
                </a:solidFill>
                <a:latin typeface="+mj-ea"/>
                <a:ea typeface="+mj-ea"/>
              </a:rPr>
              <a:t>1</a:t>
            </a:r>
            <a:endParaRPr lang="en-US" altLang="zh-CN" sz="6000" b="1">
              <a:solidFill>
                <a:schemeClr val="bg1"/>
              </a:solidFill>
              <a:latin typeface="+mj-ea"/>
              <a:ea typeface="+mj-ea"/>
            </a:endParaRPr>
          </a:p>
        </p:txBody>
      </p:sp>
      <p:sp>
        <p:nvSpPr>
          <p:cNvPr id="3" name="文本框1"/>
          <p:cNvSpPr txBox="1"/>
          <p:nvPr>
            <p:custDataLst>
              <p:tags r:id="rId9"/>
            </p:custDataLst>
          </p:nvPr>
        </p:nvSpPr>
        <p:spPr>
          <a:xfrm>
            <a:off x="3457869" y="4770120"/>
            <a:ext cx="2700000"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对公开数据集进行预处理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4" name="文本框1"/>
          <p:cNvSpPr txBox="1"/>
          <p:nvPr>
            <p:custDataLst>
              <p:tags r:id="rId10"/>
            </p:custDataLst>
          </p:nvPr>
        </p:nvSpPr>
        <p:spPr>
          <a:xfrm>
            <a:off x="622292"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访问与下载公开数据集（</a:t>
            </a:r>
            <a:r>
              <a:rPr lang="en-US" altLang="zh-CN" sz="2400" dirty="0" smtClean="0">
                <a:solidFill>
                  <a:schemeClr val="tx1"/>
                </a:solidFill>
                <a:latin typeface="微软雅黑" panose="020B0503020204020204" pitchFamily="34" charset="-122"/>
                <a:ea typeface="微软雅黑" panose="020B0503020204020204" pitchFamily="34" charset="-122"/>
                <a:sym typeface="+mn-ea"/>
              </a:rPr>
              <a:t>ModelScope</a:t>
            </a:r>
            <a:r>
              <a:rPr lang="zh-CN" altLang="en-US" sz="2400" dirty="0" smtClean="0">
                <a:solidFill>
                  <a:schemeClr val="tx1"/>
                </a:solidFill>
                <a:latin typeface="微软雅黑" panose="020B0503020204020204" pitchFamily="34" charset="-122"/>
                <a:ea typeface="微软雅黑" panose="020B0503020204020204" pitchFamily="34" charset="-122"/>
                <a:sym typeface="+mn-ea"/>
              </a:rPr>
              <a:t>平台）</a:t>
            </a:r>
            <a:endParaRPr lang="zh-CN" altLang="en-US"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5" name="圆角矩形 34"/>
          <p:cNvSpPr/>
          <p:nvPr>
            <p:custDataLst>
              <p:tags r:id="rId11"/>
            </p:custDataLst>
          </p:nvPr>
        </p:nvSpPr>
        <p:spPr>
          <a:xfrm rot="2700000">
            <a:off x="6995795" y="2531745"/>
            <a:ext cx="1492885" cy="1393825"/>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6" name="圆角矩形 38"/>
          <p:cNvSpPr/>
          <p:nvPr>
            <p:custDataLst>
              <p:tags r:id="rId12"/>
            </p:custDataLst>
          </p:nvPr>
        </p:nvSpPr>
        <p:spPr>
          <a:xfrm rot="2700000">
            <a:off x="7209155" y="2696845"/>
            <a:ext cx="1068070" cy="1068070"/>
          </a:xfrm>
          <a:prstGeom prst="roundRect">
            <a:avLst>
              <a:gd name="adj" fmla="val 6319"/>
            </a:avLst>
          </a:prstGeom>
          <a:solidFill>
            <a:schemeClr val="tx1">
              <a:lumMod val="65000"/>
              <a:lumOff val="3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8" name="圆角矩形 34"/>
          <p:cNvSpPr/>
          <p:nvPr>
            <p:custDataLst>
              <p:tags r:id="rId13"/>
            </p:custDataLst>
          </p:nvPr>
        </p:nvSpPr>
        <p:spPr>
          <a:xfrm rot="2700000">
            <a:off x="9720580" y="2510790"/>
            <a:ext cx="1454785" cy="1449070"/>
          </a:xfrm>
          <a:prstGeom prst="roundRect">
            <a:avLst>
              <a:gd name="adj" fmla="val 6319"/>
            </a:avLst>
          </a:prstGeom>
          <a:solidFill>
            <a:schemeClr val="bg1">
              <a:lumMod val="95000"/>
            </a:schemeClr>
          </a:solidFill>
          <a:ln>
            <a:noFill/>
          </a:ln>
          <a:effectLst>
            <a:outerShdw blurRad="152400" dist="63500" dir="8100000" algn="tl" rotWithShape="0">
              <a:prstClr val="black">
                <a:alpha val="30000"/>
              </a:prstClr>
            </a:outerShdw>
          </a:effectLst>
          <a:scene3d>
            <a:camera prst="orthographicFront"/>
            <a:lightRig rig="threePt" dir="t"/>
          </a:scene3d>
          <a:sp3d prstMaterial="softEdge">
            <a:bevelT w="38100" h="635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800" b="0" i="0" u="none" strike="noStrike" kern="1200" cap="none" spc="0" normalizeH="0" baseline="0" noProof="0" dirty="0">
              <a:ln>
                <a:noFill/>
              </a:ln>
              <a:solidFill>
                <a:prstClr val="white"/>
              </a:solidFill>
              <a:effectLst/>
              <a:uLnTx/>
              <a:uFillTx/>
              <a:latin typeface="DIN-BoldItalic" pitchFamily="50" charset="0"/>
              <a:ea typeface="微软雅黑" panose="020B0503020204020204" pitchFamily="34" charset="-122"/>
              <a:cs typeface="+mn-cs"/>
            </a:endParaRPr>
          </a:p>
        </p:txBody>
      </p:sp>
      <p:sp>
        <p:nvSpPr>
          <p:cNvPr id="7" name="圆角矩形 38"/>
          <p:cNvSpPr/>
          <p:nvPr>
            <p:custDataLst>
              <p:tags r:id="rId14"/>
            </p:custDataLst>
          </p:nvPr>
        </p:nvSpPr>
        <p:spPr>
          <a:xfrm rot="2700000">
            <a:off x="9920605" y="2696210"/>
            <a:ext cx="1068070" cy="1068070"/>
          </a:xfrm>
          <a:prstGeom prst="roundRect">
            <a:avLst>
              <a:gd name="adj" fmla="val 6319"/>
            </a:avLst>
          </a:prstGeom>
          <a:solidFill>
            <a:srgbClr val="0064D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9" name="文本框 8"/>
          <p:cNvSpPr txBox="1"/>
          <p:nvPr>
            <p:custDataLst>
              <p:tags r:id="rId15"/>
            </p:custDataLst>
          </p:nvPr>
        </p:nvSpPr>
        <p:spPr>
          <a:xfrm>
            <a:off x="7457339" y="2762250"/>
            <a:ext cx="682625" cy="1014730"/>
          </a:xfrm>
          <a:prstGeom prst="rect">
            <a:avLst/>
          </a:prstGeom>
          <a:noFill/>
        </p:spPr>
        <p:txBody>
          <a:bodyPr wrap="square" rtlCol="0">
            <a:spAutoFit/>
          </a:bodyPr>
          <a:lstStyle/>
          <a:p>
            <a:r>
              <a:rPr lang="en-US" altLang="zh-CN" sz="6000" b="1" dirty="0">
                <a:solidFill>
                  <a:schemeClr val="bg1"/>
                </a:solidFill>
                <a:latin typeface="+mj-ea"/>
                <a:ea typeface="+mj-ea"/>
              </a:rPr>
              <a:t>3</a:t>
            </a:r>
            <a:endParaRPr lang="en-US" altLang="zh-CN" sz="6000" b="1" dirty="0">
              <a:solidFill>
                <a:schemeClr val="bg1"/>
              </a:solidFill>
              <a:latin typeface="+mj-ea"/>
              <a:ea typeface="+mj-ea"/>
            </a:endParaRPr>
          </a:p>
        </p:txBody>
      </p:sp>
      <p:sp>
        <p:nvSpPr>
          <p:cNvPr id="16" name="文本框 15"/>
          <p:cNvSpPr txBox="1"/>
          <p:nvPr>
            <p:custDataLst>
              <p:tags r:id="rId16"/>
            </p:custDataLst>
          </p:nvPr>
        </p:nvSpPr>
        <p:spPr>
          <a:xfrm>
            <a:off x="10102114" y="2696845"/>
            <a:ext cx="682625" cy="1014730"/>
          </a:xfrm>
          <a:prstGeom prst="rect">
            <a:avLst/>
          </a:prstGeom>
          <a:noFill/>
        </p:spPr>
        <p:txBody>
          <a:bodyPr wrap="square" rtlCol="0">
            <a:spAutoFit/>
          </a:bodyPr>
          <a:lstStyle/>
          <a:p>
            <a:r>
              <a:rPr lang="en-US" altLang="zh-CN" sz="6000" b="1">
                <a:solidFill>
                  <a:schemeClr val="bg1"/>
                </a:solidFill>
                <a:latin typeface="+mj-ea"/>
                <a:ea typeface="+mj-ea"/>
              </a:rPr>
              <a:t>4</a:t>
            </a:r>
            <a:endParaRPr lang="en-US" altLang="zh-CN" sz="6000" b="1">
              <a:solidFill>
                <a:schemeClr val="bg1"/>
              </a:solidFill>
              <a:latin typeface="+mj-ea"/>
              <a:ea typeface="+mj-ea"/>
            </a:endParaRPr>
          </a:p>
        </p:txBody>
      </p:sp>
      <p:sp>
        <p:nvSpPr>
          <p:cNvPr id="20" name="任意多边形 42"/>
          <p:cNvSpPr/>
          <p:nvPr>
            <p:custDataLst>
              <p:tags r:id="rId17"/>
            </p:custDataLst>
          </p:nvPr>
        </p:nvSpPr>
        <p:spPr>
          <a:xfrm>
            <a:off x="7089614" y="2000885"/>
            <a:ext cx="1484791" cy="864942"/>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3" name="任意多边形 44"/>
          <p:cNvSpPr/>
          <p:nvPr>
            <p:custDataLst>
              <p:tags r:id="rId18"/>
            </p:custDataLst>
          </p:nvPr>
        </p:nvSpPr>
        <p:spPr>
          <a:xfrm flipV="1">
            <a:off x="9700260" y="3601085"/>
            <a:ext cx="1842770" cy="1015365"/>
          </a:xfrm>
          <a:custGeom>
            <a:avLst/>
            <a:gdLst>
              <a:gd name="connsiteX0" fmla="*/ 0 w 1940313"/>
              <a:gd name="connsiteY0" fmla="*/ 791737 h 1148576"/>
              <a:gd name="connsiteX1" fmla="*/ 791737 w 1940313"/>
              <a:gd name="connsiteY1" fmla="*/ 0 h 1148576"/>
              <a:gd name="connsiteX2" fmla="*/ 1940313 w 1940313"/>
              <a:gd name="connsiteY2" fmla="*/ 1148576 h 1148576"/>
            </a:gdLst>
            <a:ahLst/>
            <a:cxnLst>
              <a:cxn ang="0">
                <a:pos x="connsiteX0" y="connsiteY0"/>
              </a:cxn>
              <a:cxn ang="0">
                <a:pos x="connsiteX1" y="connsiteY1"/>
              </a:cxn>
              <a:cxn ang="0">
                <a:pos x="connsiteX2" y="connsiteY2"/>
              </a:cxn>
            </a:cxnLst>
            <a:rect l="l" t="t" r="r" b="b"/>
            <a:pathLst>
              <a:path w="1940313" h="1148576">
                <a:moveTo>
                  <a:pt x="0" y="791737"/>
                </a:moveTo>
                <a:lnTo>
                  <a:pt x="791737" y="0"/>
                </a:lnTo>
                <a:lnTo>
                  <a:pt x="1940313" y="1148576"/>
                </a:lnTo>
              </a:path>
            </a:pathLst>
          </a:custGeom>
          <a:noFill/>
          <a:ln w="12700">
            <a:solidFill>
              <a:srgbClr val="8A8B8F"/>
            </a:solidFill>
            <a:prstDash val="dash"/>
            <a:headEnd type="oval"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等线" panose="02010600030101010101" charset="-122"/>
              <a:ea typeface="微软雅黑" panose="020B0503020204020204" pitchFamily="34" charset="-122"/>
              <a:cs typeface="+mn-cs"/>
            </a:endParaRPr>
          </a:p>
        </p:txBody>
      </p:sp>
      <p:sp>
        <p:nvSpPr>
          <p:cNvPr id="24" name="文本框1"/>
          <p:cNvSpPr txBox="1"/>
          <p:nvPr>
            <p:custDataLst>
              <p:tags r:id="rId19"/>
            </p:custDataLst>
          </p:nvPr>
        </p:nvSpPr>
        <p:spPr>
          <a:xfrm>
            <a:off x="6392065" y="4769465"/>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dirty="0" smtClean="0">
                <a:solidFill>
                  <a:schemeClr val="tx1"/>
                </a:solidFill>
                <a:latin typeface="微软雅黑" panose="020B0503020204020204" pitchFamily="34" charset="-122"/>
                <a:ea typeface="微软雅黑" panose="020B0503020204020204" pitchFamily="34" charset="-122"/>
                <a:sym typeface="+mn-ea"/>
              </a:rPr>
              <a:t>构造指令数据集</a:t>
            </a:r>
            <a:endParaRPr lang="zh-CN" altLang="zh-CN" sz="2400" dirty="0" smtClean="0">
              <a:solidFill>
                <a:schemeClr val="tx1"/>
              </a:solidFill>
              <a:latin typeface="微软雅黑" panose="020B0503020204020204" pitchFamily="34" charset="-122"/>
              <a:ea typeface="微软雅黑" panose="020B0503020204020204" pitchFamily="34" charset="-122"/>
              <a:sym typeface="+mn-ea"/>
            </a:endParaRPr>
          </a:p>
        </p:txBody>
      </p:sp>
      <p:sp>
        <p:nvSpPr>
          <p:cNvPr id="25" name="文本框1"/>
          <p:cNvSpPr txBox="1"/>
          <p:nvPr>
            <p:custDataLst>
              <p:tags r:id="rId20"/>
            </p:custDataLst>
          </p:nvPr>
        </p:nvSpPr>
        <p:spPr>
          <a:xfrm>
            <a:off x="9104439" y="4770120"/>
            <a:ext cx="2700000" cy="460800"/>
          </a:xfrm>
          <a:prstGeom prst="rect">
            <a:avLst/>
          </a:prstGeom>
          <a:noFill/>
        </p:spPr>
        <p:txBody>
          <a:bodyPr wrap="square" rtlCol="0">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zh-CN" sz="2400" b="1" dirty="0" smtClean="0">
                <a:solidFill>
                  <a:srgbClr val="0064D2"/>
                </a:solidFill>
                <a:latin typeface="微软雅黑" panose="020B0503020204020204" pitchFamily="34" charset="-122"/>
                <a:ea typeface="微软雅黑" panose="020B0503020204020204" pitchFamily="34" charset="-122"/>
                <a:sym typeface="+mn-ea"/>
              </a:rPr>
              <a:t>指令数据集清洗检查</a:t>
            </a:r>
            <a:endParaRPr lang="zh-CN" altLang="zh-CN" sz="2400" b="1" dirty="0" smtClean="0">
              <a:solidFill>
                <a:srgbClr val="0064D2"/>
              </a:solidFill>
              <a:latin typeface="微软雅黑" panose="020B0503020204020204" pitchFamily="34" charset="-122"/>
              <a:ea typeface="微软雅黑" panose="020B0503020204020204" pitchFamily="34" charset="-122"/>
              <a:sym typeface="+mn-ea"/>
            </a:endParaRPr>
          </a:p>
        </p:txBody>
      </p:sp>
      <p:sp>
        <p:nvSpPr>
          <p:cNvPr id="19" name="文本框 18"/>
          <p:cNvSpPr txBox="1"/>
          <p:nvPr/>
        </p:nvSpPr>
        <p:spPr>
          <a:xfrm>
            <a:off x="0" y="793750"/>
            <a:ext cx="1351262" cy="2061210"/>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04</a:t>
            </a:r>
            <a:endParaRPr lang="en-US" altLang="zh-CN" sz="3200" dirty="0" smtClean="0">
              <a:solidFill>
                <a:srgbClr val="3F396C"/>
              </a:solidFill>
              <a:latin typeface="思源宋体" panose="02020700000000000000" charset="-122"/>
              <a:ea typeface="思源宋体" panose="02020700000000000000" charset="-122"/>
            </a:endParaRPr>
          </a:p>
        </p:txBody>
      </p:sp>
      <p:sp>
        <p:nvSpPr>
          <p:cNvPr id="22" name="文本框 21"/>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任务实施</a:t>
            </a:r>
            <a:endParaRPr lang="zh-CN" altLang="zh-CN"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本小节将对生成的最终指令数据进行系统性清洗和质量检查，确保其符合训练要求。包括：检查字段完整性；清洗非法字符、多余空格、换行符、制表符等；筛选长度合理的内容；过滤敏感词；最终输出清洗后的标准格式数据文件。具体代码脚本如下：</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文件路径</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INPUT_FILE = "/app/llm_structure_data/final_train_data.json"
OUTPUT_FILE = "/app/llm_structure_data/final_cleaned_d</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ata.json"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加载数据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with open(INPUT_FILE, "r", encoding="utf-8") as f: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敏感词库</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sensitive_words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违法</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暴力</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色情</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赌博</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初始化清洗数据列表和去重集合</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cleaned_data = []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主流程处理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初始化新条目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new_item = {}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判断是否已有</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instruction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和</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output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字段（存在即不重命名）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has_inst</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ruction = "instruction" in item
has_output = "output" in item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如果两个字段都存在，则不进行重命名，只做清洗</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new_item[key] = cleaned_value
new_item[key] = value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否则执行字段重命名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清洗</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new_item["instruction"] = cleaned_value
elif key == "target":
new_item["output</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 = cleaned_value
new_item[key] = cleaned_value
new_item[key] = value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检查字段完整性</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print(f"[</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跳过</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{idx + 1}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条数据字段缺失</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continue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检查内容长度</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print(f"[</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跳过</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{idx + 1}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条数据内容太长</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continue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敏感词过滤</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print(f"[</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跳过</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{idx + 1}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条数据包含敏感词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continue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去</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重判断：使用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(instruction, output)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元组作为唯一标识</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pair_key = (instruction, output)
print(f"[</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跳过</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第</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{idx + 1}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条数据重复</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continue
seen_pairs.add(pair_key)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添加到清洗后数据列表</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cleaned_data.append(new_item)
#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保存结果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with open(OUTPUT_FILE, "w", encoding="utf-8") </a:t>
            </a:r>
            <a:endParaRPr lang="en-US" altLang="zh-CN"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55575" y="1777365"/>
            <a:ext cx="5502275" cy="4629150"/>
          </a:xfrm>
          <a:prstGeom prst="rect">
            <a:avLst/>
          </a:prstGeom>
          <a:noFill/>
        </p:spPr>
        <p:txBody>
          <a:bodyPr wrap="square" rtlCol="0" anchor="t">
            <a:noAutofit/>
          </a:bodyPr>
          <a:lstStyle/>
          <a:p>
            <a:pPr indent="457200" fontAlgn="auto">
              <a:lnSpc>
                <a:spcPct val="150000"/>
              </a:lnSpc>
            </a:pPr>
            <a:r>
              <a:rPr lang="en-US" dirty="0" smtClean="0">
                <a:latin typeface="微软雅黑" panose="020B0503020204020204" pitchFamily="34" charset="-122"/>
                <a:ea typeface="微软雅黑" panose="020B0503020204020204" pitchFamily="34" charset="-122"/>
                <a:cs typeface="微软雅黑" panose="020B0503020204020204" pitchFamily="34" charset="-122"/>
              </a:rPr>
              <a:t>as f:
json.dump(cleaned_data, f, ensure_ascii=False, indent=2)
print(f"</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数据清洗完成，共保留</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{len(cleaned_data)}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条有效数据</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print(f"</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已保存至：</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{OUTPUT_FILE}")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执行该脚本，得到输出如图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1-2-20</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1-2-20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指令数据集清洗结果</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查看清洗后的数据，可以看到字段名称，修改为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instruction</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，并且中英文混杂时，英文前后多余的空格消失</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5797550" y="1776888"/>
            <a:ext cx="5911850" cy="463026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tx1"/>
                </a:solidFill>
              </a:rPr>
              <a:t>教材对步骤图片</a:t>
            </a:r>
            <a:endParaRPr lang="zh-CN" altLang="en-US" dirty="0">
              <a:solidFill>
                <a:schemeClr val="tx1"/>
              </a:solidFill>
            </a:endParaRPr>
          </a:p>
        </p:txBody>
      </p:sp>
      <p:sp>
        <p:nvSpPr>
          <p:cNvPr id="4" name="文本框 3"/>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175385" y="1377315"/>
            <a:ext cx="9841230" cy="2282190"/>
          </a:xfrm>
          <a:prstGeom prst="rect">
            <a:avLst/>
          </a:prstGeom>
          <a:noFill/>
        </p:spPr>
        <p:txBody>
          <a:bodyPr wrap="square" rtlCol="0" anchor="t">
            <a:noAutofit/>
          </a:bodyPr>
          <a:lstStyle/>
          <a:p>
            <a:pPr indent="457200" fontAlgn="auto">
              <a:lnSpc>
                <a:spcPct val="150000"/>
              </a:lnSpc>
            </a:pPr>
            <a:r>
              <a:rPr lang="zh-CN" dirty="0" smtClean="0">
                <a:latin typeface="微软雅黑" panose="020B0503020204020204" pitchFamily="34" charset="-122"/>
                <a:ea typeface="微软雅黑" panose="020B0503020204020204" pitchFamily="34" charset="-122"/>
                <a:cs typeface="微软雅黑" panose="020B0503020204020204" pitchFamily="34" charset="-122"/>
              </a:rPr>
              <a:t>，如图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1-2-21</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所示：</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head final_cleaned_data.json &amp;&amp; tail final_cleaned_data.json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图</a:t>
            </a:r>
            <a:r>
              <a:rPr lang="en-US" altLang="zh-CN" dirty="0" smtClean="0">
                <a:latin typeface="微软雅黑" panose="020B0503020204020204" pitchFamily="34" charset="-122"/>
                <a:ea typeface="微软雅黑" panose="020B0503020204020204" pitchFamily="34" charset="-122"/>
                <a:cs typeface="微软雅黑" panose="020B0503020204020204" pitchFamily="34" charset="-122"/>
              </a:rPr>
              <a:t> 1-2-21 </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清洗后的指令数据集</a:t>
            </a:r>
            <a:endParaRPr lang="zh-CN" alt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 name="矩形 5"/>
          <p:cNvSpPr/>
          <p:nvPr/>
        </p:nvSpPr>
        <p:spPr>
          <a:xfrm>
            <a:off x="1954896" y="3657124"/>
            <a:ext cx="8211454" cy="299148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教材对步骤图片</a:t>
            </a:r>
            <a:endParaRPr lang="zh-CN" altLang="en-US" dirty="0">
              <a:solidFill>
                <a:schemeClr val="tx1"/>
              </a:solidFill>
            </a:endParaRPr>
          </a:p>
        </p:txBody>
      </p:sp>
      <p:sp>
        <p:nvSpPr>
          <p:cNvPr id="2" name="文本框 1"/>
          <p:cNvSpPr txBox="1"/>
          <p:nvPr/>
        </p:nvSpPr>
        <p:spPr>
          <a:xfrm>
            <a:off x="0" y="793750"/>
            <a:ext cx="1351262" cy="583565"/>
          </a:xfrm>
          <a:prstGeom prst="rect">
            <a:avLst/>
          </a:prstGeom>
          <a:noFill/>
        </p:spPr>
        <p:txBody>
          <a:bodyPr wrap="square" rtlCol="0">
            <a:spAutoFit/>
            <a:scene3d>
              <a:camera prst="orthographicFront"/>
              <a:lightRig rig="threePt" dir="t"/>
            </a:scene3d>
            <a:sp3d contourW="12700"/>
          </a:bodyPr>
          <a:lstStyle/>
          <a:p>
            <a:pPr algn="ctr"/>
            <a:r>
              <a:rPr lang="en-US" sz="3200" dirty="0" smtClean="0">
                <a:solidFill>
                  <a:srgbClr val="3F396C"/>
                </a:solidFill>
                <a:latin typeface="思源宋体" panose="02020700000000000000" charset="-122"/>
                <a:ea typeface="思源宋体" panose="02020700000000000000" charset="-122"/>
              </a:rPr>
              <a:t>04</a:t>
            </a:r>
            <a:endParaRPr lang="en-US" sz="3200" dirty="0" smtClean="0">
              <a:solidFill>
                <a:srgbClr val="3F396C"/>
              </a:solidFill>
              <a:latin typeface="思源宋体" panose="02020700000000000000" charset="-122"/>
              <a:ea typeface="思源宋体" panose="02020700000000000000" charset="-122"/>
            </a:endParaRPr>
          </a:p>
        </p:txBody>
      </p:sp>
      <p:sp>
        <p:nvSpPr>
          <p:cNvPr id="17" name="文本框 16"/>
          <p:cNvSpPr txBox="1"/>
          <p:nvPr/>
        </p:nvSpPr>
        <p:spPr>
          <a:xfrm>
            <a:off x="1278000" y="792000"/>
            <a:ext cx="3932555" cy="583565"/>
          </a:xfrm>
          <a:prstGeom prst="rect">
            <a:avLst/>
          </a:prstGeom>
          <a:noFill/>
        </p:spPr>
        <p:txBody>
          <a:bodyPr wrap="squar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任务</a:t>
            </a:r>
            <a:r>
              <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实施</a:t>
            </a:r>
            <a:endParaRPr lang="zh-CN" altLang="en-US" b="1" dirty="0">
              <a:solidFill>
                <a:schemeClr val="accent1">
                  <a:lumMod val="7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任务实施</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任务小结</a:t>
              </a:r>
              <a:endParaRPr lang="zh-CN" altLang="en-US" sz="2800" b="1" dirty="0">
                <a:solidFill>
                  <a:srgbClr val="0064D2"/>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a:t>
              </a:r>
              <a:r>
                <a:rPr lang="zh-CN" altLang="en-US" sz="2800" dirty="0">
                  <a:solidFill>
                    <a:schemeClr val="tx1"/>
                  </a:solidFill>
                  <a:cs typeface="+mn-ea"/>
                  <a:sym typeface="+mn-lt"/>
                </a:rPr>
                <a:t>拓展</a:t>
              </a:r>
              <a:endParaRPr lang="zh-CN" altLang="en-US" sz="2800" dirty="0">
                <a:solidFill>
                  <a:schemeClr val="tx1"/>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任务二</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大模型公开数据集收集与指令数据构造</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851025" y="1375410"/>
            <a:ext cx="8822055" cy="1753200"/>
          </a:xfrm>
          <a:prstGeom prst="rect">
            <a:avLst/>
          </a:prstGeom>
          <a:noFill/>
        </p:spPr>
        <p:txBody>
          <a:bodyPr wrap="square" rtlCol="0" anchor="t">
            <a:noAutofit/>
          </a:bodyPr>
          <a:lstStyle/>
          <a:p>
            <a:pPr indent="457200" algn="l" fontAlgn="auto">
              <a:lnSpc>
                <a:spcPct val="150000"/>
              </a:lnSpc>
            </a:pPr>
            <a:r>
              <a:rPr lang="zh-CN" dirty="0">
                <a:latin typeface="Arial" panose="020B0604020202020204" pitchFamily="34" charset="0"/>
                <a:cs typeface="Arial" panose="020B0604020202020204" pitchFamily="34" charset="0"/>
              </a:rPr>
              <a:t>本任务涵盖大模型训练数据的全流程处理，包括数据集识别、存储格式（</a:t>
            </a:r>
            <a:r>
              <a:rPr lang="en-US" altLang="zh-CN" dirty="0">
                <a:latin typeface="Arial" panose="020B0604020202020204" pitchFamily="34" charset="0"/>
                <a:cs typeface="Arial" panose="020B0604020202020204" pitchFamily="34" charset="0"/>
              </a:rPr>
              <a:t>JSON/CSV</a:t>
            </a:r>
            <a:r>
              <a:rPr lang="zh-CN" altLang="en-US" dirty="0">
                <a:latin typeface="Arial" panose="020B0604020202020204" pitchFamily="34" charset="0"/>
                <a:cs typeface="Arial" panose="020B0604020202020204" pitchFamily="34" charset="0"/>
              </a:rPr>
              <a:t>）、指令数据构造（人工、模板、模型生成）及数据清洗（去重、过滤、字段检查）。重点包括多阶段数据需求差异、结构化字段设计及自动化清洗脚本开发，帮助读者掌握高质量数据集构建核心技能，为模型训练奠定数据基础</a:t>
            </a:r>
            <a:endParaRPr lang="zh-CN" altLang="en-US" dirty="0">
              <a:latin typeface="Arial" panose="020B0604020202020204" pitchFamily="34" charset="0"/>
              <a:cs typeface="Arial" panose="020B0604020202020204" pitchFamily="34" charset="0"/>
            </a:endParaRPr>
          </a:p>
        </p:txBody>
      </p:sp>
      <p:sp>
        <p:nvSpPr>
          <p:cNvPr id="6" name="矩形 5"/>
          <p:cNvSpPr/>
          <p:nvPr/>
        </p:nvSpPr>
        <p:spPr>
          <a:xfrm>
            <a:off x="2223770" y="3274695"/>
            <a:ext cx="7743825" cy="32677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4" name="文本框 3"/>
          <p:cNvSpPr txBox="1"/>
          <p:nvPr/>
        </p:nvSpPr>
        <p:spPr>
          <a:xfrm>
            <a:off x="0" y="792000"/>
            <a:ext cx="1351262"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05</a:t>
            </a:r>
            <a:endParaRPr lang="en-US" altLang="zh-CN" sz="3200" dirty="0">
              <a:solidFill>
                <a:srgbClr val="3F396C"/>
              </a:solidFill>
              <a:latin typeface="思源宋体" panose="02020700000000000000" charset="-122"/>
              <a:ea typeface="思源宋体" panose="02020700000000000000" charset="-122"/>
            </a:endParaRPr>
          </a:p>
        </p:txBody>
      </p:sp>
      <p:sp>
        <p:nvSpPr>
          <p:cNvPr id="5" name="文本框 4"/>
          <p:cNvSpPr txBox="1"/>
          <p:nvPr/>
        </p:nvSpPr>
        <p:spPr>
          <a:xfrm>
            <a:off x="1278000" y="792000"/>
            <a:ext cx="1808480" cy="583565"/>
          </a:xfrm>
          <a:prstGeom prst="rect">
            <a:avLst/>
          </a:prstGeom>
          <a:noFill/>
        </p:spPr>
        <p:txBody>
          <a:bodyPr wrap="none" rtlCol="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b="1" dirty="0">
                <a:solidFill>
                  <a:schemeClr val="accent1">
                    <a:lumMod val="75000"/>
                  </a:schemeClr>
                </a:solidFill>
                <a:latin typeface="微软雅黑" panose="020B0503020204020204" pitchFamily="34" charset="-122"/>
                <a:ea typeface="微软雅黑" panose="020B0503020204020204" pitchFamily="34" charset="-122"/>
                <a:sym typeface="+mn-lt"/>
              </a:rPr>
              <a:t>任务</a:t>
            </a:r>
            <a:r>
              <a:rPr lang="zh-CN" b="1" dirty="0">
                <a:solidFill>
                  <a:schemeClr val="accent1">
                    <a:lumMod val="75000"/>
                  </a:schemeClr>
                </a:solidFill>
                <a:latin typeface="微软雅黑" panose="020B0503020204020204" pitchFamily="34" charset="-122"/>
                <a:ea typeface="微软雅黑" panose="020B0503020204020204" pitchFamily="34" charset="-122"/>
                <a:sym typeface="+mn-lt"/>
              </a:rPr>
              <a:t>小结</a:t>
            </a:r>
            <a:endParaRPr lang="zh-CN" b="1" dirty="0">
              <a:solidFill>
                <a:schemeClr val="accent1">
                  <a:lumMod val="75000"/>
                </a:schemeClr>
              </a:solidFill>
              <a:latin typeface="微软雅黑" panose="020B0503020204020204" pitchFamily="34" charset="-122"/>
              <a:ea typeface="微软雅黑" panose="020B0503020204020204" pitchFamily="34" charset="-122"/>
              <a:sym typeface="+mn-lt"/>
            </a:endParaRPr>
          </a:p>
        </p:txBody>
      </p:sp>
      <p:sp>
        <p:nvSpPr>
          <p:cNvPr id="2" name="文本框 1"/>
          <p:cNvSpPr txBox="1"/>
          <p:nvPr/>
        </p:nvSpPr>
        <p:spPr>
          <a:xfrm>
            <a:off x="3976370" y="4642485"/>
            <a:ext cx="4239260" cy="532130"/>
          </a:xfrm>
          <a:prstGeom prst="rect">
            <a:avLst/>
          </a:prstGeom>
          <a:noFill/>
        </p:spPr>
        <p:txBody>
          <a:bodyPr wrap="square" rtlCol="0">
            <a:noAutofit/>
          </a:bodyPr>
          <a:lstStyle/>
          <a:p>
            <a:pPr algn="ctr" fontAlgn="auto">
              <a:lnSpc>
                <a:spcPct val="150000"/>
              </a:lnSpc>
            </a:pPr>
            <a:r>
              <a:rPr lang="en-US" altLang="zh-CN" dirty="0">
                <a:latin typeface="微软雅黑" panose="020B0503020204020204" pitchFamily="34" charset="-122"/>
                <a:ea typeface="微软雅黑" panose="020B0503020204020204" pitchFamily="34" charset="-122"/>
                <a:sym typeface="+mn-ea"/>
              </a:rPr>
              <a:t>{{image:summary_image}}</a:t>
            </a:r>
            <a:endParaRPr lang="en-US" altLang="zh-CN" dirty="0">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78000" y="792000"/>
            <a:ext cx="4998745" cy="583565"/>
          </a:xfrm>
          <a:prstGeom prst="rect">
            <a:avLst/>
          </a:prstGeom>
          <a:noFill/>
        </p:spPr>
        <p:txBody>
          <a:bodyPr vert="horz" wrap="square" lIns="91440" tIns="45720" rIns="91440" bIns="45720" rtlCol="0" anchor="t" anchorCtr="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lvl="0" algn="l">
              <a:buClrTx/>
              <a:buSzTx/>
              <a:buFontTx/>
            </a:pPr>
            <a:r>
              <a:rPr lang="zh-CN" altLang="en-US" b="1" dirty="0" smtClean="0">
                <a:solidFill>
                  <a:srgbClr val="0064D2"/>
                </a:solidFill>
                <a:latin typeface="微软雅黑" panose="020B0503020204020204" pitchFamily="34" charset="-122"/>
                <a:ea typeface="微软雅黑" panose="020B0503020204020204" pitchFamily="34" charset="-122"/>
                <a:sym typeface="+mn-ea"/>
              </a:rPr>
              <a:t>重</a:t>
            </a:r>
            <a:r>
              <a:rPr lang="zh-CN" altLang="en-US" b="1" dirty="0">
                <a:solidFill>
                  <a:srgbClr val="0064D2"/>
                </a:solidFill>
                <a:latin typeface="微软雅黑" panose="020B0503020204020204" pitchFamily="34" charset="-122"/>
                <a:ea typeface="微软雅黑" panose="020B0503020204020204" pitchFamily="34" charset="-122"/>
                <a:sym typeface="+mn-ea"/>
              </a:rPr>
              <a:t>难点</a:t>
            </a:r>
            <a:r>
              <a:rPr lang="zh-CN" altLang="en-US" b="1" dirty="0" smtClean="0">
                <a:solidFill>
                  <a:srgbClr val="0064D2"/>
                </a:solidFill>
                <a:latin typeface="微软雅黑" panose="020B0503020204020204" pitchFamily="34" charset="-122"/>
                <a:ea typeface="微软雅黑" panose="020B0503020204020204" pitchFamily="34" charset="-122"/>
                <a:sym typeface="+mn-ea"/>
              </a:rPr>
              <a:t>总结</a:t>
            </a:r>
            <a:endParaRPr lang="zh-CN" b="1" dirty="0">
              <a:solidFill>
                <a:srgbClr val="0064D2"/>
              </a:solidFill>
              <a:latin typeface="微软雅黑" panose="020B0503020204020204" pitchFamily="34" charset="-122"/>
              <a:ea typeface="微软雅黑" panose="020B0503020204020204" pitchFamily="34" charset="-122"/>
              <a:sym typeface="+mn-ea"/>
            </a:endParaRPr>
          </a:p>
        </p:txBody>
      </p:sp>
      <p:sp>
        <p:nvSpPr>
          <p:cNvPr id="38" name="文本框 37"/>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05</a:t>
            </a:r>
            <a:endParaRPr lang="en-US" altLang="zh-CN" sz="3200" dirty="0">
              <a:solidFill>
                <a:srgbClr val="3F396C"/>
              </a:solidFill>
              <a:latin typeface="思源宋体" panose="02020700000000000000" charset="-122"/>
              <a:ea typeface="思源宋体" panose="02020700000000000000" charset="-122"/>
            </a:endParaRPr>
          </a:p>
        </p:txBody>
      </p:sp>
      <p:sp>
        <p:nvSpPr>
          <p:cNvPr id="8" name="www.koppt.cn"/>
          <p:cNvSpPr/>
          <p:nvPr/>
        </p:nvSpPr>
        <p:spPr>
          <a:xfrm>
            <a:off x="1321200" y="2391777"/>
            <a:ext cx="1693017" cy="426365"/>
          </a:xfrm>
          <a:prstGeom prst="roundRect">
            <a:avLst>
              <a:gd name="adj" fmla="val 50000"/>
            </a:avLst>
          </a:prstGeom>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rPr>
              <a:t>重点内容总结</a:t>
            </a:r>
            <a:endParaRPr lang="zh-CN" altLang="en-US" sz="1600" dirty="0">
              <a:latin typeface="+mj-ea"/>
              <a:ea typeface="+mj-ea"/>
            </a:endParaRPr>
          </a:p>
        </p:txBody>
      </p:sp>
      <p:sp>
        <p:nvSpPr>
          <p:cNvPr id="9" name="www.koppt.cn"/>
          <p:cNvSpPr/>
          <p:nvPr/>
        </p:nvSpPr>
        <p:spPr>
          <a:xfrm>
            <a:off x="6665277" y="2391776"/>
            <a:ext cx="1806257" cy="426365"/>
          </a:xfrm>
          <a:prstGeom prst="roundRect">
            <a:avLst>
              <a:gd name="adj" fmla="val 50000"/>
            </a:avLst>
          </a:prstGeom>
          <a:solidFill>
            <a:schemeClr val="accent3"/>
          </a:solid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mj-ea"/>
                <a:ea typeface="+mj-ea"/>
              </a:rPr>
              <a:t>难点内容总结</a:t>
            </a:r>
            <a:endParaRPr lang="zh-CN" altLang="en-US" sz="1600" dirty="0">
              <a:latin typeface="+mj-ea"/>
              <a:ea typeface="+mj-ea"/>
            </a:endParaRPr>
          </a:p>
        </p:txBody>
      </p:sp>
      <p:sp>
        <p:nvSpPr>
          <p:cNvPr id="4" name="矩形 3"/>
          <p:cNvSpPr/>
          <p:nvPr/>
        </p:nvSpPr>
        <p:spPr>
          <a:xfrm>
            <a:off x="1169670" y="3154045"/>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rPr>
              <a:t>多阶段数据需求差异</a:t>
            </a:r>
            <a:endParaRPr lang="zh-CN" sz="2000" dirty="0">
              <a:latin typeface="Arial" panose="020B0604020202020204" pitchFamily="34" charset="0"/>
            </a:endParaRPr>
          </a:p>
        </p:txBody>
      </p:sp>
      <p:sp>
        <p:nvSpPr>
          <p:cNvPr id="11" name="矩形 10"/>
          <p:cNvSpPr/>
          <p:nvPr/>
        </p:nvSpPr>
        <p:spPr>
          <a:xfrm>
            <a:off x="6511925" y="3155315"/>
            <a:ext cx="5040000" cy="53975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sym typeface="+mn-ea"/>
              </a:rPr>
              <a:t>不同训练阶段数据特点的把握</a:t>
            </a:r>
            <a:endParaRPr lang="zh-CN" sz="2000" dirty="0">
              <a:latin typeface="Arial" panose="020B0604020202020204" pitchFamily="34" charset="0"/>
              <a:sym typeface="+mn-ea"/>
            </a:endParaRPr>
          </a:p>
        </p:txBody>
      </p:sp>
      <p:sp>
        <p:nvSpPr>
          <p:cNvPr id="2" name="矩形 1"/>
          <p:cNvSpPr/>
          <p:nvPr/>
        </p:nvSpPr>
        <p:spPr>
          <a:xfrm>
            <a:off x="1169670" y="3693600"/>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rPr>
              <a:t>结构化字段设计</a:t>
            </a:r>
            <a:endParaRPr lang="zh-CN" sz="2000" dirty="0">
              <a:latin typeface="Arial" panose="020B0604020202020204" pitchFamily="34" charset="0"/>
            </a:endParaRPr>
          </a:p>
        </p:txBody>
      </p:sp>
      <p:sp>
        <p:nvSpPr>
          <p:cNvPr id="5" name="矩形 4"/>
          <p:cNvSpPr/>
          <p:nvPr/>
        </p:nvSpPr>
        <p:spPr>
          <a:xfrm>
            <a:off x="1169670" y="4234870"/>
            <a:ext cx="5040000" cy="538480"/>
          </a:xfrm>
          <a:prstGeom prst="rect">
            <a:avLst/>
          </a:prstGeom>
        </p:spPr>
        <p:txBody>
          <a:bodyPr wrap="square">
            <a:noAutofit/>
          </a:bodyPr>
          <a:lstStyle/>
          <a:p>
            <a:pPr marL="285750" indent="-285750" algn="l" fontAlgn="auto">
              <a:lnSpc>
                <a:spcPct val="150000"/>
              </a:lnSpc>
              <a:buFont typeface="Wingdings" panose="05000000000000000000" pitchFamily="2" charset="2"/>
              <a:buChar char="Ø"/>
            </a:pPr>
            <a:r>
              <a:rPr lang="zh-CN" sz="2000" dirty="0">
                <a:latin typeface="Arial" panose="020B0604020202020204" pitchFamily="34" charset="0"/>
              </a:rPr>
              <a:t>自动化清洗脚本开发</a:t>
            </a:r>
            <a:endParaRPr lang="zh-CN" sz="2000" dirty="0">
              <a:latin typeface="Arial" panose="020B0604020202020204" pitchFamily="34" charset="0"/>
            </a:endParaRPr>
          </a:p>
        </p:txBody>
      </p:sp>
      <p:sp>
        <p:nvSpPr>
          <p:cNvPr id="6" name="矩形 5"/>
          <p:cNvSpPr/>
          <p:nvPr/>
        </p:nvSpPr>
        <p:spPr>
          <a:xfrm>
            <a:off x="6511925" y="3693600"/>
            <a:ext cx="5040000" cy="54000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sym typeface="+mn-ea"/>
              </a:rPr>
              <a:t>高质量指令数据的构造方法</a:t>
            </a:r>
            <a:endParaRPr lang="zh-CN" sz="2000" dirty="0">
              <a:latin typeface="Arial" panose="020B0604020202020204" pitchFamily="34" charset="0"/>
              <a:sym typeface="+mn-ea"/>
            </a:endParaRPr>
          </a:p>
        </p:txBody>
      </p:sp>
      <p:sp>
        <p:nvSpPr>
          <p:cNvPr id="7" name="矩形 6"/>
          <p:cNvSpPr/>
          <p:nvPr/>
        </p:nvSpPr>
        <p:spPr>
          <a:xfrm>
            <a:off x="6511925" y="4233600"/>
            <a:ext cx="5040000" cy="540000"/>
          </a:xfrm>
          <a:prstGeom prst="rect">
            <a:avLst/>
          </a:prstGeom>
        </p:spPr>
        <p:txBody>
          <a:bodyPr wrap="square">
            <a:noAutofit/>
          </a:bodyPr>
          <a:lstStyle/>
          <a:p>
            <a:pPr marL="285750" indent="-285750" algn="l">
              <a:lnSpc>
                <a:spcPct val="150000"/>
              </a:lnSpc>
              <a:buFont typeface="Wingdings" panose="05000000000000000000" pitchFamily="2" charset="2"/>
              <a:buChar char="Ø"/>
            </a:pPr>
            <a:r>
              <a:rPr lang="zh-CN" sz="2000" dirty="0">
                <a:latin typeface="Arial" panose="020B0604020202020204" pitchFamily="34" charset="0"/>
                <a:sym typeface="+mn-ea"/>
              </a:rPr>
              <a:t>大规模数据的清洗效率与质量</a:t>
            </a:r>
            <a:endParaRPr lang="zh-CN" sz="2000" dirty="0">
              <a:latin typeface="Arial" panose="020B0604020202020204" pitchFamily="34" charset="0"/>
              <a:sym typeface="+mn-ea"/>
            </a:endParaRPr>
          </a:p>
        </p:txBody>
      </p:sp>
    </p:spTree>
    <p:custDataLst>
      <p:tags r:id="rId2"/>
    </p:custData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82970" y="2061210"/>
            <a:ext cx="528955" cy="71755"/>
            <a:chOff x="5831400" y="1495425"/>
            <a:chExt cx="529200" cy="72000"/>
          </a:xfrm>
        </p:grpSpPr>
        <p:sp>
          <p:nvSpPr>
            <p:cNvPr id="22" name="椭圆 21"/>
            <p:cNvSpPr/>
            <p:nvPr/>
          </p:nvSpPr>
          <p:spPr>
            <a:xfrm>
              <a:off x="5831400" y="1495425"/>
              <a:ext cx="72000" cy="7200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23" name="椭圆 22"/>
            <p:cNvSpPr/>
            <p:nvPr/>
          </p:nvSpPr>
          <p:spPr>
            <a:xfrm>
              <a:off x="5983800" y="1495425"/>
              <a:ext cx="72000" cy="720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5" name="椭圆 4"/>
            <p:cNvSpPr/>
            <p:nvPr/>
          </p:nvSpPr>
          <p:spPr>
            <a:xfrm>
              <a:off x="6136200" y="1495425"/>
              <a:ext cx="72000" cy="720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sp>
          <p:nvSpPr>
            <p:cNvPr id="6" name="椭圆 5"/>
            <p:cNvSpPr/>
            <p:nvPr/>
          </p:nvSpPr>
          <p:spPr>
            <a:xfrm>
              <a:off x="6288600" y="1495425"/>
              <a:ext cx="72000" cy="720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50000"/>
                </a:lnSpc>
                <a:spcBef>
                  <a:spcPts val="0"/>
                </a:spcBef>
                <a:spcAft>
                  <a:spcPts val="0"/>
                </a:spcAft>
                <a:buClrTx/>
                <a:buSzTx/>
                <a:buFontTx/>
                <a:buNone/>
                <a:defRPr/>
              </a:pPr>
              <a:endParaRPr kumimoji="0" lang="en-US" sz="1800" b="0" i="0" u="none" strike="noStrike" kern="1200" cap="none" spc="0" normalizeH="0" baseline="0" noProof="0">
                <a:ln>
                  <a:noFill/>
                </a:ln>
                <a:solidFill>
                  <a:srgbClr val="303030"/>
                </a:solidFill>
                <a:effectLst/>
                <a:uLnTx/>
                <a:uFillTx/>
                <a:latin typeface="Arial" panose="020B0604020202020204"/>
                <a:ea typeface="微软雅黑" panose="020B0503020204020204" pitchFamily="34" charset="-122"/>
                <a:cs typeface="+mn-ea"/>
                <a:sym typeface="+mn-lt"/>
              </a:endParaRPr>
            </a:p>
          </p:txBody>
        </p:sp>
      </p:grpSp>
      <p:grpSp>
        <p:nvGrpSpPr>
          <p:cNvPr id="18" name="组合 17"/>
          <p:cNvGrpSpPr/>
          <p:nvPr>
            <p:custDataLst>
              <p:tags r:id="rId1"/>
            </p:custDataLst>
          </p:nvPr>
        </p:nvGrpSpPr>
        <p:grpSpPr>
          <a:xfrm>
            <a:off x="1019810" y="2407403"/>
            <a:ext cx="3578068" cy="829945"/>
            <a:chOff x="1019810" y="2115568"/>
            <a:chExt cx="3578068" cy="829945"/>
          </a:xfrm>
        </p:grpSpPr>
        <p:sp>
          <p:nvSpPr>
            <p:cNvPr id="8" name="文本框 7"/>
            <p:cNvSpPr txBox="1"/>
            <p:nvPr>
              <p:custDataLst>
                <p:tags r:id="rId2"/>
              </p:custDataLst>
            </p:nvPr>
          </p:nvSpPr>
          <p:spPr>
            <a:xfrm flipH="1">
              <a:off x="2214341" y="2298448"/>
              <a:ext cx="2383537"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rPr>
                <a:t>任务描述</a:t>
              </a:r>
              <a:endParaRPr kumimoji="0" lang="zh-CN" altLang="en-US" sz="280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ea"/>
                <a:sym typeface="+mn-ea"/>
              </a:endParaRPr>
            </a:p>
          </p:txBody>
        </p:sp>
        <p:sp>
          <p:nvSpPr>
            <p:cNvPr id="14" name="文本框 13"/>
            <p:cNvSpPr txBox="1"/>
            <p:nvPr>
              <p:custDataLst>
                <p:tags r:id="rId3"/>
              </p:custDataLst>
            </p:nvPr>
          </p:nvSpPr>
          <p:spPr>
            <a:xfrm>
              <a:off x="1019810" y="2115568"/>
              <a:ext cx="961884"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a:ln>
                    <a:noFill/>
                  </a:ln>
                  <a:solidFill>
                    <a:srgbClr val="303030"/>
                  </a:solidFill>
                  <a:effectLst/>
                  <a:uLnTx/>
                  <a:uFillTx/>
                  <a:latin typeface="+mn-ea"/>
                  <a:cs typeface="+mn-ea"/>
                  <a:sym typeface="+mn-lt"/>
                </a:rPr>
                <a:t>01</a:t>
              </a:r>
              <a:endParaRPr kumimoji="0" lang="en-US" sz="4800" b="0" i="0" u="none" strike="noStrike" kern="1200" cap="none" spc="0" normalizeH="0" baseline="0" noProof="0">
                <a:ln>
                  <a:noFill/>
                </a:ln>
                <a:solidFill>
                  <a:srgbClr val="303030"/>
                </a:solidFill>
                <a:effectLst/>
                <a:uLnTx/>
                <a:uFillTx/>
                <a:latin typeface="+mn-ea"/>
                <a:cs typeface="+mn-ea"/>
                <a:sym typeface="+mn-lt"/>
              </a:endParaRPr>
            </a:p>
          </p:txBody>
        </p:sp>
        <p:cxnSp>
          <p:nvCxnSpPr>
            <p:cNvPr id="15" name="直接连接符 14"/>
            <p:cNvCxnSpPr/>
            <p:nvPr>
              <p:custDataLst>
                <p:tags r:id="rId4"/>
              </p:custDataLst>
            </p:nvPr>
          </p:nvCxnSpPr>
          <p:spPr>
            <a:xfrm flipH="1">
              <a:off x="1978973" y="2302258"/>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custDataLst>
              <p:tags r:id="rId5"/>
            </p:custDataLst>
          </p:nvPr>
        </p:nvGrpSpPr>
        <p:grpSpPr>
          <a:xfrm>
            <a:off x="1019810" y="3342914"/>
            <a:ext cx="5267818" cy="829945"/>
            <a:chOff x="1019810" y="3241423"/>
            <a:chExt cx="5267818" cy="829945"/>
          </a:xfrm>
        </p:grpSpPr>
        <p:sp>
          <p:nvSpPr>
            <p:cNvPr id="21" name="文本框 20"/>
            <p:cNvSpPr txBox="1"/>
            <p:nvPr>
              <p:custDataLst>
                <p:tags r:id="rId6"/>
              </p:custDataLst>
            </p:nvPr>
          </p:nvSpPr>
          <p:spPr>
            <a:xfrm flipH="1">
              <a:off x="2214341" y="3424938"/>
              <a:ext cx="4073287"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任务目标和重难点</a:t>
              </a:r>
              <a:endParaRPr lang="zh-CN" altLang="en-US" sz="2800" dirty="0">
                <a:solidFill>
                  <a:schemeClr val="tx1"/>
                </a:solidFill>
                <a:cs typeface="+mn-ea"/>
                <a:sym typeface="+mn-lt"/>
              </a:endParaRPr>
            </a:p>
          </p:txBody>
        </p:sp>
        <p:sp>
          <p:nvSpPr>
            <p:cNvPr id="34" name="文本框 33"/>
            <p:cNvSpPr txBox="1"/>
            <p:nvPr>
              <p:custDataLst>
                <p:tags r:id="rId7"/>
              </p:custDataLst>
            </p:nvPr>
          </p:nvSpPr>
          <p:spPr>
            <a:xfrm>
              <a:off x="1019810" y="3241423"/>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rPr>
                <a:t>02</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5" name="直接连接符 34"/>
            <p:cNvCxnSpPr/>
            <p:nvPr>
              <p:custDataLst>
                <p:tags r:id="rId8"/>
              </p:custDataLst>
            </p:nvPr>
          </p:nvCxnSpPr>
          <p:spPr>
            <a:xfrm flipH="1">
              <a:off x="1978973" y="3428113"/>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6" name="组合 25"/>
          <p:cNvGrpSpPr/>
          <p:nvPr>
            <p:custDataLst>
              <p:tags r:id="rId9"/>
            </p:custDataLst>
          </p:nvPr>
        </p:nvGrpSpPr>
        <p:grpSpPr>
          <a:xfrm>
            <a:off x="1019810" y="4262394"/>
            <a:ext cx="4068621" cy="829945"/>
            <a:chOff x="1019810" y="5599430"/>
            <a:chExt cx="4068621" cy="829945"/>
          </a:xfrm>
        </p:grpSpPr>
        <p:sp>
          <p:nvSpPr>
            <p:cNvPr id="31" name="文本框 30"/>
            <p:cNvSpPr txBox="1"/>
            <p:nvPr>
              <p:custDataLst>
                <p:tags r:id="rId10"/>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知识储备</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32" name="文本框 31"/>
            <p:cNvSpPr txBox="1"/>
            <p:nvPr>
              <p:custDataLst>
                <p:tags r:id="rId11"/>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03</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33" name="直接连接符 32"/>
            <p:cNvCxnSpPr/>
            <p:nvPr>
              <p:custDataLst>
                <p:tags r:id="rId12"/>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5" name="组合 54"/>
          <p:cNvGrpSpPr/>
          <p:nvPr>
            <p:custDataLst>
              <p:tags r:id="rId13"/>
            </p:custDataLst>
          </p:nvPr>
        </p:nvGrpSpPr>
        <p:grpSpPr>
          <a:xfrm>
            <a:off x="6848992" y="2405673"/>
            <a:ext cx="4068621" cy="829945"/>
            <a:chOff x="1019810" y="5599430"/>
            <a:chExt cx="4068621" cy="829945"/>
          </a:xfrm>
        </p:grpSpPr>
        <p:sp>
          <p:nvSpPr>
            <p:cNvPr id="56" name="文本框 55"/>
            <p:cNvSpPr txBox="1"/>
            <p:nvPr>
              <p:custDataLst>
                <p:tags r:id="rId14"/>
              </p:custDataLst>
            </p:nvPr>
          </p:nvSpPr>
          <p:spPr>
            <a:xfrm flipH="1">
              <a:off x="2214342" y="5782945"/>
              <a:ext cx="2874089" cy="521970"/>
            </a:xfrm>
            <a:prstGeom prst="rect">
              <a:avLst/>
            </a:prstGeom>
            <a:noFill/>
          </p:spPr>
          <p:txBody>
            <a:bodyPr wrap="square" rtlCol="0">
              <a:spAutoFit/>
            </a:bodyPr>
            <a:lstStyle/>
            <a:p>
              <a:pPr eaLnBrk="0" hangingPunct="0"/>
              <a:r>
                <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rPr>
                <a:t>任务实施</a:t>
              </a:r>
              <a:endParaRPr kumimoji="0" lang="zh-CN" altLang="en-US" sz="2800" i="0" u="none" strike="noStrike" kern="1200" cap="none" spc="0" normalizeH="0" baseline="0" noProof="0" dirty="0">
                <a:ln>
                  <a:noFill/>
                </a:ln>
                <a:solidFill>
                  <a:schemeClr val="tx1"/>
                </a:solidFill>
                <a:effectLst/>
                <a:uLnTx/>
                <a:uFillTx/>
                <a:latin typeface="Arial" panose="020B0604020202020204"/>
                <a:ea typeface="微软雅黑" panose="020B0503020204020204" pitchFamily="34" charset="-122"/>
                <a:cs typeface="+mn-ea"/>
                <a:sym typeface="+mn-lt"/>
              </a:endParaRPr>
            </a:p>
          </p:txBody>
        </p:sp>
        <p:sp>
          <p:nvSpPr>
            <p:cNvPr id="57" name="文本框 56"/>
            <p:cNvSpPr txBox="1"/>
            <p:nvPr>
              <p:custDataLst>
                <p:tags r:id="rId15"/>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04</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58" name="直接连接符 57"/>
            <p:cNvCxnSpPr/>
            <p:nvPr>
              <p:custDataLst>
                <p:tags r:id="rId16"/>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59" name="组合 58"/>
          <p:cNvGrpSpPr/>
          <p:nvPr>
            <p:custDataLst>
              <p:tags r:id="rId17"/>
            </p:custDataLst>
          </p:nvPr>
        </p:nvGrpSpPr>
        <p:grpSpPr>
          <a:xfrm>
            <a:off x="6848992" y="3342705"/>
            <a:ext cx="4068621" cy="829945"/>
            <a:chOff x="1019810" y="5599430"/>
            <a:chExt cx="4068621" cy="829945"/>
          </a:xfrm>
        </p:grpSpPr>
        <p:sp>
          <p:nvSpPr>
            <p:cNvPr id="60" name="文本框 59"/>
            <p:cNvSpPr txBox="1"/>
            <p:nvPr>
              <p:custDataLst>
                <p:tags r:id="rId18"/>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dirty="0">
                  <a:solidFill>
                    <a:schemeClr val="tx1"/>
                  </a:solidFill>
                  <a:cs typeface="+mn-ea"/>
                  <a:sym typeface="+mn-lt"/>
                </a:rPr>
                <a:t>任务小结</a:t>
              </a:r>
              <a:endParaRPr lang="zh-CN" altLang="en-US" sz="2800" dirty="0">
                <a:solidFill>
                  <a:schemeClr val="tx1"/>
                </a:solidFill>
                <a:cs typeface="+mn-ea"/>
                <a:sym typeface="+mn-lt"/>
              </a:endParaRPr>
            </a:p>
          </p:txBody>
        </p:sp>
        <p:sp>
          <p:nvSpPr>
            <p:cNvPr id="61" name="文本框 60"/>
            <p:cNvSpPr txBox="1"/>
            <p:nvPr>
              <p:custDataLst>
                <p:tags r:id="rId19"/>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05</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62" name="直接连接符 61"/>
            <p:cNvCxnSpPr/>
            <p:nvPr>
              <p:custDataLst>
                <p:tags r:id="rId20"/>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custDataLst>
              <p:tags r:id="rId21"/>
            </p:custDataLst>
          </p:nvPr>
        </p:nvGrpSpPr>
        <p:grpSpPr>
          <a:xfrm>
            <a:off x="6848992" y="4253930"/>
            <a:ext cx="4068621" cy="829945"/>
            <a:chOff x="1019810" y="5599430"/>
            <a:chExt cx="4068621" cy="829945"/>
          </a:xfrm>
        </p:grpSpPr>
        <p:sp>
          <p:nvSpPr>
            <p:cNvPr id="3" name="文本框 2"/>
            <p:cNvSpPr txBox="1"/>
            <p:nvPr>
              <p:custDataLst>
                <p:tags r:id="rId22"/>
              </p:custDataLst>
            </p:nvPr>
          </p:nvSpPr>
          <p:spPr>
            <a:xfrm flipH="1">
              <a:off x="2214342" y="5782945"/>
              <a:ext cx="2874089" cy="521970"/>
            </a:xfrm>
            <a:prstGeom prst="rect">
              <a:avLst/>
            </a:prstGeom>
            <a:noFill/>
          </p:spPr>
          <p:txBody>
            <a:bodyPr wrap="square" rtlCol="0">
              <a:spAutoFit/>
            </a:bodyPr>
            <a:lstStyle/>
            <a:p>
              <a:pPr eaLnBrk="0" hangingPunct="0"/>
              <a:r>
                <a:rPr lang="zh-CN" altLang="en-US" sz="2800" b="1" dirty="0">
                  <a:solidFill>
                    <a:srgbClr val="0064D2"/>
                  </a:solidFill>
                  <a:cs typeface="+mn-ea"/>
                  <a:sym typeface="+mn-lt"/>
                </a:rPr>
                <a:t>任务拓展</a:t>
              </a:r>
              <a:endParaRPr lang="zh-CN" altLang="en-US" sz="2800" b="1" dirty="0">
                <a:solidFill>
                  <a:srgbClr val="0064D2"/>
                </a:solidFill>
                <a:cs typeface="+mn-ea"/>
                <a:sym typeface="+mn-lt"/>
              </a:endParaRPr>
            </a:p>
          </p:txBody>
        </p:sp>
        <p:sp>
          <p:nvSpPr>
            <p:cNvPr id="9" name="文本框 8"/>
            <p:cNvSpPr txBox="1"/>
            <p:nvPr>
              <p:custDataLst>
                <p:tags r:id="rId23"/>
              </p:custDataLst>
            </p:nvPr>
          </p:nvSpPr>
          <p:spPr>
            <a:xfrm>
              <a:off x="1019810" y="5599430"/>
              <a:ext cx="870751"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4800" b="0" i="0" u="none" strike="noStrike" kern="1200" cap="none" spc="0" normalizeH="0" baseline="0" noProof="0" dirty="0" smtClean="0">
                  <a:ln>
                    <a:noFill/>
                  </a:ln>
                  <a:solidFill>
                    <a:srgbClr val="303030"/>
                  </a:solidFill>
                  <a:effectLst/>
                  <a:uLnTx/>
                  <a:uFillTx/>
                  <a:latin typeface="Arial" panose="020B0604020202020204"/>
                  <a:ea typeface="微软雅黑" panose="020B0503020204020204" pitchFamily="34" charset="-122"/>
                  <a:cs typeface="+mn-ea"/>
                  <a:sym typeface="+mn-lt"/>
                </a:rPr>
                <a:t>06</a:t>
              </a:r>
              <a:endParaRPr kumimoji="0" lang="en-US" sz="4800" b="0" i="0" u="none" strike="noStrike" kern="1200" cap="none" spc="0" normalizeH="0" baseline="0" noProof="0" dirty="0">
                <a:ln>
                  <a:noFill/>
                </a:ln>
                <a:solidFill>
                  <a:srgbClr val="303030"/>
                </a:solidFill>
                <a:effectLst/>
                <a:uLnTx/>
                <a:uFillTx/>
                <a:latin typeface="Arial" panose="020B0604020202020204"/>
                <a:ea typeface="微软雅黑" panose="020B0503020204020204" pitchFamily="34" charset="-122"/>
                <a:cs typeface="+mn-ea"/>
                <a:sym typeface="+mn-lt"/>
              </a:endParaRPr>
            </a:p>
          </p:txBody>
        </p:sp>
        <p:cxnSp>
          <p:nvCxnSpPr>
            <p:cNvPr id="10" name="直接连接符 9"/>
            <p:cNvCxnSpPr/>
            <p:nvPr>
              <p:custDataLst>
                <p:tags r:id="rId24"/>
              </p:custDataLst>
            </p:nvPr>
          </p:nvCxnSpPr>
          <p:spPr>
            <a:xfrm flipH="1">
              <a:off x="1978973" y="5786120"/>
              <a:ext cx="127208" cy="45720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11" name="文本框 10"/>
          <p:cNvSpPr txBox="1"/>
          <p:nvPr/>
        </p:nvSpPr>
        <p:spPr>
          <a:xfrm>
            <a:off x="208915" y="946785"/>
            <a:ext cx="11774170" cy="706755"/>
          </a:xfrm>
          <a:prstGeom prst="rect">
            <a:avLst/>
          </a:prstGeom>
          <a:noFill/>
        </p:spPr>
        <p:txBody>
          <a:bodyPr wrap="square" rtlCol="0">
            <a:spAutoFit/>
          </a:bodyPr>
          <a:lstStyle/>
          <a:p>
            <a:pPr algn="ct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任务二</a:t>
            </a:r>
            <a:r>
              <a:rPr lang="en-US" altLang="zh-CN" sz="4000" b="1" dirty="0">
                <a:latin typeface="微软雅黑" panose="020B0503020204020204" pitchFamily="34" charset="-122"/>
                <a:ea typeface="微软雅黑" panose="020B0503020204020204" pitchFamily="34" charset="-122"/>
                <a:cs typeface="微软雅黑" panose="020B0503020204020204" pitchFamily="34" charset="-122"/>
                <a:sym typeface="+mn-lt"/>
              </a:rPr>
              <a:t>    </a:t>
            </a:r>
            <a:r>
              <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rPr>
              <a:t>大模型公开数据集收集与指令数据构造</a:t>
            </a:r>
            <a:endParaRPr lang="zh-CN" altLang="en-US" sz="4000" b="1" dirty="0">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1"/>
            </p:custDataLst>
          </p:nvPr>
        </p:nvSpPr>
        <p:spPr>
          <a:xfrm>
            <a:off x="1278000" y="792000"/>
            <a:ext cx="4998745" cy="583565"/>
          </a:xfrm>
          <a:prstGeom prst="rect">
            <a:avLst/>
          </a:prstGeom>
          <a:noFill/>
        </p:spPr>
        <p:txBody>
          <a:bodyPr vert="horz" wrap="square" lIns="91440" tIns="45720" rIns="91440" bIns="45720" rtlCol="0" anchor="t" anchorCtr="0">
            <a:spAutoFit/>
            <a:scene3d>
              <a:camera prst="orthographicFront"/>
              <a:lightRig rig="threePt" dir="t"/>
            </a:scene3d>
            <a:sp3d contourW="12700"/>
          </a:bodyPr>
          <a:lstStyle>
            <a:defPPr>
              <a:defRPr lang="en-US"/>
            </a:defPPr>
            <a:lvl1pPr algn="ctr">
              <a:defRPr sz="3200">
                <a:gradFill>
                  <a:gsLst>
                    <a:gs pos="0">
                      <a:schemeClr val="tx1">
                        <a:lumMod val="50000"/>
                        <a:lumOff val="50000"/>
                      </a:schemeClr>
                    </a:gs>
                    <a:gs pos="100000">
                      <a:schemeClr val="tx1">
                        <a:lumMod val="85000"/>
                        <a:lumOff val="15000"/>
                      </a:schemeClr>
                    </a:gs>
                  </a:gsLst>
                  <a:lin ang="5400000" scaled="1"/>
                </a:gradFill>
              </a:defRPr>
            </a:lvl1pPr>
          </a:lstStyle>
          <a:p>
            <a:pPr lvl="0" algn="l">
              <a:buClrTx/>
              <a:buSzTx/>
              <a:buFontTx/>
            </a:pPr>
            <a:r>
              <a:rPr lang="zh-CN" b="1" dirty="0" smtClean="0">
                <a:solidFill>
                  <a:srgbClr val="0064D2"/>
                </a:solidFill>
                <a:latin typeface="微软雅黑" panose="020B0503020204020204" pitchFamily="34" charset="-122"/>
                <a:ea typeface="微软雅黑" panose="020B0503020204020204" pitchFamily="34" charset="-122"/>
                <a:sym typeface="+mn-ea"/>
              </a:rPr>
              <a:t>任务</a:t>
            </a:r>
            <a:r>
              <a:rPr lang="zh-CN" altLang="en-US" b="1" dirty="0" smtClean="0">
                <a:solidFill>
                  <a:srgbClr val="0064D2"/>
                </a:solidFill>
                <a:latin typeface="微软雅黑" panose="020B0503020204020204" pitchFamily="34" charset="-122"/>
                <a:ea typeface="微软雅黑" panose="020B0503020204020204" pitchFamily="34" charset="-122"/>
                <a:sym typeface="+mn-ea"/>
              </a:rPr>
              <a:t>拓展</a:t>
            </a:r>
            <a:endParaRPr lang="zh-CN" b="1" dirty="0">
              <a:solidFill>
                <a:srgbClr val="0064D2"/>
              </a:solidFill>
              <a:latin typeface="微软雅黑" panose="020B0503020204020204" pitchFamily="34" charset="-122"/>
              <a:ea typeface="微软雅黑" panose="020B0503020204020204" pitchFamily="34" charset="-122"/>
              <a:sym typeface="+mn-ea"/>
            </a:endParaRPr>
          </a:p>
        </p:txBody>
      </p:sp>
      <p:sp>
        <p:nvSpPr>
          <p:cNvPr id="38" name="文本框 37"/>
          <p:cNvSpPr txBox="1"/>
          <p:nvPr/>
        </p:nvSpPr>
        <p:spPr>
          <a:xfrm>
            <a:off x="0" y="792000"/>
            <a:ext cx="907415" cy="583565"/>
          </a:xfrm>
          <a:prstGeom prst="rect">
            <a:avLst/>
          </a:prstGeom>
          <a:noFill/>
        </p:spPr>
        <p:txBody>
          <a:bodyPr wrap="square" rtlCol="0">
            <a:spAutoFit/>
            <a:scene3d>
              <a:camera prst="orthographicFront"/>
              <a:lightRig rig="threePt" dir="t"/>
            </a:scene3d>
            <a:sp3d contourW="12700"/>
          </a:bodyPr>
          <a:lstStyle/>
          <a:p>
            <a:pPr algn="ctr"/>
            <a:r>
              <a:rPr lang="en-US" altLang="zh-CN" sz="3200" dirty="0" smtClean="0">
                <a:solidFill>
                  <a:srgbClr val="3F396C"/>
                </a:solidFill>
                <a:latin typeface="思源宋体" panose="02020700000000000000" charset="-122"/>
                <a:ea typeface="思源宋体" panose="02020700000000000000" charset="-122"/>
              </a:rPr>
              <a:t>06</a:t>
            </a:r>
            <a:endParaRPr lang="en-US" altLang="zh-CN" sz="3200" dirty="0">
              <a:solidFill>
                <a:srgbClr val="3F396C"/>
              </a:solidFill>
              <a:latin typeface="思源宋体" panose="02020700000000000000" charset="-122"/>
              <a:ea typeface="思源宋体" panose="02020700000000000000" charset="-122"/>
            </a:endParaRPr>
          </a:p>
        </p:txBody>
      </p:sp>
      <p:sp>
        <p:nvSpPr>
          <p:cNvPr id="5" name="矩形 4"/>
          <p:cNvSpPr/>
          <p:nvPr/>
        </p:nvSpPr>
        <p:spPr>
          <a:xfrm>
            <a:off x="1652270" y="1375410"/>
            <a:ext cx="7481570" cy="2309495"/>
          </a:xfrm>
          <a:prstGeom prst="rect">
            <a:avLst/>
          </a:prstGeom>
        </p:spPr>
        <p:txBody>
          <a:bodyPr wrap="square">
            <a:noAutofit/>
          </a:bodyPr>
          <a:lstStyle/>
          <a:p>
            <a:pPr indent="457200" algn="l" fontAlgn="auto">
              <a:lnSpc>
                <a:spcPct val="150000"/>
              </a:lnSpc>
              <a:buSzPct val="25000"/>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数据获取：提取</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firefly.jsonl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中</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NER</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前</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100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条保存为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ner_100.json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Qwen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生成</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3</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组问答保存为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qwen_data.json</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。数据清洗：合并去重，过滤</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output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长度</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&lt;10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或</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&gt;500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的条目，统一字段命名。格式转换：转为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JSONL</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保存为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final_dataset.jsonl</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10" name="矩形: 圆角 4"/>
          <p:cNvSpPr/>
          <p:nvPr>
            <p:custDataLst>
              <p:tags r:id="rId2"/>
            </p:custDataLst>
          </p:nvPr>
        </p:nvSpPr>
        <p:spPr>
          <a:xfrm rot="20700000">
            <a:off x="2093869" y="4066512"/>
            <a:ext cx="480695" cy="255270"/>
          </a:xfrm>
          <a:prstGeom prst="roundRect">
            <a:avLst>
              <a:gd name="adj" fmla="val 50000"/>
            </a:avLst>
          </a:prstGeom>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p>
        </p:txBody>
      </p:sp>
      <p:sp>
        <p:nvSpPr>
          <p:cNvPr id="13" name="文本框 12"/>
          <p:cNvSpPr txBox="1"/>
          <p:nvPr>
            <p:custDataLst>
              <p:tags r:id="rId3"/>
            </p:custDataLst>
          </p:nvPr>
        </p:nvSpPr>
        <p:spPr>
          <a:xfrm>
            <a:off x="3348000" y="3924935"/>
            <a:ext cx="5789295" cy="2376170"/>
          </a:xfrm>
          <a:prstGeom prst="rect">
            <a:avLst/>
          </a:prstGeom>
          <a:noFill/>
        </p:spPr>
        <p:txBody>
          <a:bodyPr wrap="square" lIns="91440" tIns="45720" rIns="91440" bIns="45720" rtlCol="0"/>
          <a:lstStyle/>
          <a:p>
            <a:pPr indent="457200" algn="l" fontAlgn="auto">
              <a:lnSpc>
                <a:spcPct val="150000"/>
              </a:lnSpc>
              <a:buSzPct val="25000"/>
            </a:pPr>
            <a:r>
              <a:rPr 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技能实践涵盖数据获取、整合、清洗、格式转换全流程。首先从</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firefly.jsonl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提取</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NER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数据，用</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Qwen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生成问答对；然后合并去重，过滤长度异常数据，检查字段命名；最后转换为</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JSONL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格式保存，完成数据集构建。</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2" name="组合 1"/>
          <p:cNvGrpSpPr/>
          <p:nvPr/>
        </p:nvGrpSpPr>
        <p:grpSpPr>
          <a:xfrm>
            <a:off x="669290" y="4500880"/>
            <a:ext cx="2085975" cy="1280160"/>
            <a:chOff x="1467" y="5006"/>
            <a:chExt cx="3285" cy="2016"/>
          </a:xfrm>
        </p:grpSpPr>
        <p:sp>
          <p:nvSpPr>
            <p:cNvPr id="8" name="任意多边形 216"/>
            <p:cNvSpPr/>
            <p:nvPr>
              <p:custDataLst>
                <p:tags r:id="rId4"/>
              </p:custDataLst>
            </p:nvPr>
          </p:nvSpPr>
          <p:spPr>
            <a:xfrm>
              <a:off x="1467" y="5006"/>
              <a:ext cx="2487" cy="2017"/>
            </a:xfrm>
            <a:custGeom>
              <a:avLst/>
              <a:gdLst>
                <a:gd name="connsiteX0" fmla="*/ 2197509 w 3598606"/>
                <a:gd name="connsiteY0" fmla="*/ 0 h 2772696"/>
                <a:gd name="connsiteX1" fmla="*/ 3598606 w 3598606"/>
                <a:gd name="connsiteY1" fmla="*/ 1386348 h 2772696"/>
                <a:gd name="connsiteX2" fmla="*/ 2197509 w 3598606"/>
                <a:gd name="connsiteY2" fmla="*/ 2772696 h 2772696"/>
                <a:gd name="connsiteX3" fmla="*/ 1206784 w 3598606"/>
                <a:gd name="connsiteY3" fmla="*/ 2366644 h 2772696"/>
                <a:gd name="connsiteX4" fmla="*/ 1182168 w 3598606"/>
                <a:gd name="connsiteY4" fmla="*/ 2339845 h 2772696"/>
                <a:gd name="connsiteX5" fmla="*/ 1179866 w 3598606"/>
                <a:gd name="connsiteY5" fmla="*/ 2340077 h 2772696"/>
                <a:gd name="connsiteX6" fmla="*/ 235979 w 3598606"/>
                <a:gd name="connsiteY6" fmla="*/ 2340077 h 2772696"/>
                <a:gd name="connsiteX7" fmla="*/ 0 w 3598606"/>
                <a:gd name="connsiteY7" fmla="*/ 2104098 h 2772696"/>
                <a:gd name="connsiteX8" fmla="*/ 0 w 3598606"/>
                <a:gd name="connsiteY8" fmla="*/ 934069 h 2772696"/>
                <a:gd name="connsiteX9" fmla="*/ 235979 w 3598606"/>
                <a:gd name="connsiteY9" fmla="*/ 698090 h 2772696"/>
                <a:gd name="connsiteX10" fmla="*/ 982366 w 3598606"/>
                <a:gd name="connsiteY10" fmla="*/ 698090 h 2772696"/>
                <a:gd name="connsiteX11" fmla="*/ 1035697 w 3598606"/>
                <a:gd name="connsiteY11" fmla="*/ 611228 h 2772696"/>
                <a:gd name="connsiteX12" fmla="*/ 2197509 w 3598606"/>
                <a:gd name="connsiteY12" fmla="*/ 0 h 2772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98606" h="2772696">
                  <a:moveTo>
                    <a:pt x="2197509" y="0"/>
                  </a:moveTo>
                  <a:cubicBezTo>
                    <a:pt x="2971314" y="0"/>
                    <a:pt x="3598606" y="620689"/>
                    <a:pt x="3598606" y="1386348"/>
                  </a:cubicBezTo>
                  <a:cubicBezTo>
                    <a:pt x="3598606" y="2152007"/>
                    <a:pt x="2971314" y="2772696"/>
                    <a:pt x="2197509" y="2772696"/>
                  </a:cubicBezTo>
                  <a:cubicBezTo>
                    <a:pt x="1810607" y="2772696"/>
                    <a:pt x="1460332" y="2617524"/>
                    <a:pt x="1206784" y="2366644"/>
                  </a:cubicBezTo>
                  <a:lnTo>
                    <a:pt x="1182168" y="2339845"/>
                  </a:lnTo>
                  <a:lnTo>
                    <a:pt x="1179866" y="2340077"/>
                  </a:lnTo>
                  <a:lnTo>
                    <a:pt x="235979" y="2340077"/>
                  </a:lnTo>
                  <a:cubicBezTo>
                    <a:pt x="105651" y="2340077"/>
                    <a:pt x="0" y="2234426"/>
                    <a:pt x="0" y="2104098"/>
                  </a:cubicBezTo>
                  <a:lnTo>
                    <a:pt x="0" y="934069"/>
                  </a:lnTo>
                  <a:cubicBezTo>
                    <a:pt x="0" y="803741"/>
                    <a:pt x="105651" y="698090"/>
                    <a:pt x="235979" y="698090"/>
                  </a:cubicBezTo>
                  <a:lnTo>
                    <a:pt x="982366" y="698090"/>
                  </a:lnTo>
                  <a:lnTo>
                    <a:pt x="1035697" y="611228"/>
                  </a:lnTo>
                  <a:cubicBezTo>
                    <a:pt x="1287485" y="242457"/>
                    <a:pt x="1713881" y="0"/>
                    <a:pt x="2197509" y="0"/>
                  </a:cubicBezTo>
                  <a:close/>
                </a:path>
              </a:pathLst>
            </a:custGeom>
            <a:blipFill>
              <a:blip r:embed="rId5">
                <a:extLst>
                  <a:ext uri="{28A0092B-C50C-407E-A947-70E740481C1C}">
                    <a14:useLocalDpi xmlns:a14="http://schemas.microsoft.com/office/drawing/2010/main" val="0"/>
                  </a:ext>
                </a:extLst>
              </a:blip>
              <a:stretch>
                <a:fillRect/>
              </a:stretch>
            </a:blipFill>
            <a:ln>
              <a:noFill/>
            </a:ln>
          </p:spPr>
          <p:style>
            <a:lnRef idx="2">
              <a:srgbClr val="00A5CC">
                <a:shade val="50000"/>
              </a:srgbClr>
            </a:lnRef>
            <a:fillRef idx="1">
              <a:srgbClr val="00A5CC"/>
            </a:fillRef>
            <a:effectRef idx="0">
              <a:srgbClr val="00A5CC"/>
            </a:effectRef>
            <a:fontRef idx="minor">
              <a:srgbClr val="FFFFFF"/>
            </a:fontRef>
          </p:style>
          <p:txBody>
            <a:bodyPr wrap="square" rtlCol="0" anchor="ctr">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9" name="任意多边形 30"/>
            <p:cNvSpPr/>
            <p:nvPr>
              <p:custDataLst>
                <p:tags r:id="rId6"/>
              </p:custDataLst>
            </p:nvPr>
          </p:nvSpPr>
          <p:spPr>
            <a:xfrm>
              <a:off x="1615" y="5125"/>
              <a:ext cx="2193" cy="1779"/>
            </a:xfrm>
            <a:custGeom>
              <a:avLst/>
              <a:gdLst>
                <a:gd name="connsiteX0" fmla="*/ 2197509 w 3598606"/>
                <a:gd name="connsiteY0" fmla="*/ 0 h 2772696"/>
                <a:gd name="connsiteX1" fmla="*/ 3598606 w 3598606"/>
                <a:gd name="connsiteY1" fmla="*/ 1386348 h 2772696"/>
                <a:gd name="connsiteX2" fmla="*/ 2197509 w 3598606"/>
                <a:gd name="connsiteY2" fmla="*/ 2772696 h 2772696"/>
                <a:gd name="connsiteX3" fmla="*/ 1206784 w 3598606"/>
                <a:gd name="connsiteY3" fmla="*/ 2366644 h 2772696"/>
                <a:gd name="connsiteX4" fmla="*/ 1182168 w 3598606"/>
                <a:gd name="connsiteY4" fmla="*/ 2339845 h 2772696"/>
                <a:gd name="connsiteX5" fmla="*/ 1179866 w 3598606"/>
                <a:gd name="connsiteY5" fmla="*/ 2340077 h 2772696"/>
                <a:gd name="connsiteX6" fmla="*/ 235979 w 3598606"/>
                <a:gd name="connsiteY6" fmla="*/ 2340077 h 2772696"/>
                <a:gd name="connsiteX7" fmla="*/ 0 w 3598606"/>
                <a:gd name="connsiteY7" fmla="*/ 2104098 h 2772696"/>
                <a:gd name="connsiteX8" fmla="*/ 0 w 3598606"/>
                <a:gd name="connsiteY8" fmla="*/ 934069 h 2772696"/>
                <a:gd name="connsiteX9" fmla="*/ 235979 w 3598606"/>
                <a:gd name="connsiteY9" fmla="*/ 698090 h 2772696"/>
                <a:gd name="connsiteX10" fmla="*/ 982366 w 3598606"/>
                <a:gd name="connsiteY10" fmla="*/ 698090 h 2772696"/>
                <a:gd name="connsiteX11" fmla="*/ 1035697 w 3598606"/>
                <a:gd name="connsiteY11" fmla="*/ 611228 h 2772696"/>
                <a:gd name="connsiteX12" fmla="*/ 2197509 w 3598606"/>
                <a:gd name="connsiteY12" fmla="*/ 0 h 2772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98606" h="2772696">
                  <a:moveTo>
                    <a:pt x="2197509" y="0"/>
                  </a:moveTo>
                  <a:cubicBezTo>
                    <a:pt x="2971314" y="0"/>
                    <a:pt x="3598606" y="620689"/>
                    <a:pt x="3598606" y="1386348"/>
                  </a:cubicBezTo>
                  <a:cubicBezTo>
                    <a:pt x="3598606" y="2152007"/>
                    <a:pt x="2971314" y="2772696"/>
                    <a:pt x="2197509" y="2772696"/>
                  </a:cubicBezTo>
                  <a:cubicBezTo>
                    <a:pt x="1810607" y="2772696"/>
                    <a:pt x="1460332" y="2617524"/>
                    <a:pt x="1206784" y="2366644"/>
                  </a:cubicBezTo>
                  <a:lnTo>
                    <a:pt x="1182168" y="2339845"/>
                  </a:lnTo>
                  <a:lnTo>
                    <a:pt x="1179866" y="2340077"/>
                  </a:lnTo>
                  <a:lnTo>
                    <a:pt x="235979" y="2340077"/>
                  </a:lnTo>
                  <a:cubicBezTo>
                    <a:pt x="105651" y="2340077"/>
                    <a:pt x="0" y="2234426"/>
                    <a:pt x="0" y="2104098"/>
                  </a:cubicBezTo>
                  <a:lnTo>
                    <a:pt x="0" y="934069"/>
                  </a:lnTo>
                  <a:cubicBezTo>
                    <a:pt x="0" y="803741"/>
                    <a:pt x="105651" y="698090"/>
                    <a:pt x="235979" y="698090"/>
                  </a:cubicBezTo>
                  <a:lnTo>
                    <a:pt x="982366" y="698090"/>
                  </a:lnTo>
                  <a:lnTo>
                    <a:pt x="1035697" y="611228"/>
                  </a:lnTo>
                  <a:cubicBezTo>
                    <a:pt x="1287485" y="242457"/>
                    <a:pt x="1713881" y="0"/>
                    <a:pt x="2197509" y="0"/>
                  </a:cubicBezTo>
                  <a:close/>
                </a:path>
              </a:pathLst>
            </a:custGeom>
            <a:solidFill>
              <a:srgbClr val="FFFFFF">
                <a:alpha val="90000"/>
              </a:srgbClr>
            </a:solidFill>
            <a:ln>
              <a:noFill/>
            </a:ln>
          </p:spPr>
          <p:style>
            <a:lnRef idx="2">
              <a:srgbClr val="00A5CC">
                <a:shade val="50000"/>
              </a:srgbClr>
            </a:lnRef>
            <a:fillRef idx="1">
              <a:srgbClr val="00A5CC"/>
            </a:fillRef>
            <a:effectRef idx="0">
              <a:srgbClr val="00A5CC"/>
            </a:effectRef>
            <a:fontRef idx="minor">
              <a:srgbClr val="FFFFFF"/>
            </a:fontRef>
          </p:style>
          <p:txBody>
            <a:bodyPr wrap="square" rtlCol="0" anchor="ctr">
              <a:noAutofit/>
            </a:body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圆角 27"/>
            <p:cNvSpPr/>
            <p:nvPr>
              <p:custDataLst>
                <p:tags r:id="rId7"/>
              </p:custDataLst>
            </p:nvPr>
          </p:nvSpPr>
          <p:spPr>
            <a:xfrm rot="20817892">
              <a:off x="3767" y="5140"/>
              <a:ext cx="793" cy="371"/>
            </a:xfrm>
            <a:prstGeom prst="roundRect">
              <a:avLst>
                <a:gd name="adj" fmla="val 50000"/>
              </a:avLst>
            </a:prstGeom>
            <a:solidFill>
              <a:srgbClr val="1E74AD"/>
            </a:solidFill>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solidFill>
                  <a:srgbClr val="FFFFFF"/>
                </a:solidFill>
              </a:endParaRPr>
            </a:p>
          </p:txBody>
        </p:sp>
        <p:sp>
          <p:nvSpPr>
            <p:cNvPr id="12" name="矩形: 圆角 28"/>
            <p:cNvSpPr/>
            <p:nvPr>
              <p:custDataLst>
                <p:tags r:id="rId8"/>
              </p:custDataLst>
            </p:nvPr>
          </p:nvSpPr>
          <p:spPr>
            <a:xfrm>
              <a:off x="3954" y="6217"/>
              <a:ext cx="799" cy="432"/>
            </a:xfrm>
            <a:prstGeom prst="roundRect">
              <a:avLst>
                <a:gd name="adj" fmla="val 50000"/>
              </a:avLst>
            </a:prstGeom>
            <a:solidFill>
              <a:srgbClr val="0DBBAF"/>
            </a:solidFill>
            <a:ln>
              <a:noFill/>
            </a:ln>
          </p:spPr>
          <p:style>
            <a:lnRef idx="2">
              <a:srgbClr val="00A5CC">
                <a:shade val="50000"/>
              </a:srgbClr>
            </a:lnRef>
            <a:fillRef idx="1">
              <a:srgbClr val="00A5CC"/>
            </a:fillRef>
            <a:effectRef idx="0">
              <a:srgbClr val="00A5CC"/>
            </a:effectRef>
            <a:fontRef idx="minor">
              <a:srgbClr val="FFFFFF"/>
            </a:fontRef>
          </p:style>
          <p:txBody>
            <a:bodyPr lIns="91440" tIns="45720" rIns="91440" bIns="45720" rtlCol="0" anchor="ctr"/>
            <a:lstStyle/>
            <a:p>
              <a:pPr algn="ctr"/>
              <a:endParaRPr lang="zh-CN" altLang="en-US"/>
            </a:p>
          </p:txBody>
        </p:sp>
        <p:sp>
          <p:nvSpPr>
            <p:cNvPr id="14" name="文本框 13"/>
            <p:cNvSpPr txBox="1"/>
            <p:nvPr>
              <p:custDataLst>
                <p:tags r:id="rId9"/>
              </p:custDataLst>
            </p:nvPr>
          </p:nvSpPr>
          <p:spPr>
            <a:xfrm>
              <a:off x="2242" y="5531"/>
              <a:ext cx="1244" cy="966"/>
            </a:xfrm>
            <a:prstGeom prst="rect">
              <a:avLst/>
            </a:prstGeom>
            <a:noFill/>
          </p:spPr>
          <p:txBody>
            <a:bodyPr wrap="square" rtlCol="0">
              <a:noAutofit/>
            </a:bodyPr>
            <a:lstStyle/>
            <a:p>
              <a:r>
                <a:rPr lang="zh-CN" altLang="en-US" sz="1600" b="1" spc="300" dirty="0">
                  <a:latin typeface="Arial" panose="020B0604020202020204" pitchFamily="34" charset="0"/>
                  <a:ea typeface="微软雅黑" panose="020B0503020204020204" pitchFamily="34" charset="-122"/>
                  <a:sym typeface="Arial" panose="020B0604020202020204" pitchFamily="34" charset="0"/>
                </a:rPr>
                <a:t>解题</a:t>
              </a:r>
              <a:br>
                <a:rPr lang="zh-CN" altLang="en-US" sz="1600" b="1" spc="300" dirty="0">
                  <a:latin typeface="Arial" panose="020B0604020202020204" pitchFamily="34" charset="0"/>
                  <a:ea typeface="微软雅黑" panose="020B0503020204020204" pitchFamily="34" charset="-122"/>
                  <a:sym typeface="Arial" panose="020B0604020202020204" pitchFamily="34" charset="0"/>
                </a:rPr>
              </a:br>
              <a:r>
                <a:rPr lang="zh-CN" altLang="en-US" sz="1600" b="1" spc="300" dirty="0">
                  <a:latin typeface="Arial" panose="020B0604020202020204" pitchFamily="34" charset="0"/>
                  <a:ea typeface="微软雅黑" panose="020B0503020204020204" pitchFamily="34" charset="-122"/>
                  <a:sym typeface="Arial" panose="020B0604020202020204" pitchFamily="34" charset="0"/>
                </a:rPr>
                <a:t>思路</a:t>
              </a:r>
              <a:endParaRPr lang="zh-CN" altLang="en-US" sz="1600" b="1" spc="3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5" name="组合 14"/>
          <p:cNvGrpSpPr/>
          <p:nvPr/>
        </p:nvGrpSpPr>
        <p:grpSpPr>
          <a:xfrm>
            <a:off x="9264015" y="3105150"/>
            <a:ext cx="2187575" cy="3347085"/>
            <a:chOff x="17395952" y="4962815"/>
            <a:chExt cx="1235881" cy="2128737"/>
          </a:xfrm>
        </p:grpSpPr>
        <p:pic>
          <p:nvPicPr>
            <p:cNvPr id="16" name="图片 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7395952" y="4962815"/>
              <a:ext cx="1235881" cy="2128737"/>
            </a:xfrm>
            <a:prstGeom prst="rect">
              <a:avLst/>
            </a:prstGeom>
          </p:spPr>
        </p:pic>
        <p:sp>
          <p:nvSpPr>
            <p:cNvPr id="17" name="文本框 16"/>
            <p:cNvSpPr txBox="1"/>
            <p:nvPr/>
          </p:nvSpPr>
          <p:spPr>
            <a:xfrm>
              <a:off x="17713801" y="5281459"/>
              <a:ext cx="600541" cy="371146"/>
            </a:xfrm>
            <a:prstGeom prst="rect">
              <a:avLst/>
            </a:prstGeom>
            <a:noFill/>
          </p:spPr>
          <p:txBody>
            <a:bodyPr wrap="square" rtlCol="0">
              <a:spAutoFit/>
            </a:bodyPr>
            <a:lstStyle/>
            <a:p>
              <a:r>
                <a:rPr lang="zh-CN" altLang="en-US" sz="3200" dirty="0"/>
                <a:t>提示</a:t>
              </a:r>
              <a:endParaRPr lang="zh-CN" altLang="en-US" sz="3200" dirty="0"/>
            </a:p>
          </p:txBody>
        </p:sp>
      </p:grpSp>
    </p:spTree>
    <p:custDataLst>
      <p:tags r:id="rId1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down)">
                                      <p:cBhvr>
                                        <p:cTn id="7" dur="500"/>
                                        <p:tgtEl>
                                          <p:spTgt spid="1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ipe(down)">
                                      <p:cBhvr>
                                        <p:cTn id="10" dur="500"/>
                                        <p:tgtEl>
                                          <p:spTgt spid="13"/>
                                        </p:tgtEl>
                                      </p:cBhvr>
                                    </p:animEffect>
                                  </p:childTnLst>
                                </p:cTn>
                              </p:par>
                              <p:par>
                                <p:cTn id="11" presetID="22" presetClass="entr" presetSubtype="4"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wipe(down)">
                                      <p:cBhvr>
                                        <p:cTn id="1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3" grpId="0"/>
    </p:bldLst>
  </p:timing>
</p:sld>
</file>

<file path=ppt/slides/slide7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5" name="文本框 34"/>
          <p:cNvSpPr txBox="1"/>
          <p:nvPr>
            <p:custDataLst>
              <p:tags r:id="rId2"/>
            </p:custDataLst>
          </p:nvPr>
        </p:nvSpPr>
        <p:spPr>
          <a:xfrm>
            <a:off x="2802890" y="2288540"/>
            <a:ext cx="7174865" cy="768350"/>
          </a:xfrm>
          <a:prstGeom prst="rect">
            <a:avLst/>
          </a:prstGeom>
          <a:noFill/>
        </p:spPr>
        <p:txBody>
          <a:bodyPr wrap="square" rtlCol="0">
            <a:spAutoFit/>
            <a:scene3d>
              <a:camera prst="orthographicFront"/>
              <a:lightRig rig="threePt" dir="t"/>
            </a:scene3d>
            <a:sp3d contourW="12700"/>
          </a:bodyPr>
          <a:lstStyle/>
          <a:p>
            <a:pPr algn="ctr">
              <a:buClrTx/>
              <a:buSzTx/>
              <a:buFontTx/>
            </a:pPr>
            <a:r>
              <a:rPr lang="zh-CN" altLang="zh-CN" sz="4400" b="1" dirty="0">
                <a:latin typeface="+mj-ea"/>
                <a:ea typeface="+mj-ea"/>
                <a:cs typeface="+mj-ea"/>
                <a:sym typeface="+mn-ea"/>
              </a:rPr>
              <a:t>谢谢大家学习</a:t>
            </a:r>
            <a:endParaRPr lang="zh-CN" altLang="zh-CN" sz="4400" b="1" dirty="0">
              <a:latin typeface="+mj-ea"/>
              <a:ea typeface="+mj-ea"/>
              <a:cs typeface="+mj-ea"/>
              <a:sym typeface="+mn-ea"/>
            </a:endParaRPr>
          </a:p>
        </p:txBody>
      </p:sp>
      <p:sp>
        <p:nvSpPr>
          <p:cNvPr id="2" name="矩形 1"/>
          <p:cNvSpPr/>
          <p:nvPr/>
        </p:nvSpPr>
        <p:spPr>
          <a:xfrm>
            <a:off x="3127676" y="4489933"/>
            <a:ext cx="6096000" cy="1135054"/>
          </a:xfrm>
          <a:prstGeom prst="rect">
            <a:avLst/>
          </a:prstGeom>
        </p:spPr>
        <p:txBody>
          <a:bodyPr>
            <a:spAutoFit/>
          </a:bodyPr>
          <a:lstStyle/>
          <a:p>
            <a:pPr indent="266700" algn="ctr" latinLnBrk="1">
              <a:lnSpc>
                <a:spcPct val="150000"/>
              </a:lnSpc>
              <a:spcAft>
                <a:spcPts val="0"/>
              </a:spcAft>
            </a:pPr>
            <a:r>
              <a:rPr lang="en-US" altLang="zh-CN" sz="2400" b="1" kern="100" dirty="0">
                <a:solidFill>
                  <a:srgbClr val="2F5496"/>
                </a:solidFill>
                <a:latin typeface="+mn-ea"/>
              </a:rPr>
              <a:t>The wise lead The willing follow</a:t>
            </a:r>
            <a:endParaRPr lang="zh-CN" altLang="zh-CN" sz="2400" b="1" kern="100" dirty="0">
              <a:latin typeface="+mn-ea"/>
            </a:endParaRPr>
          </a:p>
          <a:p>
            <a:pPr algn="ctr">
              <a:lnSpc>
                <a:spcPct val="150000"/>
              </a:lnSpc>
            </a:pPr>
            <a:r>
              <a:rPr lang="zh-CN" altLang="zh-CN" sz="2400" b="1" kern="100" dirty="0">
                <a:solidFill>
                  <a:srgbClr val="2F5496"/>
                </a:solidFill>
                <a:latin typeface="+mn-ea"/>
                <a:cs typeface="Times New Roman" panose="02020603050405020304" charset="0"/>
              </a:rPr>
              <a:t>让学习者与优秀者同行</a:t>
            </a:r>
            <a:endParaRPr lang="zh-CN" altLang="en-US" sz="2400" b="1" dirty="0">
              <a:latin typeface="+mn-ea"/>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31.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32.xml><?xml version="1.0" encoding="utf-8"?>
<p:tagLst xmlns:p="http://schemas.openxmlformats.org/presentationml/2006/main">
  <p:tag name="KSO_WM_FULL_TEXT_BEAUTIFY_COPY_ID" val="35"/>
</p:tagLst>
</file>

<file path=ppt/tags/tag133.xml><?xml version="1.0" encoding="utf-8"?>
<p:tagLst xmlns:p="http://schemas.openxmlformats.org/presentationml/2006/main">
  <p:tag name="KSO_WM_FULL_TEXT_BEAUTIFY_COPY_ID" val="5"/>
</p:tagLst>
</file>

<file path=ppt/tags/tag134.xml><?xml version="1.0" encoding="utf-8"?>
<p:tagLst xmlns:p="http://schemas.openxmlformats.org/presentationml/2006/main">
  <p:tag name="KSO_WM_FULL_TEXT_BEAUTIFY_COPY_ID" val="10"/>
</p:tagLst>
</file>

<file path=ppt/tags/tag135.xml><?xml version="1.0" encoding="utf-8"?>
<p:tagLst xmlns:p="http://schemas.openxmlformats.org/presentationml/2006/main">
  <p:tag name="KSO_WM_FULL_TEXT_BEAUTIFY_COPY_ID" val="150995359"/>
</p:tagLst>
</file>

<file path=ppt/tags/tag13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38.xml><?xml version="1.0" encoding="utf-8"?>
<p:tagLst xmlns:p="http://schemas.openxmlformats.org/presentationml/2006/main">
  <p:tag name="ISLIDE.PICTURE" val="#237962;"/>
  <p:tag name="ISLIDE.VECTOR" val="#431601;"/>
</p:tagLst>
</file>

<file path=ppt/tags/tag139.xml><?xml version="1.0" encoding="utf-8"?>
<p:tagLst xmlns:p="http://schemas.openxmlformats.org/presentationml/2006/main">
  <p:tag name="KSO_WM_DIAGRAM_VIRTUALLY_FRAME" val="{&quot;height&quot;:211.4951181102362,&quot;left&quot;:80.3,&quot;top&quot;:189.55929133858268,&quot;width&quot;:763.3545669291337}"/>
</p:tagLst>
</file>

<file path=ppt/tags/tag140.xml><?xml version="1.0" encoding="utf-8"?>
<p:tagLst xmlns:p="http://schemas.openxmlformats.org/presentationml/2006/main">
  <p:tag name="KSO_WM_DIAGRAM_VIRTUALLY_FRAME" val="{&quot;height&quot;:211.4951181102362,&quot;left&quot;:80.3,&quot;top&quot;:189.55929133858268,&quot;width&quot;:763.3545669291337}"/>
</p:tagLst>
</file>

<file path=ppt/tags/tag141.xml><?xml version="1.0" encoding="utf-8"?>
<p:tagLst xmlns:p="http://schemas.openxmlformats.org/presentationml/2006/main">
  <p:tag name="KSO_WM_DIAGRAM_VIRTUALLY_FRAME" val="{&quot;height&quot;:211.4951181102362,&quot;left&quot;:80.3,&quot;top&quot;:189.55929133858268,&quot;width&quot;:763.3545669291337}"/>
</p:tagLst>
</file>

<file path=ppt/tags/tag142.xml><?xml version="1.0" encoding="utf-8"?>
<p:tagLst xmlns:p="http://schemas.openxmlformats.org/presentationml/2006/main">
  <p:tag name="KSO_WM_DIAGRAM_VIRTUALLY_FRAME" val="{&quot;height&quot;:211.4951181102362,&quot;left&quot;:80.3,&quot;top&quot;:189.55929133858268,&quot;width&quot;:763.3545669291337}"/>
</p:tagLst>
</file>

<file path=ppt/tags/tag143.xml><?xml version="1.0" encoding="utf-8"?>
<p:tagLst xmlns:p="http://schemas.openxmlformats.org/presentationml/2006/main">
  <p:tag name="KSO_WM_DIAGRAM_VIRTUALLY_FRAME" val="{&quot;height&quot;:211.4951181102362,&quot;left&quot;:80.3,&quot;top&quot;:189.55929133858268,&quot;width&quot;:763.3545669291337}"/>
</p:tagLst>
</file>

<file path=ppt/tags/tag144.xml><?xml version="1.0" encoding="utf-8"?>
<p:tagLst xmlns:p="http://schemas.openxmlformats.org/presentationml/2006/main">
  <p:tag name="KSO_WM_DIAGRAM_VIRTUALLY_FRAME" val="{&quot;height&quot;:211.4951181102362,&quot;left&quot;:80.3,&quot;top&quot;:189.55929133858268,&quot;width&quot;:763.3545669291337}"/>
</p:tagLst>
</file>

<file path=ppt/tags/tag145.xml><?xml version="1.0" encoding="utf-8"?>
<p:tagLst xmlns:p="http://schemas.openxmlformats.org/presentationml/2006/main">
  <p:tag name="KSO_WM_DIAGRAM_VIRTUALLY_FRAME" val="{&quot;height&quot;:211.4951181102362,&quot;left&quot;:80.3,&quot;top&quot;:189.55929133858268,&quot;width&quot;:763.3545669291337}"/>
</p:tagLst>
</file>

<file path=ppt/tags/tag146.xml><?xml version="1.0" encoding="utf-8"?>
<p:tagLst xmlns:p="http://schemas.openxmlformats.org/presentationml/2006/main">
  <p:tag name="KSO_WM_DIAGRAM_VIRTUALLY_FRAME" val="{&quot;height&quot;:211.4951181102362,&quot;left&quot;:80.3,&quot;top&quot;:189.55929133858268,&quot;width&quot;:763.3545669291337}"/>
</p:tagLst>
</file>

<file path=ppt/tags/tag147.xml><?xml version="1.0" encoding="utf-8"?>
<p:tagLst xmlns:p="http://schemas.openxmlformats.org/presentationml/2006/main">
  <p:tag name="KSO_WM_DIAGRAM_VIRTUALLY_FRAME" val="{&quot;height&quot;:211.4951181102362,&quot;left&quot;:80.3,&quot;top&quot;:189.55929133858268,&quot;width&quot;:763.3545669291337}"/>
</p:tagLst>
</file>

<file path=ppt/tags/tag148.xml><?xml version="1.0" encoding="utf-8"?>
<p:tagLst xmlns:p="http://schemas.openxmlformats.org/presentationml/2006/main">
  <p:tag name="KSO_WM_DIAGRAM_VIRTUALLY_FRAME" val="{&quot;height&quot;:211.4951181102362,&quot;left&quot;:80.3,&quot;top&quot;:189.55929133858268,&quot;width&quot;:763.3545669291337}"/>
</p:tagLst>
</file>

<file path=ppt/tags/tag149.xml><?xml version="1.0" encoding="utf-8"?>
<p:tagLst xmlns:p="http://schemas.openxmlformats.org/presentationml/2006/main">
  <p:tag name="KSO_WM_DIAGRAM_VIRTUALLY_FRAME" val="{&quot;height&quot;:211.4951181102362,&quot;left&quot;:80.3,&quot;top&quot;:189.55929133858268,&quot;width&quot;:763.3545669291337}"/>
</p:tagLst>
</file>

<file path=ppt/tags/tag150.xml><?xml version="1.0" encoding="utf-8"?>
<p:tagLst xmlns:p="http://schemas.openxmlformats.org/presentationml/2006/main">
  <p:tag name="KSO_WM_DIAGRAM_VIRTUALLY_FRAME" val="{&quot;height&quot;:211.4951181102362,&quot;left&quot;:80.3,&quot;top&quot;:189.55929133858268,&quot;width&quot;:763.3545669291337}"/>
</p:tagLst>
</file>

<file path=ppt/tags/tag151.xml><?xml version="1.0" encoding="utf-8"?>
<p:tagLst xmlns:p="http://schemas.openxmlformats.org/presentationml/2006/main">
  <p:tag name="KSO_WM_DIAGRAM_VIRTUALLY_FRAME" val="{&quot;height&quot;:211.4951181102362,&quot;left&quot;:80.3,&quot;top&quot;:189.55929133858268,&quot;width&quot;:763.3545669291337}"/>
</p:tagLst>
</file>

<file path=ppt/tags/tag152.xml><?xml version="1.0" encoding="utf-8"?>
<p:tagLst xmlns:p="http://schemas.openxmlformats.org/presentationml/2006/main">
  <p:tag name="KSO_WM_DIAGRAM_VIRTUALLY_FRAME" val="{&quot;height&quot;:211.4951181102362,&quot;left&quot;:80.3,&quot;top&quot;:189.55929133858268,&quot;width&quot;:763.3545669291337}"/>
</p:tagLst>
</file>

<file path=ppt/tags/tag153.xml><?xml version="1.0" encoding="utf-8"?>
<p:tagLst xmlns:p="http://schemas.openxmlformats.org/presentationml/2006/main">
  <p:tag name="KSO_WM_DIAGRAM_VIRTUALLY_FRAME" val="{&quot;height&quot;:211.4951181102362,&quot;left&quot;:80.3,&quot;top&quot;:189.55929133858268,&quot;width&quot;:763.3545669291337}"/>
</p:tagLst>
</file>

<file path=ppt/tags/tag154.xml><?xml version="1.0" encoding="utf-8"?>
<p:tagLst xmlns:p="http://schemas.openxmlformats.org/presentationml/2006/main">
  <p:tag name="KSO_WM_DIAGRAM_VIRTUALLY_FRAME" val="{&quot;height&quot;:211.4951181102362,&quot;left&quot;:80.3,&quot;top&quot;:189.55929133858268,&quot;width&quot;:763.3545669291337}"/>
</p:tagLst>
</file>

<file path=ppt/tags/tag155.xml><?xml version="1.0" encoding="utf-8"?>
<p:tagLst xmlns:p="http://schemas.openxmlformats.org/presentationml/2006/main">
  <p:tag name="KSO_WM_DIAGRAM_VIRTUALLY_FRAME" val="{&quot;height&quot;:211.4951181102362,&quot;left&quot;:80.3,&quot;top&quot;:189.55929133858268,&quot;width&quot;:763.3545669291337}"/>
</p:tagLst>
</file>

<file path=ppt/tags/tag156.xml><?xml version="1.0" encoding="utf-8"?>
<p:tagLst xmlns:p="http://schemas.openxmlformats.org/presentationml/2006/main">
  <p:tag name="KSO_WM_DIAGRAM_VIRTUALLY_FRAME" val="{&quot;height&quot;:211.4951181102362,&quot;left&quot;:80.3,&quot;top&quot;:189.55929133858268,&quot;width&quot;:763.3545669291337}"/>
</p:tagLst>
</file>

<file path=ppt/tags/tag157.xml><?xml version="1.0" encoding="utf-8"?>
<p:tagLst xmlns:p="http://schemas.openxmlformats.org/presentationml/2006/main">
  <p:tag name="KSO_WM_DIAGRAM_VIRTUALLY_FRAME" val="{&quot;height&quot;:211.4951181102362,&quot;left&quot;:80.3,&quot;top&quot;:189.55929133858268,&quot;width&quot;:763.3545669291337}"/>
</p:tagLst>
</file>

<file path=ppt/tags/tag158.xml><?xml version="1.0" encoding="utf-8"?>
<p:tagLst xmlns:p="http://schemas.openxmlformats.org/presentationml/2006/main">
  <p:tag name="KSO_WM_DIAGRAM_VIRTUALLY_FRAME" val="{&quot;height&quot;:211.4951181102362,&quot;left&quot;:80.3,&quot;top&quot;:189.55929133858268,&quot;width&quot;:763.3545669291337}"/>
</p:tagLst>
</file>

<file path=ppt/tags/tag159.xml><?xml version="1.0" encoding="utf-8"?>
<p:tagLst xmlns:p="http://schemas.openxmlformats.org/presentationml/2006/main">
  <p:tag name="KSO_WM_DIAGRAM_VIRTUALLY_FRAME" val="{&quot;height&quot;:211.4951181102362,&quot;left&quot;:80.3,&quot;top&quot;:189.55929133858268,&quot;width&quot;:763.3545669291337}"/>
</p:tagLst>
</file>

<file path=ppt/tags/tag160.xml><?xml version="1.0" encoding="utf-8"?>
<p:tagLst xmlns:p="http://schemas.openxmlformats.org/presentationml/2006/main">
  <p:tag name="KSO_WM_DIAGRAM_VIRTUALLY_FRAME" val="{&quot;height&quot;:211.4951181102362,&quot;left&quot;:80.3,&quot;top&quot;:189.55929133858268,&quot;width&quot;:763.3545669291337}"/>
</p:tagLst>
</file>

<file path=ppt/tags/tag161.xml><?xml version="1.0" encoding="utf-8"?>
<p:tagLst xmlns:p="http://schemas.openxmlformats.org/presentationml/2006/main">
  <p:tag name="KSO_WM_DIAGRAM_VIRTUALLY_FRAME" val="{&quot;height&quot;:211.4951181102362,&quot;left&quot;:80.3,&quot;top&quot;:189.55929133858268,&quot;width&quot;:763.3545669291337}"/>
</p:tagLst>
</file>

<file path=ppt/tags/tag162.xml><?xml version="1.0" encoding="utf-8"?>
<p:tagLst xmlns:p="http://schemas.openxmlformats.org/presentationml/2006/main">
  <p:tag name="KSO_WM_DIAGRAM_VIRTUALLY_FRAME" val="{&quot;height&quot;:211.4951181102362,&quot;left&quot;:80.3,&quot;top&quot;:189.55929133858268,&quot;width&quot;:763.3545669291337}"/>
</p:tagLst>
</file>

<file path=ppt/tags/tag16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6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7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8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19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0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1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211.xml><?xml version="1.0" encoding="utf-8"?>
<p:tagLst xmlns:p="http://schemas.openxmlformats.org/presentationml/2006/main">
  <p:tag name="KSO_WM_DIAGRAM_VIRTUALLY_FRAME" val="{&quot;height&quot;:283.4,&quot;left&quot;:42.29937007874014,&quot;top&quot;:157.55,&quot;width&quot;:912.1340097406343}"/>
</p:tagLst>
</file>

<file path=ppt/tags/tag212.xml><?xml version="1.0" encoding="utf-8"?>
<p:tagLst xmlns:p="http://schemas.openxmlformats.org/presentationml/2006/main">
  <p:tag name="KSO_WM_DIAGRAM_VIRTUALLY_FRAME" val="{&quot;height&quot;:283.4,&quot;left&quot;:42.29937007874014,&quot;top&quot;:157.55,&quot;width&quot;:912.1340097406343}"/>
</p:tagLst>
</file>

<file path=ppt/tags/tag213.xml><?xml version="1.0" encoding="utf-8"?>
<p:tagLst xmlns:p="http://schemas.openxmlformats.org/presentationml/2006/main">
  <p:tag name="KSO_WM_DIAGRAM_VIRTUALLY_FRAME" val="{&quot;height&quot;:283.4,&quot;left&quot;:42.29937007874014,&quot;top&quot;:157.55,&quot;width&quot;:912.1340097406343}"/>
</p:tagLst>
</file>

<file path=ppt/tags/tag214.xml><?xml version="1.0" encoding="utf-8"?>
<p:tagLst xmlns:p="http://schemas.openxmlformats.org/presentationml/2006/main">
  <p:tag name="KSO_WM_DIAGRAM_VIRTUALLY_FRAME" val="{&quot;height&quot;:283.4,&quot;left&quot;:42.29937007874014,&quot;top&quot;:157.55,&quot;width&quot;:912.1340097406343}"/>
</p:tagLst>
</file>

<file path=ppt/tags/tag215.xml><?xml version="1.0" encoding="utf-8"?>
<p:tagLst xmlns:p="http://schemas.openxmlformats.org/presentationml/2006/main">
  <p:tag name="KSO_WM_DIAGRAM_VIRTUALLY_FRAME" val="{&quot;height&quot;:283.4,&quot;left&quot;:42.29937007874014,&quot;top&quot;:157.55,&quot;width&quot;:912.1340097406343}"/>
</p:tagLst>
</file>

<file path=ppt/tags/tag216.xml><?xml version="1.0" encoding="utf-8"?>
<p:tagLst xmlns:p="http://schemas.openxmlformats.org/presentationml/2006/main">
  <p:tag name="KSO_WM_DIAGRAM_VIRTUALLY_FRAME" val="{&quot;height&quot;:283.4,&quot;left&quot;:42.29937007874014,&quot;top&quot;:157.55,&quot;width&quot;:912.1340097406343}"/>
</p:tagLst>
</file>

<file path=ppt/tags/tag217.xml><?xml version="1.0" encoding="utf-8"?>
<p:tagLst xmlns:p="http://schemas.openxmlformats.org/presentationml/2006/main">
  <p:tag name="KSO_WM_DIAGRAM_VIRTUALLY_FRAME" val="{&quot;height&quot;:283.4,&quot;left&quot;:42.29937007874014,&quot;top&quot;:157.55,&quot;width&quot;:912.1340097406343}"/>
</p:tagLst>
</file>

<file path=ppt/tags/tag218.xml><?xml version="1.0" encoding="utf-8"?>
<p:tagLst xmlns:p="http://schemas.openxmlformats.org/presentationml/2006/main">
  <p:tag name="KSO_WM_DIAGRAM_VIRTUALLY_FRAME" val="{&quot;height&quot;:283.4,&quot;left&quot;:42.29937007874014,&quot;top&quot;:157.55,&quot;width&quot;:912.1340097406343}"/>
</p:tagLst>
</file>

<file path=ppt/tags/tag219.xml><?xml version="1.0" encoding="utf-8"?>
<p:tagLst xmlns:p="http://schemas.openxmlformats.org/presentationml/2006/main">
  <p:tag name="KSO_WM_DIAGRAM_VIRTUALLY_FRAME" val="{&quot;height&quot;:283.4,&quot;left&quot;:42.29937007874014,&quot;top&quot;:157.55,&quot;width&quot;:912.1340097406343}"/>
</p:tagLst>
</file>

<file path=ppt/tags/tag220.xml><?xml version="1.0" encoding="utf-8"?>
<p:tagLst xmlns:p="http://schemas.openxmlformats.org/presentationml/2006/main">
  <p:tag name="KSO_WM_DIAGRAM_VIRTUALLY_FRAME" val="{&quot;height&quot;:283.4,&quot;left&quot;:42.29937007874014,&quot;top&quot;:157.55,&quot;width&quot;:912.1340097406343}"/>
</p:tagLst>
</file>

<file path=ppt/tags/tag22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2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3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KSO_WM_BEAUTIFY_FLAG" val=""/>
</p:tagLst>
</file>

<file path=ppt/tags/tag238.xml><?xml version="1.0" encoding="utf-8"?>
<p:tagLst xmlns:p="http://schemas.openxmlformats.org/presentationml/2006/main">
  <p:tag name="KSO_WM_BEAUTIFY_FLAG" val=""/>
</p:tagLst>
</file>

<file path=ppt/tags/tag239.xml><?xml version="1.0" encoding="utf-8"?>
<p:tagLst xmlns:p="http://schemas.openxmlformats.org/presentationml/2006/main">
  <p:tag name="KSO_WM_BEAUTIFY_FLAG" val=""/>
</p:tagLst>
</file>

<file path=ppt/tags/tag240.xml><?xml version="1.0" encoding="utf-8"?>
<p:tagLst xmlns:p="http://schemas.openxmlformats.org/presentationml/2006/main">
  <p:tag name="KSO_WM_BEAUTIFY_FLAG" val=""/>
</p:tagLst>
</file>

<file path=ppt/tags/tag241.xml><?xml version="1.0" encoding="utf-8"?>
<p:tagLst xmlns:p="http://schemas.openxmlformats.org/presentationml/2006/main">
  <p:tag name="KSO_WM_DIAGRAM_VIRTUALLY_FRAME" val="{&quot;height&quot;:283.4,&quot;left&quot;:42.29937007874014,&quot;top&quot;:157.55,&quot;width&quot;:912.1340097406343}"/>
</p:tagLst>
</file>

<file path=ppt/tags/tag242.xml><?xml version="1.0" encoding="utf-8"?>
<p:tagLst xmlns:p="http://schemas.openxmlformats.org/presentationml/2006/main">
  <p:tag name="KSO_WM_DIAGRAM_VIRTUALLY_FRAME" val="{&quot;height&quot;:283.4,&quot;left&quot;:42.29937007874014,&quot;top&quot;:157.55,&quot;width&quot;:912.1340097406343}"/>
</p:tagLst>
</file>

<file path=ppt/tags/tag243.xml><?xml version="1.0" encoding="utf-8"?>
<p:tagLst xmlns:p="http://schemas.openxmlformats.org/presentationml/2006/main">
  <p:tag name="KSO_WM_DIAGRAM_VIRTUALLY_FRAME" val="{&quot;height&quot;:283.4,&quot;left&quot;:42.29937007874014,&quot;top&quot;:157.55,&quot;width&quot;:912.1340097406343}"/>
</p:tagLst>
</file>

<file path=ppt/tags/tag244.xml><?xml version="1.0" encoding="utf-8"?>
<p:tagLst xmlns:p="http://schemas.openxmlformats.org/presentationml/2006/main">
  <p:tag name="KSO_WM_DIAGRAM_VIRTUALLY_FRAME" val="{&quot;height&quot;:283.4,&quot;left&quot;:42.29937007874014,&quot;top&quot;:157.55,&quot;width&quot;:912.1340097406343}"/>
</p:tagLst>
</file>

<file path=ppt/tags/tag245.xml><?xml version="1.0" encoding="utf-8"?>
<p:tagLst xmlns:p="http://schemas.openxmlformats.org/presentationml/2006/main">
  <p:tag name="KSO_WM_DIAGRAM_VIRTUALLY_FRAME" val="{&quot;height&quot;:283.4,&quot;left&quot;:42.29937007874014,&quot;top&quot;:157.55,&quot;width&quot;:912.1340097406343}"/>
</p:tagLst>
</file>

<file path=ppt/tags/tag246.xml><?xml version="1.0" encoding="utf-8"?>
<p:tagLst xmlns:p="http://schemas.openxmlformats.org/presentationml/2006/main">
  <p:tag name="KSO_WM_DIAGRAM_VIRTUALLY_FRAME" val="{&quot;height&quot;:283.4,&quot;left&quot;:42.29937007874014,&quot;top&quot;:157.55,&quot;width&quot;:912.1340097406343}"/>
</p:tagLst>
</file>

<file path=ppt/tags/tag247.xml><?xml version="1.0" encoding="utf-8"?>
<p:tagLst xmlns:p="http://schemas.openxmlformats.org/presentationml/2006/main">
  <p:tag name="KSO_WM_DIAGRAM_VIRTUALLY_FRAME" val="{&quot;height&quot;:283.4,&quot;left&quot;:42.29937007874014,&quot;top&quot;:157.55,&quot;width&quot;:912.1340097406343}"/>
</p:tagLst>
</file>

<file path=ppt/tags/tag248.xml><?xml version="1.0" encoding="utf-8"?>
<p:tagLst xmlns:p="http://schemas.openxmlformats.org/presentationml/2006/main">
  <p:tag name="KSO_WM_DIAGRAM_VIRTUALLY_FRAME" val="{&quot;height&quot;:283.4,&quot;left&quot;:42.29937007874014,&quot;top&quot;:157.55,&quot;width&quot;:912.1340097406343}"/>
</p:tagLst>
</file>

<file path=ppt/tags/tag249.xml><?xml version="1.0" encoding="utf-8"?>
<p:tagLst xmlns:p="http://schemas.openxmlformats.org/presentationml/2006/main">
  <p:tag name="KSO_WM_DIAGRAM_VIRTUALLY_FRAME" val="{&quot;height&quot;:283.4,&quot;left&quot;:42.29937007874014,&quot;top&quot;:157.55,&quot;width&quot;:912.1340097406343}"/>
</p:tagLst>
</file>

<file path=ppt/tags/tag250.xml><?xml version="1.0" encoding="utf-8"?>
<p:tagLst xmlns:p="http://schemas.openxmlformats.org/presentationml/2006/main">
  <p:tag name="KSO_WM_DIAGRAM_VIRTUALLY_FRAME" val="{&quot;height&quot;:283.4,&quot;left&quot;:42.29937007874014,&quot;top&quot;:157.55,&quot;width&quot;:912.1340097406343}"/>
</p:tagLst>
</file>

<file path=ppt/tags/tag25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7.xml><?xml version="1.0" encoding="utf-8"?>
<p:tagLst xmlns:p="http://schemas.openxmlformats.org/presentationml/2006/main">
  <p:tag name="KSO_WM_BEAUTIFY_FLAG" val=""/>
</p:tagLst>
</file>

<file path=ppt/tags/tag25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5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6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61.xml><?xml version="1.0" encoding="utf-8"?>
<p:tagLst xmlns:p="http://schemas.openxmlformats.org/presentationml/2006/main">
  <p:tag name="KSO_WM_BEAUTIFY_FLAG" val=""/>
</p:tagLst>
</file>

<file path=ppt/tags/tag262.xml><?xml version="1.0" encoding="utf-8"?>
<p:tagLst xmlns:p="http://schemas.openxmlformats.org/presentationml/2006/main">
  <p:tag name="KSO_WM_BEAUTIFY_FLAG" val=""/>
</p:tagLst>
</file>

<file path=ppt/tags/tag263.xml><?xml version="1.0" encoding="utf-8"?>
<p:tagLst xmlns:p="http://schemas.openxmlformats.org/presentationml/2006/main">
  <p:tag name="KSO_WM_BEAUTIFY_FLAG" val=""/>
</p:tagLst>
</file>

<file path=ppt/tags/tag264.xml><?xml version="1.0" encoding="utf-8"?>
<p:tagLst xmlns:p="http://schemas.openxmlformats.org/presentationml/2006/main">
  <p:tag name="KSO_WM_BEAUTIFY_FLAG" val=""/>
</p:tagLst>
</file>

<file path=ppt/tags/tag265.xml><?xml version="1.0" encoding="utf-8"?>
<p:tagLst xmlns:p="http://schemas.openxmlformats.org/presentationml/2006/main">
  <p:tag name="KSO_WM_BEAUTIFY_FLAG" val=""/>
</p:tagLst>
</file>

<file path=ppt/tags/tag266.xml><?xml version="1.0" encoding="utf-8"?>
<p:tagLst xmlns:p="http://schemas.openxmlformats.org/presentationml/2006/main">
  <p:tag name="KSO_WM_BEAUTIFY_FLAG" val=""/>
</p:tagLst>
</file>

<file path=ppt/tags/tag267.xml><?xml version="1.0" encoding="utf-8"?>
<p:tagLst xmlns:p="http://schemas.openxmlformats.org/presentationml/2006/main">
  <p:tag name="KSO_WM_BEAUTIFY_FLAG" val=""/>
</p:tagLst>
</file>

<file path=ppt/tags/tag268.xml><?xml version="1.0" encoding="utf-8"?>
<p:tagLst xmlns:p="http://schemas.openxmlformats.org/presentationml/2006/main">
  <p:tag name="KSO_WM_BEAUTIFY_FLAG" val=""/>
</p:tagLst>
</file>

<file path=ppt/tags/tag269.xml><?xml version="1.0" encoding="utf-8"?>
<p:tagLst xmlns:p="http://schemas.openxmlformats.org/presentationml/2006/main">
  <p:tag name="KSO_WM_BEAUTIFY_FLAG" val=""/>
</p:tagLst>
</file>

<file path=ppt/tags/tag270.xml><?xml version="1.0" encoding="utf-8"?>
<p:tagLst xmlns:p="http://schemas.openxmlformats.org/presentationml/2006/main">
  <p:tag name="KSO_WM_BEAUTIFY_FLAG" val=""/>
</p:tagLst>
</file>

<file path=ppt/tags/tag271.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72.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273.xml><?xml version="1.0" encoding="utf-8"?>
<p:tagLst xmlns:p="http://schemas.openxmlformats.org/presentationml/2006/main">
  <p:tag name="KSO_WM_BEAUTIFY_FLAG" val=""/>
</p:tagLst>
</file>

<file path=ppt/tags/tag274.xml><?xml version="1.0" encoding="utf-8"?>
<p:tagLst xmlns:p="http://schemas.openxmlformats.org/presentationml/2006/main">
  <p:tag name="KSO_WM_DIAGRAM_VIRTUALLY_FRAME" val="{&quot;height&quot;:283.4,&quot;left&quot;:42.29937007874014,&quot;top&quot;:157.55,&quot;width&quot;:912.1340097406343}"/>
</p:tagLst>
</file>

<file path=ppt/tags/tag275.xml><?xml version="1.0" encoding="utf-8"?>
<p:tagLst xmlns:p="http://schemas.openxmlformats.org/presentationml/2006/main">
  <p:tag name="KSO_WM_DIAGRAM_VIRTUALLY_FRAME" val="{&quot;height&quot;:283.4,&quot;left&quot;:42.29937007874014,&quot;top&quot;:157.55,&quot;width&quot;:912.1340097406343}"/>
</p:tagLst>
</file>

<file path=ppt/tags/tag276.xml><?xml version="1.0" encoding="utf-8"?>
<p:tagLst xmlns:p="http://schemas.openxmlformats.org/presentationml/2006/main">
  <p:tag name="KSO_WM_DIAGRAM_VIRTUALLY_FRAME" val="{&quot;height&quot;:283.4,&quot;left&quot;:42.29937007874014,&quot;top&quot;:157.55,&quot;width&quot;:912.1340097406343}"/>
</p:tagLst>
</file>

<file path=ppt/tags/tag277.xml><?xml version="1.0" encoding="utf-8"?>
<p:tagLst xmlns:p="http://schemas.openxmlformats.org/presentationml/2006/main">
  <p:tag name="KSO_WM_DIAGRAM_VIRTUALLY_FRAME" val="{&quot;height&quot;:283.4,&quot;left&quot;:42.29937007874014,&quot;top&quot;:157.55,&quot;width&quot;:912.1340097406343}"/>
</p:tagLst>
</file>

<file path=ppt/tags/tag278.xml><?xml version="1.0" encoding="utf-8"?>
<p:tagLst xmlns:p="http://schemas.openxmlformats.org/presentationml/2006/main">
  <p:tag name="KSO_WM_DIAGRAM_VIRTUALLY_FRAME" val="{&quot;height&quot;:283.4,&quot;left&quot;:42.29937007874014,&quot;top&quot;:157.55,&quot;width&quot;:912.1340097406343}"/>
</p:tagLst>
</file>

<file path=ppt/tags/tag279.xml><?xml version="1.0" encoding="utf-8"?>
<p:tagLst xmlns:p="http://schemas.openxmlformats.org/presentationml/2006/main">
  <p:tag name="KSO_WM_DIAGRAM_VIRTUALLY_FRAME" val="{&quot;height&quot;:283.4,&quot;left&quot;:42.29937007874014,&quot;top&quot;:157.55,&quot;width&quot;:912.1340097406343}"/>
</p:tagLst>
</file>

<file path=ppt/tags/tag280.xml><?xml version="1.0" encoding="utf-8"?>
<p:tagLst xmlns:p="http://schemas.openxmlformats.org/presentationml/2006/main">
  <p:tag name="KSO_WM_DIAGRAM_VIRTUALLY_FRAME" val="{&quot;height&quot;:283.4,&quot;left&quot;:42.29937007874014,&quot;top&quot;:157.55,&quot;width&quot;:912.1340097406343}"/>
</p:tagLst>
</file>

<file path=ppt/tags/tag281.xml><?xml version="1.0" encoding="utf-8"?>
<p:tagLst xmlns:p="http://schemas.openxmlformats.org/presentationml/2006/main">
  <p:tag name="KSO_WM_DIAGRAM_VIRTUALLY_FRAME" val="{&quot;height&quot;:283.4,&quot;left&quot;:42.29937007874014,&quot;top&quot;:157.55,&quot;width&quot;:912.1340097406343}"/>
</p:tagLst>
</file>

<file path=ppt/tags/tag282.xml><?xml version="1.0" encoding="utf-8"?>
<p:tagLst xmlns:p="http://schemas.openxmlformats.org/presentationml/2006/main">
  <p:tag name="KSO_WM_DIAGRAM_VIRTUALLY_FRAME" val="{&quot;height&quot;:283.4,&quot;left&quot;:42.29937007874014,&quot;top&quot;:157.55,&quot;width&quot;:912.1340097406343}"/>
</p:tagLst>
</file>

<file path=ppt/tags/tag283.xml><?xml version="1.0" encoding="utf-8"?>
<p:tagLst xmlns:p="http://schemas.openxmlformats.org/presentationml/2006/main">
  <p:tag name="KSO_WM_DIAGRAM_VIRTUALLY_FRAME" val="{&quot;height&quot;:283.4,&quot;left&quot;:42.29937007874014,&quot;top&quot;:157.55,&quot;width&quot;:912.1340097406343}"/>
</p:tagLst>
</file>

<file path=ppt/tags/tag28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8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8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8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8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8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90.xml><?xml version="1.0" encoding="utf-8"?>
<p:tagLst xmlns:p="http://schemas.openxmlformats.org/presentationml/2006/main">
  <p:tag name="KSO_WM_BEAUTIFY_FLAG" val=""/>
</p:tagLst>
</file>

<file path=ppt/tags/tag29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9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9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294.xml><?xml version="1.0" encoding="utf-8"?>
<p:tagLst xmlns:p="http://schemas.openxmlformats.org/presentationml/2006/main">
  <p:tag name="KSO_WM_BEAUTIFY_FLAG" val=""/>
</p:tagLst>
</file>

<file path=ppt/tags/tag295.xml><?xml version="1.0" encoding="utf-8"?>
<p:tagLst xmlns:p="http://schemas.openxmlformats.org/presentationml/2006/main">
  <p:tag name="KSO_WM_BEAUTIFY_FLAG" val=""/>
</p:tagLst>
</file>

<file path=ppt/tags/tag296.xml><?xml version="1.0" encoding="utf-8"?>
<p:tagLst xmlns:p="http://schemas.openxmlformats.org/presentationml/2006/main">
  <p:tag name="KSO_WM_BEAUTIFY_FLAG" val=""/>
</p:tagLst>
</file>

<file path=ppt/tags/tag297.xml><?xml version="1.0" encoding="utf-8"?>
<p:tagLst xmlns:p="http://schemas.openxmlformats.org/presentationml/2006/main">
  <p:tag name="KSO_WM_BEAUTIFY_FLAG" val=""/>
</p:tagLst>
</file>

<file path=ppt/tags/tag298.xml><?xml version="1.0" encoding="utf-8"?>
<p:tagLst xmlns:p="http://schemas.openxmlformats.org/presentationml/2006/main">
  <p:tag name="KSO_WM_BEAUTIFY_FLAG" val=""/>
</p:tagLst>
</file>

<file path=ppt/tags/tag299.xml><?xml version="1.0" encoding="utf-8"?>
<p:tagLst xmlns:p="http://schemas.openxmlformats.org/presentationml/2006/main">
  <p:tag name="KSO_WM_BEAUTIFY_FLAG" val=""/>
</p:tagLst>
</file>

<file path=ppt/tags/tag300.xml><?xml version="1.0" encoding="utf-8"?>
<p:tagLst xmlns:p="http://schemas.openxmlformats.org/presentationml/2006/main">
  <p:tag name="KSO_WM_BEAUTIFY_FLAG" val=""/>
</p:tagLst>
</file>

<file path=ppt/tags/tag301.xml><?xml version="1.0" encoding="utf-8"?>
<p:tagLst xmlns:p="http://schemas.openxmlformats.org/presentationml/2006/main">
  <p:tag name="KSO_WM_BEAUTIFY_FLAG" val=""/>
</p:tagLst>
</file>

<file path=ppt/tags/tag302.xml><?xml version="1.0" encoding="utf-8"?>
<p:tagLst xmlns:p="http://schemas.openxmlformats.org/presentationml/2006/main">
  <p:tag name="KSO_WM_BEAUTIFY_FLAG" val=""/>
</p:tagLst>
</file>

<file path=ppt/tags/tag303.xml><?xml version="1.0" encoding="utf-8"?>
<p:tagLst xmlns:p="http://schemas.openxmlformats.org/presentationml/2006/main">
  <p:tag name="KSO_WM_BEAUTIFY_FLAG" val=""/>
</p:tagLst>
</file>

<file path=ppt/tags/tag304.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05.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06.xml><?xml version="1.0" encoding="utf-8"?>
<p:tagLst xmlns:p="http://schemas.openxmlformats.org/presentationml/2006/main">
  <p:tag name="KSO_WM_BEAUTIFY_FLAG" val=""/>
</p:tagLst>
</file>

<file path=ppt/tags/tag307.xml><?xml version="1.0" encoding="utf-8"?>
<p:tagLst xmlns:p="http://schemas.openxmlformats.org/presentationml/2006/main">
  <p:tag name="KSO_WM_DIAGRAM_VIRTUALLY_FRAME" val="{&quot;height&quot;:283.4,&quot;left&quot;:42.29937007874014,&quot;top&quot;:157.55,&quot;width&quot;:912.1340097406343}"/>
</p:tagLst>
</file>

<file path=ppt/tags/tag308.xml><?xml version="1.0" encoding="utf-8"?>
<p:tagLst xmlns:p="http://schemas.openxmlformats.org/presentationml/2006/main">
  <p:tag name="KSO_WM_DIAGRAM_VIRTUALLY_FRAME" val="{&quot;height&quot;:283.4,&quot;left&quot;:42.29937007874014,&quot;top&quot;:157.55,&quot;width&quot;:912.1340097406343}"/>
</p:tagLst>
</file>

<file path=ppt/tags/tag309.xml><?xml version="1.0" encoding="utf-8"?>
<p:tagLst xmlns:p="http://schemas.openxmlformats.org/presentationml/2006/main">
  <p:tag name="KSO_WM_DIAGRAM_VIRTUALLY_FRAME" val="{&quot;height&quot;:283.4,&quot;left&quot;:42.29937007874014,&quot;top&quot;:157.55,&quot;width&quot;:912.1340097406343}"/>
</p:tagLst>
</file>

<file path=ppt/tags/tag310.xml><?xml version="1.0" encoding="utf-8"?>
<p:tagLst xmlns:p="http://schemas.openxmlformats.org/presentationml/2006/main">
  <p:tag name="KSO_WM_DIAGRAM_VIRTUALLY_FRAME" val="{&quot;height&quot;:283.4,&quot;left&quot;:42.29937007874014,&quot;top&quot;:157.55,&quot;width&quot;:912.1340097406343}"/>
</p:tagLst>
</file>

<file path=ppt/tags/tag311.xml><?xml version="1.0" encoding="utf-8"?>
<p:tagLst xmlns:p="http://schemas.openxmlformats.org/presentationml/2006/main">
  <p:tag name="KSO_WM_DIAGRAM_VIRTUALLY_FRAME" val="{&quot;height&quot;:283.4,&quot;left&quot;:42.29937007874014,&quot;top&quot;:157.55,&quot;width&quot;:912.1340097406343}"/>
</p:tagLst>
</file>

<file path=ppt/tags/tag312.xml><?xml version="1.0" encoding="utf-8"?>
<p:tagLst xmlns:p="http://schemas.openxmlformats.org/presentationml/2006/main">
  <p:tag name="KSO_WM_DIAGRAM_VIRTUALLY_FRAME" val="{&quot;height&quot;:283.4,&quot;left&quot;:42.29937007874014,&quot;top&quot;:157.55,&quot;width&quot;:912.1340097406343}"/>
</p:tagLst>
</file>

<file path=ppt/tags/tag313.xml><?xml version="1.0" encoding="utf-8"?>
<p:tagLst xmlns:p="http://schemas.openxmlformats.org/presentationml/2006/main">
  <p:tag name="KSO_WM_DIAGRAM_VIRTUALLY_FRAME" val="{&quot;height&quot;:283.4,&quot;left&quot;:42.29937007874014,&quot;top&quot;:157.55,&quot;width&quot;:912.1340097406343}"/>
</p:tagLst>
</file>

<file path=ppt/tags/tag314.xml><?xml version="1.0" encoding="utf-8"?>
<p:tagLst xmlns:p="http://schemas.openxmlformats.org/presentationml/2006/main">
  <p:tag name="KSO_WM_DIAGRAM_VIRTUALLY_FRAME" val="{&quot;height&quot;:283.4,&quot;left&quot;:42.29937007874014,&quot;top&quot;:157.55,&quot;width&quot;:912.1340097406343}"/>
</p:tagLst>
</file>

<file path=ppt/tags/tag315.xml><?xml version="1.0" encoding="utf-8"?>
<p:tagLst xmlns:p="http://schemas.openxmlformats.org/presentationml/2006/main">
  <p:tag name="KSO_WM_DIAGRAM_VIRTUALLY_FRAME" val="{&quot;height&quot;:283.4,&quot;left&quot;:42.29937007874014,&quot;top&quot;:157.55,&quot;width&quot;:912.1340097406343}"/>
</p:tagLst>
</file>

<file path=ppt/tags/tag316.xml><?xml version="1.0" encoding="utf-8"?>
<p:tagLst xmlns:p="http://schemas.openxmlformats.org/presentationml/2006/main">
  <p:tag name="KSO_WM_DIAGRAM_VIRTUALLY_FRAME" val="{&quot;height&quot;:283.4,&quot;left&quot;:42.29937007874014,&quot;top&quot;:157.55,&quot;width&quot;:912.1340097406343}"/>
</p:tagLst>
</file>

<file path=ppt/tags/tag31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1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1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20.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2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2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23.xml><?xml version="1.0" encoding="utf-8"?>
<p:tagLst xmlns:p="http://schemas.openxmlformats.org/presentationml/2006/main">
  <p:tag name="KSO_WM_BEAUTIFY_FLAG" val=""/>
</p:tagLst>
</file>

<file path=ppt/tags/tag32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2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2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27.xml><?xml version="1.0" encoding="utf-8"?>
<p:tagLst xmlns:p="http://schemas.openxmlformats.org/presentationml/2006/main">
  <p:tag name="KSO_WM_BEAUTIFY_FLAG" val=""/>
</p:tagLst>
</file>

<file path=ppt/tags/tag328.xml><?xml version="1.0" encoding="utf-8"?>
<p:tagLst xmlns:p="http://schemas.openxmlformats.org/presentationml/2006/main">
  <p:tag name="KSO_WM_BEAUTIFY_FLAG" val=""/>
</p:tagLst>
</file>

<file path=ppt/tags/tag329.xml><?xml version="1.0" encoding="utf-8"?>
<p:tagLst xmlns:p="http://schemas.openxmlformats.org/presentationml/2006/main">
  <p:tag name="KSO_WM_BEAUTIFY_FLAG" val=""/>
</p:tagLst>
</file>

<file path=ppt/tags/tag330.xml><?xml version="1.0" encoding="utf-8"?>
<p:tagLst xmlns:p="http://schemas.openxmlformats.org/presentationml/2006/main">
  <p:tag name="KSO_WM_BEAUTIFY_FLAG" val=""/>
</p:tagLst>
</file>

<file path=ppt/tags/tag331.xml><?xml version="1.0" encoding="utf-8"?>
<p:tagLst xmlns:p="http://schemas.openxmlformats.org/presentationml/2006/main">
  <p:tag name="KSO_WM_BEAUTIFY_FLAG" val=""/>
</p:tagLst>
</file>

<file path=ppt/tags/tag332.xml><?xml version="1.0" encoding="utf-8"?>
<p:tagLst xmlns:p="http://schemas.openxmlformats.org/presentationml/2006/main">
  <p:tag name="KSO_WM_BEAUTIFY_FLAG" val=""/>
</p:tagLst>
</file>

<file path=ppt/tags/tag333.xml><?xml version="1.0" encoding="utf-8"?>
<p:tagLst xmlns:p="http://schemas.openxmlformats.org/presentationml/2006/main">
  <p:tag name="KSO_WM_BEAUTIFY_FLAG" val=""/>
</p:tagLst>
</file>

<file path=ppt/tags/tag334.xml><?xml version="1.0" encoding="utf-8"?>
<p:tagLst xmlns:p="http://schemas.openxmlformats.org/presentationml/2006/main">
  <p:tag name="KSO_WM_BEAUTIFY_FLAG" val=""/>
</p:tagLst>
</file>

<file path=ppt/tags/tag335.xml><?xml version="1.0" encoding="utf-8"?>
<p:tagLst xmlns:p="http://schemas.openxmlformats.org/presentationml/2006/main">
  <p:tag name="KSO_WM_BEAUTIFY_FLAG" val=""/>
</p:tagLst>
</file>

<file path=ppt/tags/tag336.xml><?xml version="1.0" encoding="utf-8"?>
<p:tagLst xmlns:p="http://schemas.openxmlformats.org/presentationml/2006/main">
  <p:tag name="KSO_WM_BEAUTIFY_FLAG" val=""/>
</p:tagLst>
</file>

<file path=ppt/tags/tag337.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38.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m_h_i"/>
  <p:tag name="KSO_WM_UNIT_INDEX" val="1_1_1"/>
  <p:tag name="KSO_WM_UNIT_ID" val="diagram726_1*m_h_i*1_1_1"/>
  <p:tag name="KSO_WM_TEMPLATE_CATEGORY" val="diagram"/>
  <p:tag name="KSO_WM_TEMPLATE_INDEX" val="726"/>
  <p:tag name="KSO_WM_UNIT_LAYERLEVEL" val="1_1_1"/>
  <p:tag name="KSO_WM_TAG_VERSION" val="1.0"/>
  <p:tag name="KSO_WM_BEAUTIFY_FLAG" val=""/>
  <p:tag name="KSO_WM_DIAGRAM_GROUP_CODE" val="m1-1"/>
  <p:tag name="KSO_WM_UNIT_FILL_FORE_SCHEMECOLOR_INDEX" val="5"/>
  <p:tag name="KSO_WM_UNIT_FILL_TYPE" val="1"/>
  <p:tag name="KSO_WM_UNIT_TEXT_FILL_FORE_SCHEMECOLOR_INDEX" val="2"/>
  <p:tag name="KSO_WM_UNIT_TEXT_FILL_TYPE" val="1"/>
  <p:tag name="KSO_WM_UNIT_DIAGRAM_SCHEMECOLOR_ID" val="1"/>
  <p:tag name="KSO_WM_UNIT_USESOURCEFORMAT_APPLY" val="1"/>
</p:tagLst>
</file>

<file path=ppt/tags/tag339.xml><?xml version="1.0" encoding="utf-8"?>
<p:tagLst xmlns:p="http://schemas.openxmlformats.org/presentationml/2006/main">
  <p:tag name="KSO_WM_BEAUTIFY_FLAG" val=""/>
</p:tagLst>
</file>

<file path=ppt/tags/tag34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4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4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4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4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4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4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4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4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4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5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5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5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5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5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5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5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5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5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5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6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6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6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6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364.xml><?xml version="1.0" encoding="utf-8"?>
<p:tagLst xmlns:p="http://schemas.openxmlformats.org/presentationml/2006/main">
  <p:tag name="KSO_WM_DIAGRAM_VIRTUALLY_FRAME" val="{&quot;height&quot;:283.4,&quot;left&quot;:42.29937007874014,&quot;top&quot;:157.55,&quot;width&quot;:912.1340097406343}"/>
</p:tagLst>
</file>

<file path=ppt/tags/tag365.xml><?xml version="1.0" encoding="utf-8"?>
<p:tagLst xmlns:p="http://schemas.openxmlformats.org/presentationml/2006/main">
  <p:tag name="KSO_WM_DIAGRAM_VIRTUALLY_FRAME" val="{&quot;height&quot;:283.4,&quot;left&quot;:42.29937007874014,&quot;top&quot;:157.55,&quot;width&quot;:912.1340097406343}"/>
</p:tagLst>
</file>

<file path=ppt/tags/tag366.xml><?xml version="1.0" encoding="utf-8"?>
<p:tagLst xmlns:p="http://schemas.openxmlformats.org/presentationml/2006/main">
  <p:tag name="KSO_WM_DIAGRAM_VIRTUALLY_FRAME" val="{&quot;height&quot;:283.4,&quot;left&quot;:42.29937007874014,&quot;top&quot;:157.55,&quot;width&quot;:912.1340097406343}"/>
</p:tagLst>
</file>

<file path=ppt/tags/tag367.xml><?xml version="1.0" encoding="utf-8"?>
<p:tagLst xmlns:p="http://schemas.openxmlformats.org/presentationml/2006/main">
  <p:tag name="KSO_WM_DIAGRAM_VIRTUALLY_FRAME" val="{&quot;height&quot;:283.4,&quot;left&quot;:42.29937007874014,&quot;top&quot;:157.55,&quot;width&quot;:912.1340097406343}"/>
</p:tagLst>
</file>

<file path=ppt/tags/tag368.xml><?xml version="1.0" encoding="utf-8"?>
<p:tagLst xmlns:p="http://schemas.openxmlformats.org/presentationml/2006/main">
  <p:tag name="KSO_WM_DIAGRAM_VIRTUALLY_FRAME" val="{&quot;height&quot;:283.4,&quot;left&quot;:42.29937007874014,&quot;top&quot;:157.55,&quot;width&quot;:912.1340097406343}"/>
</p:tagLst>
</file>

<file path=ppt/tags/tag369.xml><?xml version="1.0" encoding="utf-8"?>
<p:tagLst xmlns:p="http://schemas.openxmlformats.org/presentationml/2006/main">
  <p:tag name="KSO_WM_DIAGRAM_VIRTUALLY_FRAME" val="{&quot;height&quot;:283.4,&quot;left&quot;:42.29937007874014,&quot;top&quot;:157.55,&quot;width&quot;:912.1340097406343}"/>
</p:tagLst>
</file>

<file path=ppt/tags/tag370.xml><?xml version="1.0" encoding="utf-8"?>
<p:tagLst xmlns:p="http://schemas.openxmlformats.org/presentationml/2006/main">
  <p:tag name="KSO_WM_DIAGRAM_VIRTUALLY_FRAME" val="{&quot;height&quot;:283.4,&quot;left&quot;:42.29937007874014,&quot;top&quot;:157.55,&quot;width&quot;:912.1340097406343}"/>
</p:tagLst>
</file>

<file path=ppt/tags/tag371.xml><?xml version="1.0" encoding="utf-8"?>
<p:tagLst xmlns:p="http://schemas.openxmlformats.org/presentationml/2006/main">
  <p:tag name="KSO_WM_DIAGRAM_VIRTUALLY_FRAME" val="{&quot;height&quot;:283.4,&quot;left&quot;:42.29937007874014,&quot;top&quot;:157.55,&quot;width&quot;:912.1340097406343}"/>
</p:tagLst>
</file>

<file path=ppt/tags/tag372.xml><?xml version="1.0" encoding="utf-8"?>
<p:tagLst xmlns:p="http://schemas.openxmlformats.org/presentationml/2006/main">
  <p:tag name="KSO_WM_DIAGRAM_VIRTUALLY_FRAME" val="{&quot;height&quot;:283.4,&quot;left&quot;:42.29937007874014,&quot;top&quot;:157.55,&quot;width&quot;:912.1340097406343}"/>
</p:tagLst>
</file>

<file path=ppt/tags/tag373.xml><?xml version="1.0" encoding="utf-8"?>
<p:tagLst xmlns:p="http://schemas.openxmlformats.org/presentationml/2006/main">
  <p:tag name="KSO_WM_DIAGRAM_VIRTUALLY_FRAME" val="{&quot;height&quot;:283.4,&quot;left&quot;:42.29937007874014,&quot;top&quot;:157.55,&quot;width&quot;:912.1340097406343}"/>
</p:tagLst>
</file>

<file path=ppt/tags/tag37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7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80.xml><?xml version="1.0" encoding="utf-8"?>
<p:tagLst xmlns:p="http://schemas.openxmlformats.org/presentationml/2006/main">
  <p:tag name="KSO_WM_BEAUTIFY_FLAG" val=""/>
</p:tagLst>
</file>

<file path=ppt/tags/tag38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8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8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84.xml><?xml version="1.0" encoding="utf-8"?>
<p:tagLst xmlns:p="http://schemas.openxmlformats.org/presentationml/2006/main">
  <p:tag name="KSO_WM_DIAGRAM_VIRTUALLY_FRAME" val="{&quot;height&quot;:283.4,&quot;left&quot;:42.29937007874014,&quot;top&quot;:157.55,&quot;width&quot;:912.1340097406343}"/>
</p:tagLst>
</file>

<file path=ppt/tags/tag385.xml><?xml version="1.0" encoding="utf-8"?>
<p:tagLst xmlns:p="http://schemas.openxmlformats.org/presentationml/2006/main">
  <p:tag name="KSO_WM_DIAGRAM_VIRTUALLY_FRAME" val="{&quot;height&quot;:283.4,&quot;left&quot;:42.29937007874014,&quot;top&quot;:157.55,&quot;width&quot;:912.1340097406343}"/>
</p:tagLst>
</file>

<file path=ppt/tags/tag386.xml><?xml version="1.0" encoding="utf-8"?>
<p:tagLst xmlns:p="http://schemas.openxmlformats.org/presentationml/2006/main">
  <p:tag name="KSO_WM_DIAGRAM_VIRTUALLY_FRAME" val="{&quot;height&quot;:283.4,&quot;left&quot;:42.29937007874014,&quot;top&quot;:157.55,&quot;width&quot;:912.1340097406343}"/>
</p:tagLst>
</file>

<file path=ppt/tags/tag387.xml><?xml version="1.0" encoding="utf-8"?>
<p:tagLst xmlns:p="http://schemas.openxmlformats.org/presentationml/2006/main">
  <p:tag name="KSO_WM_DIAGRAM_VIRTUALLY_FRAME" val="{&quot;height&quot;:283.4,&quot;left&quot;:42.29937007874014,&quot;top&quot;:157.55,&quot;width&quot;:912.1340097406343}"/>
</p:tagLst>
</file>

<file path=ppt/tags/tag388.xml><?xml version="1.0" encoding="utf-8"?>
<p:tagLst xmlns:p="http://schemas.openxmlformats.org/presentationml/2006/main">
  <p:tag name="KSO_WM_DIAGRAM_VIRTUALLY_FRAME" val="{&quot;height&quot;:283.4,&quot;left&quot;:42.29937007874014,&quot;top&quot;:157.55,&quot;width&quot;:912.1340097406343}"/>
</p:tagLst>
</file>

<file path=ppt/tags/tag389.xml><?xml version="1.0" encoding="utf-8"?>
<p:tagLst xmlns:p="http://schemas.openxmlformats.org/presentationml/2006/main">
  <p:tag name="KSO_WM_DIAGRAM_VIRTUALLY_FRAME" val="{&quot;height&quot;:283.4,&quot;left&quot;:42.29937007874014,&quot;top&quot;:157.55,&quot;width&quot;:912.1340097406343}"/>
</p:tagLst>
</file>

<file path=ppt/tags/tag390.xml><?xml version="1.0" encoding="utf-8"?>
<p:tagLst xmlns:p="http://schemas.openxmlformats.org/presentationml/2006/main">
  <p:tag name="KSO_WM_DIAGRAM_VIRTUALLY_FRAME" val="{&quot;height&quot;:283.4,&quot;left&quot;:42.29937007874014,&quot;top&quot;:157.55,&quot;width&quot;:912.1340097406343}"/>
</p:tagLst>
</file>

<file path=ppt/tags/tag391.xml><?xml version="1.0" encoding="utf-8"?>
<p:tagLst xmlns:p="http://schemas.openxmlformats.org/presentationml/2006/main">
  <p:tag name="KSO_WM_DIAGRAM_VIRTUALLY_FRAME" val="{&quot;height&quot;:283.4,&quot;left&quot;:42.29937007874014,&quot;top&quot;:157.55,&quot;width&quot;:912.1340097406343}"/>
</p:tagLst>
</file>

<file path=ppt/tags/tag392.xml><?xml version="1.0" encoding="utf-8"?>
<p:tagLst xmlns:p="http://schemas.openxmlformats.org/presentationml/2006/main">
  <p:tag name="KSO_WM_DIAGRAM_VIRTUALLY_FRAME" val="{&quot;height&quot;:283.4,&quot;left&quot;:42.29937007874014,&quot;top&quot;:157.55,&quot;width&quot;:912.1340097406343}"/>
</p:tagLst>
</file>

<file path=ppt/tags/tag393.xml><?xml version="1.0" encoding="utf-8"?>
<p:tagLst xmlns:p="http://schemas.openxmlformats.org/presentationml/2006/main">
  <p:tag name="KSO_WM_DIAGRAM_VIRTUALLY_FRAME" val="{&quot;height&quot;:283.4,&quot;left&quot;:42.29937007874014,&quot;top&quot;:157.55,&quot;width&quot;:912.1340097406343}"/>
</p:tagLst>
</file>

<file path=ppt/tags/tag39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39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00.xml><?xml version="1.0" encoding="utf-8"?>
<p:tagLst xmlns:p="http://schemas.openxmlformats.org/presentationml/2006/main">
  <p:tag name="KSO_WM_BEAUTIFY_FLAG" val=""/>
</p:tagLst>
</file>

<file path=ppt/tags/tag40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0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0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04.xml><?xml version="1.0" encoding="utf-8"?>
<p:tagLst xmlns:p="http://schemas.openxmlformats.org/presentationml/2006/main">
  <p:tag name="KSO_WM_DIAGRAM_VIRTUALLY_FRAME" val="{&quot;height&quot;:283.4,&quot;left&quot;:42.29937007874014,&quot;top&quot;:157.55,&quot;width&quot;:912.1340097406343}"/>
</p:tagLst>
</file>

<file path=ppt/tags/tag405.xml><?xml version="1.0" encoding="utf-8"?>
<p:tagLst xmlns:p="http://schemas.openxmlformats.org/presentationml/2006/main">
  <p:tag name="KSO_WM_DIAGRAM_VIRTUALLY_FRAME" val="{&quot;height&quot;:283.4,&quot;left&quot;:42.29937007874014,&quot;top&quot;:157.55,&quot;width&quot;:912.1340097406343}"/>
</p:tagLst>
</file>

<file path=ppt/tags/tag406.xml><?xml version="1.0" encoding="utf-8"?>
<p:tagLst xmlns:p="http://schemas.openxmlformats.org/presentationml/2006/main">
  <p:tag name="KSO_WM_DIAGRAM_VIRTUALLY_FRAME" val="{&quot;height&quot;:283.4,&quot;left&quot;:42.29937007874014,&quot;top&quot;:157.55,&quot;width&quot;:912.1340097406343}"/>
</p:tagLst>
</file>

<file path=ppt/tags/tag407.xml><?xml version="1.0" encoding="utf-8"?>
<p:tagLst xmlns:p="http://schemas.openxmlformats.org/presentationml/2006/main">
  <p:tag name="KSO_WM_DIAGRAM_VIRTUALLY_FRAME" val="{&quot;height&quot;:283.4,&quot;left&quot;:42.29937007874014,&quot;top&quot;:157.55,&quot;width&quot;:912.1340097406343}"/>
</p:tagLst>
</file>

<file path=ppt/tags/tag408.xml><?xml version="1.0" encoding="utf-8"?>
<p:tagLst xmlns:p="http://schemas.openxmlformats.org/presentationml/2006/main">
  <p:tag name="KSO_WM_DIAGRAM_VIRTUALLY_FRAME" val="{&quot;height&quot;:283.4,&quot;left&quot;:42.29937007874014,&quot;top&quot;:157.55,&quot;width&quot;:912.1340097406343}"/>
</p:tagLst>
</file>

<file path=ppt/tags/tag409.xml><?xml version="1.0" encoding="utf-8"?>
<p:tagLst xmlns:p="http://schemas.openxmlformats.org/presentationml/2006/main">
  <p:tag name="KSO_WM_DIAGRAM_VIRTUALLY_FRAME" val="{&quot;height&quot;:283.4,&quot;left&quot;:42.29937007874014,&quot;top&quot;:157.55,&quot;width&quot;:912.1340097406343}"/>
</p:tagLst>
</file>

<file path=ppt/tags/tag410.xml><?xml version="1.0" encoding="utf-8"?>
<p:tagLst xmlns:p="http://schemas.openxmlformats.org/presentationml/2006/main">
  <p:tag name="KSO_WM_DIAGRAM_VIRTUALLY_FRAME" val="{&quot;height&quot;:283.4,&quot;left&quot;:42.29937007874014,&quot;top&quot;:157.55,&quot;width&quot;:912.1340097406343}"/>
</p:tagLst>
</file>

<file path=ppt/tags/tag411.xml><?xml version="1.0" encoding="utf-8"?>
<p:tagLst xmlns:p="http://schemas.openxmlformats.org/presentationml/2006/main">
  <p:tag name="KSO_WM_DIAGRAM_VIRTUALLY_FRAME" val="{&quot;height&quot;:283.4,&quot;left&quot;:42.29937007874014,&quot;top&quot;:157.55,&quot;width&quot;:912.1340097406343}"/>
</p:tagLst>
</file>

<file path=ppt/tags/tag412.xml><?xml version="1.0" encoding="utf-8"?>
<p:tagLst xmlns:p="http://schemas.openxmlformats.org/presentationml/2006/main">
  <p:tag name="KSO_WM_DIAGRAM_VIRTUALLY_FRAME" val="{&quot;height&quot;:283.4,&quot;left&quot;:42.29937007874014,&quot;top&quot;:157.55,&quot;width&quot;:912.1340097406343}"/>
</p:tagLst>
</file>

<file path=ppt/tags/tag413.xml><?xml version="1.0" encoding="utf-8"?>
<p:tagLst xmlns:p="http://schemas.openxmlformats.org/presentationml/2006/main">
  <p:tag name="KSO_WM_DIAGRAM_VIRTUALLY_FRAME" val="{&quot;height&quot;:283.4,&quot;left&quot;:42.29937007874014,&quot;top&quot;:157.55,&quot;width&quot;:912.1340097406343}"/>
</p:tagLst>
</file>

<file path=ppt/tags/tag41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1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20.xml><?xml version="1.0" encoding="utf-8"?>
<p:tagLst xmlns:p="http://schemas.openxmlformats.org/presentationml/2006/main">
  <p:tag name="KSO_WM_BEAUTIFY_FLAG" val=""/>
</p:tagLst>
</file>

<file path=ppt/tags/tag42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2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2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24.xml><?xml version="1.0" encoding="utf-8"?>
<p:tagLst xmlns:p="http://schemas.openxmlformats.org/presentationml/2006/main">
  <p:tag name="KSO_WM_DIAGRAM_VIRTUALLY_FRAME" val="{&quot;height&quot;:283.4,&quot;left&quot;:42.29937007874014,&quot;top&quot;:157.55,&quot;width&quot;:912.1340097406343}"/>
</p:tagLst>
</file>

<file path=ppt/tags/tag425.xml><?xml version="1.0" encoding="utf-8"?>
<p:tagLst xmlns:p="http://schemas.openxmlformats.org/presentationml/2006/main">
  <p:tag name="KSO_WM_DIAGRAM_VIRTUALLY_FRAME" val="{&quot;height&quot;:283.4,&quot;left&quot;:42.29937007874014,&quot;top&quot;:157.55,&quot;width&quot;:912.1340097406343}"/>
</p:tagLst>
</file>

<file path=ppt/tags/tag426.xml><?xml version="1.0" encoding="utf-8"?>
<p:tagLst xmlns:p="http://schemas.openxmlformats.org/presentationml/2006/main">
  <p:tag name="KSO_WM_DIAGRAM_VIRTUALLY_FRAME" val="{&quot;height&quot;:283.4,&quot;left&quot;:42.29937007874014,&quot;top&quot;:157.55,&quot;width&quot;:912.1340097406343}"/>
</p:tagLst>
</file>

<file path=ppt/tags/tag427.xml><?xml version="1.0" encoding="utf-8"?>
<p:tagLst xmlns:p="http://schemas.openxmlformats.org/presentationml/2006/main">
  <p:tag name="KSO_WM_DIAGRAM_VIRTUALLY_FRAME" val="{&quot;height&quot;:283.4,&quot;left&quot;:42.29937007874014,&quot;top&quot;:157.55,&quot;width&quot;:912.1340097406343}"/>
</p:tagLst>
</file>

<file path=ppt/tags/tag428.xml><?xml version="1.0" encoding="utf-8"?>
<p:tagLst xmlns:p="http://schemas.openxmlformats.org/presentationml/2006/main">
  <p:tag name="KSO_WM_DIAGRAM_VIRTUALLY_FRAME" val="{&quot;height&quot;:283.4,&quot;left&quot;:42.29937007874014,&quot;top&quot;:157.55,&quot;width&quot;:912.1340097406343}"/>
</p:tagLst>
</file>

<file path=ppt/tags/tag429.xml><?xml version="1.0" encoding="utf-8"?>
<p:tagLst xmlns:p="http://schemas.openxmlformats.org/presentationml/2006/main">
  <p:tag name="KSO_WM_DIAGRAM_VIRTUALLY_FRAME" val="{&quot;height&quot;:283.4,&quot;left&quot;:42.29937007874014,&quot;top&quot;:157.55,&quot;width&quot;:912.1340097406343}"/>
</p:tagLst>
</file>

<file path=ppt/tags/tag430.xml><?xml version="1.0" encoding="utf-8"?>
<p:tagLst xmlns:p="http://schemas.openxmlformats.org/presentationml/2006/main">
  <p:tag name="KSO_WM_DIAGRAM_VIRTUALLY_FRAME" val="{&quot;height&quot;:283.4,&quot;left&quot;:42.29937007874014,&quot;top&quot;:157.55,&quot;width&quot;:912.1340097406343}"/>
</p:tagLst>
</file>

<file path=ppt/tags/tag431.xml><?xml version="1.0" encoding="utf-8"?>
<p:tagLst xmlns:p="http://schemas.openxmlformats.org/presentationml/2006/main">
  <p:tag name="KSO_WM_DIAGRAM_VIRTUALLY_FRAME" val="{&quot;height&quot;:283.4,&quot;left&quot;:42.29937007874014,&quot;top&quot;:157.55,&quot;width&quot;:912.1340097406343}"/>
</p:tagLst>
</file>

<file path=ppt/tags/tag432.xml><?xml version="1.0" encoding="utf-8"?>
<p:tagLst xmlns:p="http://schemas.openxmlformats.org/presentationml/2006/main">
  <p:tag name="KSO_WM_DIAGRAM_VIRTUALLY_FRAME" val="{&quot;height&quot;:283.4,&quot;left&quot;:42.29937007874014,&quot;top&quot;:157.55,&quot;width&quot;:912.1340097406343}"/>
</p:tagLst>
</file>

<file path=ppt/tags/tag433.xml><?xml version="1.0" encoding="utf-8"?>
<p:tagLst xmlns:p="http://schemas.openxmlformats.org/presentationml/2006/main">
  <p:tag name="KSO_WM_DIAGRAM_VIRTUALLY_FRAME" val="{&quot;height&quot;:283.4,&quot;left&quot;:42.29937007874014,&quot;top&quot;:157.55,&quot;width&quot;:912.1340097406343}"/>
</p:tagLst>
</file>

<file path=ppt/tags/tag434.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35.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36.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37.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38.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39.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40.xml><?xml version="1.0" encoding="utf-8"?>
<p:tagLst xmlns:p="http://schemas.openxmlformats.org/presentationml/2006/main">
  <p:tag name="KSO_WM_BEAUTIFY_FLAG" val=""/>
</p:tagLst>
</file>

<file path=ppt/tags/tag441.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42.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43.xml><?xml version="1.0" encoding="utf-8"?>
<p:tagLst xmlns:p="http://schemas.openxmlformats.org/presentationml/2006/main">
  <p:tag name="KSO_WM_BEAUTIFY_FLAG" val=""/>
  <p:tag name="KSO_WM_DIAGRAM_VIRTUALLY_FRAME" val="{&quot;height&quot;:283.4,&quot;left&quot;:42.29937007874014,&quot;top&quot;:157.55,&quot;width&quot;:912.1340097406343}"/>
</p:tagLst>
</file>

<file path=ppt/tags/tag44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4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5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68.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20212505_1*a*1"/>
  <p:tag name="KSO_WM_TEMPLATE_CATEGORY" val="diagram"/>
  <p:tag name="KSO_WM_TEMPLATE_INDEX" val="20212505"/>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dfb909eadf484dc3876a0256f2cb5a48"/>
  <p:tag name="KSO_WM_UNIT_DECORATE_INFO" val=""/>
  <p:tag name="KSO_WM_UNIT_SM_LIMIT_TYPE" val=""/>
  <p:tag name="KSO_WM_CHIP_FILLAREA_FILL_RULE" val="{&quot;fill_align&quot;:&quot;lb&quot;,&quot;fill_mode&quot;:&quot;full&quot;,&quot;sacle_strategy&quot;:&quot;smart&quot;}"/>
  <p:tag name="KSO_WM_ASSEMBLE_CHIP_INDEX" val="ec7b93d0206d4dd484ef81e61a7129e0"/>
  <p:tag name="KSO_WM_UNIT_TEXT_FILL_FORE_SCHEMECOLOR_INDEX_BRIGHTNESS" val="0"/>
  <p:tag name="KSO_WM_UNIT_TEXT_FILL_FORE_SCHEMECOLOR_INDEX" val="13"/>
  <p:tag name="KSO_WM_UNIT_TEXT_FILL_TYPE" val="1"/>
  <p:tag name="KSO_WM_TEMPLATE_ASSEMBLE_XID" val="5f9fcf8958547e52881a49e8"/>
  <p:tag name="KSO_WM_TEMPLATE_ASSEMBLE_GROUPID" val="5f9fcf8958547e52881a49e8"/>
</p:tagLst>
</file>

<file path=ppt/tags/tag469.xml><?xml version="1.0" encoding="utf-8"?>
<p:tagLst xmlns:p="http://schemas.openxmlformats.org/presentationml/2006/main">
  <p:tag name="KSO_WM_SLIDE_ID" val="diagram20212505_1"/>
  <p:tag name="KSO_WM_TEMPLATE_SUBCATEGORY" val="21"/>
  <p:tag name="KSO_WM_TEMPLATE_MASTER_TYPE" val="0"/>
  <p:tag name="KSO_WM_TEMPLATE_COLOR_TYPE" val="1"/>
  <p:tag name="KSO_WM_SLIDE_ITEM_CNT" val="0"/>
  <p:tag name="KSO_WM_SLIDE_INDEX" val="1"/>
  <p:tag name="KSO_WM_TAG_VERSION" val="1.0"/>
  <p:tag name="KSO_WM_BEAUTIFY_FLAG" val="#wm#"/>
  <p:tag name="KSO_WM_TEMPLATE_CATEGORY" val="diagram"/>
  <p:tag name="KSO_WM_TEMPLATE_INDEX" val="20212505"/>
  <p:tag name="KSO_WM_SLIDE_TYPE" val="text"/>
  <p:tag name="KSO_WM_SLIDE_SUBTYPE" val="picTxt"/>
  <p:tag name="KSO_WM_SLIDE_SIZE" val="959*539"/>
  <p:tag name="KSO_WM_SLIDE_POSITION" val="0*0"/>
  <p:tag name="KSO_WM_DIAGRAM_GROUP_CODE" val="m1-1"/>
  <p:tag name="KSO_WM_SLIDE_DIAGTYPE" val="m"/>
  <p:tag name="KSO_WM_SLIDE_LAYOUT" val="a_d_f"/>
  <p:tag name="KSO_WM_SLIDE_LAYOUT_CNT" val="1_1_1"/>
  <p:tag name="KSO_WM_SLIDE_COLORSCHEME_VERSION" val="3.2"/>
  <p:tag name="KSO_WM_SLIDE_LAYOUT_INFO" val="{&quot;backgroundInfo&quot;:[{&quot;bottom&quot;:0,&quot;bottomAbs&quot;:false,&quot;left&quot;:0,&quot;leftAbs&quot;:false,&quot;right&quot;:0,&quot;rightAbs&quot;:false,&quot;top&quot;:0,&quot;topAbs&quot;:false,&quot;type&quot;:&quot;general&quot;}],&quot;direction&quot;:1,&quot;id&quot;:&quot;2020-11-02T17:21:13&quot;,&quot;maxSize&quot;:{&quot;size1&quot;:49.99961833602962},&quot;minSize&quot;:{&quot;size1&quot;:37.49961833602962},&quot;normalSize&quot;:{&quot;size1&quot;:48.599618336029621},&quot;subLayout&quot;:[{&quot;id&quot;:&quot;2020-11-02T17:21:13&quot;,&quot;maxSize&quot;:{&quot;size1&quot;:51.100000000000001},&quot;minSize&quot;:{&quot;size1&quot;:31.100000000000001},&quot;normalSize&quot;:{&quot;size1&quot;:40.100000000000001},&quot;subLayout&quot;:[{&quot;id&quot;:&quot;2020-11-02T17:21:13&quot;,&quot;margin&quot;:{&quot;bottom&quot;:0.026000002399086952,&quot;left&quot;:2.5399999618530273,&quot;right&quot;:0.026000002399086952,&quot;top&quot;:3.809999942779541},&quot;type&quot;:0},{&quot;id&quot;:&quot;2020-11-02T17:21:13&quot;,&quot;margin&quot;:{&quot;bottom&quot;:4.2329998016357422,&quot;left&quot;:2.5399999618530273,&quot;right&quot;:0.026000002399086952,&quot;top&quot;:0.81999999284744263},&quot;type&quot;:0}],&quot;type&quot;:0},{&quot;id&quot;:&quot;2020-11-02T17:21:13&quot;,&quot;margin&quot;:{&quot;bottom&quot;:1.6929999589920044,&quot;left&quot;:2.1170001029968262,&quot;right&quot;:2.5399999618530273,&quot;top&quot;:1.6929999589920044},&quot;type&quot;:0}],&quot;type&quot;:0}"/>
  <p:tag name="KSO_WM_SLIDE_BACKGROUND" val="[&quot;general&quot;]"/>
  <p:tag name="KSO_WM_SLIDE_RATIO" val="1.777778"/>
  <p:tag name="KSO_WM_CHIP_INFOS" val="{&quot;layout_type&quot;:&quot;leftright&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d72ddcd8164b47abbb844c26f9b1c22e&quot;,&quot;fill_align&quot;:&quot;lb&quot;,&quot;text_align&quot;:&quot;lb&quot;,&quot;text_direction&quot;:&quot;horizontal&quot;,&quot;chip_types&quot;:[&quot;header&quot;]},{&quot;fill_id&quot;:&quot;ac4bd4ae6b3343f1999d7f7c8f946581&quot;,&quot;fill_align&quot;:&quot;lt&quot;,&quot;text_align&quot;:&quot;lt&quot;,&quot;text_direction&quot;:&quot;horizontal&quot;,&quot;chip_types&quot;:[&quot;text&quot;,&quot;chart&quot;,&quot;table&quot;]},{&quot;fill_id&quot;:&quot;0d50cc8ab1cb48459d90f269727d3fbc&quot;,&quot;fill_align&quot;:&quot;lm&quot;,&quot;text_align&quot;:&quot;lm&quot;,&quot;text_direction&quot;:&quot;horizontal&quot;,&quot;chip_types&quot;:[&quot;pictext&quot;,&quot;picture&quot;,&quot;chart&quot;,&quot;table&quot;,&quot;video&quot;],&quot;support_features&quot;:[&quot;collage&quot;,&quot;carousel&quot;,&quot;creativecrop&quot;]}]]"/>
  <p:tag name="KSO_WM_CHIP_XID" val="5ef3191ec6295c63c1a2e033"/>
  <p:tag name="KSO_WM_CHIP_GROUPID" val="5ef3191ec6295c63c1a2e032"/>
  <p:tag name="KSO_WM_SLIDE_BK_DARK_LIGHT" val="2"/>
  <p:tag name="KSO_WM_SLIDE_BACKGROUND_TYPE" val="general"/>
  <p:tag name="KSO_WM_SLIDE_SUPPORT_FEATURE_TYPE" val="7"/>
  <p:tag name="KSO_WM_TEMPLATE_ASSEMBLE_XID" val="5f9fcf8958547e52881a49e8"/>
  <p:tag name="KSO_WM_TEMPLATE_ASSEMBLE_GROUPID" val="5f9fcf8958547e52881a49e8"/>
</p:tagLst>
</file>

<file path=ppt/tags/tag47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7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7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7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7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7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7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7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7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7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8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8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8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8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84.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85.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86.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87.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88.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89.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90.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91.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92.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93.xml><?xml version="1.0" encoding="utf-8"?>
<p:tagLst xmlns:p="http://schemas.openxmlformats.org/presentationml/2006/main">
  <p:tag name="KSO_WM_DIAGRAM_VIRTUALLY_FRAME" val="{&quot;height&quot;:288.2813385826771,&quot;left&quot;:80.29070866141728,&quot;top&quot;:189.42307086614173,&quot;width&quot;:779.3638582677166}"/>
</p:tagLst>
</file>

<file path=ppt/tags/tag494.xml><?xml version="1.0" encoding="utf-8"?>
<p:tagLst xmlns:p="http://schemas.openxmlformats.org/presentationml/2006/main">
  <p:tag name="KSO_WM_UNIT_ISCONTENTSTITLE" val="0"/>
  <p:tag name="KSO_WM_UNIT_ISNUMDGMTITLE" val="0"/>
  <p:tag name="KSO_WM_UNIT_NOCLEAR" val="0"/>
  <p:tag name="KSO_WM_UNIT_VALUE" val="9"/>
  <p:tag name="KSO_WM_UNIT_HIGHLIGHT" val="0"/>
  <p:tag name="KSO_WM_UNIT_COMPATIBLE" val="0"/>
  <p:tag name="KSO_WM_UNIT_DIAGRAM_ISNUMVISUAL" val="0"/>
  <p:tag name="KSO_WM_UNIT_DIAGRAM_ISREFERUNIT" val="0"/>
  <p:tag name="KSO_WM_UNIT_TYPE" val="a"/>
  <p:tag name="KSO_WM_UNIT_INDEX" val="1"/>
  <p:tag name="KSO_WM_UNIT_ID" val="diagram20212505_1*a*1"/>
  <p:tag name="KSO_WM_TEMPLATE_CATEGORY" val="diagram"/>
  <p:tag name="KSO_WM_TEMPLATE_INDEX" val="20212505"/>
  <p:tag name="KSO_WM_UNIT_LAYERLEVEL" val="1"/>
  <p:tag name="KSO_WM_TAG_VERSION" val="1.0"/>
  <p:tag name="KSO_WM_BEAUTIFY_FLAG" val="#wm#"/>
  <p:tag name="KSO_WM_UNIT_PRESET_TEXT" val="添加标题"/>
  <p:tag name="KSO_WM_UNIT_DEFAULT_FONT" val="24;44;4"/>
  <p:tag name="KSO_WM_UNIT_BLOCK" val="0"/>
  <p:tag name="KSO_WM_UNIT_SHOW_EDIT_AREA_INDICATION" val="1"/>
  <p:tag name="KSO_WM_CHIP_GROUPID" val="5e7881253197e252a37019b5"/>
  <p:tag name="KSO_WM_CHIP_XID" val="5e7881253197e252a37019b6"/>
  <p:tag name="KSO_WM_UNIT_DEC_AREA_ID" val="dfb909eadf484dc3876a0256f2cb5a48"/>
  <p:tag name="KSO_WM_UNIT_DECORATE_INFO" val=""/>
  <p:tag name="KSO_WM_UNIT_SM_LIMIT_TYPE" val=""/>
  <p:tag name="KSO_WM_CHIP_FILLAREA_FILL_RULE" val="{&quot;fill_align&quot;:&quot;lb&quot;,&quot;fill_mode&quot;:&quot;full&quot;,&quot;sacle_strategy&quot;:&quot;smart&quot;}"/>
  <p:tag name="KSO_WM_ASSEMBLE_CHIP_INDEX" val="ec7b93d0206d4dd484ef81e61a7129e0"/>
  <p:tag name="KSO_WM_UNIT_TEXT_FILL_FORE_SCHEMECOLOR_INDEX_BRIGHTNESS" val="0"/>
  <p:tag name="KSO_WM_UNIT_TEXT_FILL_FORE_SCHEMECOLOR_INDEX" val="13"/>
  <p:tag name="KSO_WM_UNIT_TEXT_FILL_TYPE" val="1"/>
  <p:tag name="KSO_WM_TEMPLATE_ASSEMBLE_XID" val="5f9fcf8958547e52881a49e8"/>
  <p:tag name="KSO_WM_TEMPLATE_ASSEMBLE_GROUPID" val="5f9fcf8958547e52881a49e8"/>
</p:tagLst>
</file>

<file path=ppt/tags/tag49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1_1"/>
  <p:tag name="KSO_WM_TEMPLATE_CATEGORY" val="diagram"/>
  <p:tag name="KSO_WM_TEMPLATE_INDEX" val="20169686"/>
  <p:tag name="KSO_WM_UNIT_LAYERLEVEL" val="1_1_1_1"/>
  <p:tag name="KSO_WM_TAG_VERSION" val="1.0"/>
  <p:tag name="KSO_WM_UNIT_FILL_FORE_SCHEMECOLOR_INDEX" val="5"/>
  <p:tag name="KSO_WM_UNIT_FILL_TYPE" val="1"/>
  <p:tag name="KSO_WM_UNIT_TEXT_FILL_FORE_SCHEMECOLOR_INDEX" val="2"/>
  <p:tag name="KSO_WM_UNIT_TEXT_FILL_TYPE" val="1"/>
</p:tagLst>
</file>

<file path=ppt/tags/tag496.xml><?xml version="1.0" encoding="utf-8"?>
<p:tagLst xmlns:p="http://schemas.openxmlformats.org/presentationml/2006/main">
  <p:tag name="KSO_WM_UNIT_PRESET_TEXT" val="单击此处添加文本具体内容，简明扼要地阐述你的观点"/>
  <p:tag name="KSO_WM_UNIT_NOCLEAR" val="0"/>
  <p:tag name="KSO_WM_UNIT_VALUE" val="32"/>
  <p:tag name="KSO_WM_UNIT_HIGHLIGHT" val="0"/>
  <p:tag name="KSO_WM_UNIT_COMPATIBLE" val="0"/>
  <p:tag name="KSO_WM_UNIT_DIAGRAM_ISNUMVISUAL" val="0"/>
  <p:tag name="KSO_WM_UNIT_DIAGRAM_ISREFERUNIT" val="0"/>
  <p:tag name="KSO_WM_DIAGRAM_GROUP_CODE" val="n1-1"/>
  <p:tag name="KSO_WM_UNIT_ID" val="diagram20169686_2*n_h_h_f*1_2_1_1"/>
  <p:tag name="KSO_WM_TEMPLATE_CATEGORY" val="diagram"/>
  <p:tag name="KSO_WM_TEMPLATE_INDEX" val="20169686"/>
  <p:tag name="KSO_WM_UNIT_LAYERLEVEL" val="1_1_1_1"/>
  <p:tag name="KSO_WM_TAG_VERSION" val="1.0"/>
  <p:tag name="KSO_WM_UNIT_TEXT_FILL_FORE_SCHEMECOLOR_INDEX" val="13"/>
  <p:tag name="KSO_WM_UNIT_TEXT_FILL_TYPE" val="1"/>
</p:tagLst>
</file>

<file path=ppt/tags/tag49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1"/>
  <p:tag name="KSO_WM_TEMPLATE_CATEGORY" val="diagram"/>
  <p:tag name="KSO_WM_TEMPLATE_INDEX" val="20169686"/>
  <p:tag name="KSO_WM_UNIT_LAYERLEVEL" val="1_1_1"/>
  <p:tag name="KSO_WM_TAG_VERSION" val="1.0"/>
  <p:tag name="KSO_WM_UNIT_TEXT_FILL_FORE_SCHEMECOLOR_INDEX" val="2"/>
  <p:tag name="KSO_WM_UNIT_TEXT_FILL_TYPE" val="1"/>
</p:tagLst>
</file>

<file path=ppt/tags/tag49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2"/>
  <p:tag name="KSO_WM_TEMPLATE_CATEGORY" val="diagram"/>
  <p:tag name="KSO_WM_TEMPLATE_INDEX" val="20169686"/>
  <p:tag name="KSO_WM_UNIT_LAYERLEVEL" val="1_1_1"/>
  <p:tag name="KSO_WM_TAG_VERSION" val="1.0"/>
  <p:tag name="KSO_WM_UNIT_FILL_FORE_SCHEMECOLOR_INDEX" val="14"/>
  <p:tag name="KSO_WM_UNIT_FILL_TYPE" val="1"/>
  <p:tag name="KSO_WM_UNIT_TEXT_FILL_FORE_SCHEMECOLOR_INDEX" val="2"/>
  <p:tag name="KSO_WM_UNIT_TEXT_FILL_TYPE" val="1"/>
</p:tagLst>
</file>

<file path=ppt/tags/tag49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2_1"/>
  <p:tag name="KSO_WM_TEMPLATE_CATEGORY" val="diagram"/>
  <p:tag name="KSO_WM_TEMPLATE_INDEX" val="20169686"/>
  <p:tag name="KSO_WM_UNIT_LAYERLEVEL" val="1_1_1_1"/>
  <p:tag name="KSO_WM_TAG_VERSION" val="1.0"/>
  <p:tag name="KSO_WM_UNIT_FILL_FORE_SCHEMECOLOR_INDEX" val="6"/>
  <p:tag name="KSO_WM_UNIT_FILL_TYPE" val="1"/>
  <p:tag name="KSO_WM_UNIT_TEXT_FILL_FORE_SCHEMECOLOR_INDEX" val="14"/>
  <p:tag name="KSO_WM_UNIT_TEXT_FILL_TYPE" val="1"/>
</p:tagLst>
</file>

<file path=ppt/tags/tag500.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h_i*1_2_3_1"/>
  <p:tag name="KSO_WM_TEMPLATE_CATEGORY" val="diagram"/>
  <p:tag name="KSO_WM_TEMPLATE_INDEX" val="20169686"/>
  <p:tag name="KSO_WM_UNIT_LAYERLEVEL" val="1_1_1_1"/>
  <p:tag name="KSO_WM_TAG_VERSION" val="1.0"/>
  <p:tag name="KSO_WM_UNIT_FILL_FORE_SCHEMECOLOR_INDEX" val="7"/>
  <p:tag name="KSO_WM_UNIT_FILL_TYPE" val="1"/>
  <p:tag name="KSO_WM_UNIT_TEXT_FILL_FORE_SCHEMECOLOR_INDEX" val="2"/>
  <p:tag name="KSO_WM_UNIT_TEXT_FILL_TYPE" val="1"/>
</p:tagLst>
</file>

<file path=ppt/tags/tag50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n1-1"/>
  <p:tag name="KSO_WM_UNIT_ID" val="diagram20169686_2*n_h_i*1_1_3"/>
  <p:tag name="KSO_WM_TEMPLATE_CATEGORY" val="diagram"/>
  <p:tag name="KSO_WM_TEMPLATE_INDEX" val="20169686"/>
  <p:tag name="KSO_WM_UNIT_LAYERLEVEL" val="1_1_1"/>
  <p:tag name="KSO_WM_TAG_VERSION" val="1.0"/>
  <p:tag name="KSO_WM_UNIT_TEXT_FILL_FORE_SCHEMECOLOR_INDEX" val="13"/>
  <p:tag name="KSO_WM_UNIT_TEXT_FILL_TYPE" val="1"/>
</p:tagLst>
</file>

<file path=ppt/tags/tag502.xml><?xml version="1.0" encoding="utf-8"?>
<p:tagLst xmlns:p="http://schemas.openxmlformats.org/presentationml/2006/main">
  <p:tag name="KSO_WM_SLIDE_ID" val="diagram20212505_1"/>
  <p:tag name="KSO_WM_TEMPLATE_SUBCATEGORY" val="21"/>
  <p:tag name="KSO_WM_TEMPLATE_MASTER_TYPE" val="0"/>
  <p:tag name="KSO_WM_TEMPLATE_COLOR_TYPE" val="1"/>
  <p:tag name="KSO_WM_SLIDE_ITEM_CNT" val="0"/>
  <p:tag name="KSO_WM_SLIDE_INDEX" val="1"/>
  <p:tag name="KSO_WM_TAG_VERSION" val="1.0"/>
  <p:tag name="KSO_WM_BEAUTIFY_FLAG" val="#wm#"/>
  <p:tag name="KSO_WM_TEMPLATE_CATEGORY" val="diagram"/>
  <p:tag name="KSO_WM_TEMPLATE_INDEX" val="20212505"/>
  <p:tag name="KSO_WM_SLIDE_TYPE" val="text"/>
  <p:tag name="KSO_WM_SLIDE_SUBTYPE" val="picTxt"/>
  <p:tag name="KSO_WM_SLIDE_SIZE" val="959*539"/>
  <p:tag name="KSO_WM_SLIDE_POSITION" val="0*0"/>
  <p:tag name="KSO_WM_DIAGRAM_GROUP_CODE" val="m1-1"/>
  <p:tag name="KSO_WM_SLIDE_DIAGTYPE" val="m"/>
  <p:tag name="KSO_WM_SLIDE_LAYOUT" val="a_d_f"/>
  <p:tag name="KSO_WM_SLIDE_LAYOUT_CNT" val="1_1_1"/>
  <p:tag name="KSO_WM_SLIDE_COLORSCHEME_VERSION" val="3.2"/>
  <p:tag name="KSO_WM_SLIDE_LAYOUT_INFO" val="{&quot;backgroundInfo&quot;:[{&quot;bottom&quot;:0,&quot;bottomAbs&quot;:false,&quot;left&quot;:0,&quot;leftAbs&quot;:false,&quot;right&quot;:0,&quot;rightAbs&quot;:false,&quot;top&quot;:0,&quot;topAbs&quot;:false,&quot;type&quot;:&quot;general&quot;}],&quot;direction&quot;:1,&quot;id&quot;:&quot;2020-11-02T17:21:13&quot;,&quot;maxSize&quot;:{&quot;size1&quot;:49.99961833602962},&quot;minSize&quot;:{&quot;size1&quot;:37.49961833602962},&quot;normalSize&quot;:{&quot;size1&quot;:48.599618336029621},&quot;subLayout&quot;:[{&quot;id&quot;:&quot;2020-11-02T17:21:13&quot;,&quot;maxSize&quot;:{&quot;size1&quot;:51.100000000000001},&quot;minSize&quot;:{&quot;size1&quot;:31.100000000000001},&quot;normalSize&quot;:{&quot;size1&quot;:40.100000000000001},&quot;subLayout&quot;:[{&quot;id&quot;:&quot;2020-11-02T17:21:13&quot;,&quot;margin&quot;:{&quot;bottom&quot;:0.026000002399086952,&quot;left&quot;:2.5399999618530273,&quot;right&quot;:0.026000002399086952,&quot;top&quot;:3.809999942779541},&quot;type&quot;:0},{&quot;id&quot;:&quot;2020-11-02T17:21:13&quot;,&quot;margin&quot;:{&quot;bottom&quot;:4.2329998016357422,&quot;left&quot;:2.5399999618530273,&quot;right&quot;:0.026000002399086952,&quot;top&quot;:0.81999999284744263},&quot;type&quot;:0}],&quot;type&quot;:0},{&quot;id&quot;:&quot;2020-11-02T17:21:13&quot;,&quot;margin&quot;:{&quot;bottom&quot;:1.6929999589920044,&quot;left&quot;:2.1170001029968262,&quot;right&quot;:2.5399999618530273,&quot;top&quot;:1.6929999589920044},&quot;type&quot;:0}],&quot;type&quot;:0}"/>
  <p:tag name="KSO_WM_SLIDE_BACKGROUND" val="[&quot;general&quot;]"/>
  <p:tag name="KSO_WM_SLIDE_RATIO" val="1.777778"/>
  <p:tag name="KSO_WM_CHIP_INFOS" val="{&quot;layout_type&quot;:&quot;leftright&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d72ddcd8164b47abbb844c26f9b1c22e&quot;,&quot;fill_align&quot;:&quot;lb&quot;,&quot;text_align&quot;:&quot;lb&quot;,&quot;text_direction&quot;:&quot;horizontal&quot;,&quot;chip_types&quot;:[&quot;header&quot;]},{&quot;fill_id&quot;:&quot;ac4bd4ae6b3343f1999d7f7c8f946581&quot;,&quot;fill_align&quot;:&quot;lt&quot;,&quot;text_align&quot;:&quot;lt&quot;,&quot;text_direction&quot;:&quot;horizontal&quot;,&quot;chip_types&quot;:[&quot;text&quot;,&quot;chart&quot;,&quot;table&quot;]},{&quot;fill_id&quot;:&quot;0d50cc8ab1cb48459d90f269727d3fbc&quot;,&quot;fill_align&quot;:&quot;lm&quot;,&quot;text_align&quot;:&quot;lm&quot;,&quot;text_direction&quot;:&quot;horizontal&quot;,&quot;chip_types&quot;:[&quot;pictext&quot;,&quot;picture&quot;,&quot;chart&quot;,&quot;table&quot;,&quot;video&quot;],&quot;support_features&quot;:[&quot;collage&quot;,&quot;carousel&quot;,&quot;creativecrop&quot;]}]]"/>
  <p:tag name="KSO_WM_CHIP_XID" val="5ef3191ec6295c63c1a2e033"/>
  <p:tag name="KSO_WM_CHIP_GROUPID" val="5ef3191ec6295c63c1a2e032"/>
  <p:tag name="KSO_WM_SLIDE_BK_DARK_LIGHT" val="2"/>
  <p:tag name="KSO_WM_SLIDE_BACKGROUND_TYPE" val="general"/>
  <p:tag name="KSO_WM_SLIDE_SUPPORT_FEATURE_TYPE" val="7"/>
  <p:tag name="KSO_WM_TEMPLATE_ASSEMBLE_XID" val="5f9fcf8958547e52881a49e8"/>
  <p:tag name="KSO_WM_TEMPLATE_ASSEMBLE_GROUPID" val="5f9fcf8958547e52881a49e8"/>
</p:tagLst>
</file>

<file path=ppt/tags/tag503.xml><?xml version="1.0" encoding="utf-8"?>
<p:tagLst xmlns:p="http://schemas.openxmlformats.org/presentationml/2006/main">
  <p:tag name="KSO_WM_FULL_TEXT_BEAUTIFY_COPY_ID" val="35"/>
</p:tagLst>
</file>

<file path=ppt/tags/tag504.xml><?xml version="1.0" encoding="utf-8"?>
<p:tagLst xmlns:p="http://schemas.openxmlformats.org/presentationml/2006/main">
  <p:tag name="KSO_WM_FULL_TEXT_BEAUTIFY_COPY_ID" val="150995359"/>
</p:tagLst>
</file>

<file path=ppt/tags/tag505.xml><?xml version="1.0" encoding="utf-8"?>
<p:tagLst xmlns:p="http://schemas.openxmlformats.org/presentationml/2006/main">
  <p:tag name="COMMONDATA" val="eyJoZGlkIjoiYzZkNzQ4ZWFiZmQ4NTRhOWRkZTk3YTMwMjlmMmZhYmUifQ=="/>
  <p:tag name="KSO_WPP_MARK_KEY" val="3c15e236-6e17-4788-8b7a-5fd2c15b6c5c"/>
</p:tagLst>
</file>

<file path=ppt/theme/theme1.xml><?xml version="1.0" encoding="utf-8"?>
<a:theme xmlns:a="http://schemas.openxmlformats.org/drawingml/2006/main" name="1_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bIns="36195" rtlCol="0" anchor="ctr" anchorCtr="1">
        <a:spAutoFit/>
        <a:scene3d>
          <a:camera prst="orthographicFront"/>
          <a:lightRig rig="threePt" dir="t"/>
        </a:scene3d>
        <a:sp3d contourW="12700"/>
      </a:bodyPr>
      <a:lstStyle>
        <a:defPPr algn="ctr">
          <a:buClrTx/>
          <a:buSzTx/>
          <a:buFontTx/>
          <a:defRPr lang="zh-CN" altLang="en-US" sz="3200" b="1" dirty="0" smtClean="0">
            <a:latin typeface="+mj-ea"/>
            <a:ea typeface="+mj-ea"/>
            <a:cs typeface="+mj-ea"/>
            <a:sym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13209</Words>
  <Application>WPS 演示</Application>
  <PresentationFormat>宽屏</PresentationFormat>
  <Paragraphs>805</Paragraphs>
  <Slides>72</Slides>
  <Notes>35</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72</vt:i4>
      </vt:variant>
    </vt:vector>
  </HeadingPairs>
  <TitlesOfParts>
    <vt:vector size="89" baseType="lpstr">
      <vt:lpstr>Arial</vt:lpstr>
      <vt:lpstr>宋体</vt:lpstr>
      <vt:lpstr>Wingdings</vt:lpstr>
      <vt:lpstr>微软雅黑</vt:lpstr>
      <vt:lpstr>Wingdings</vt:lpstr>
      <vt:lpstr>Kaiti SC Bold</vt:lpstr>
      <vt:lpstr>JetBrainsMono NF</vt:lpstr>
      <vt:lpstr>Segoe UI</vt:lpstr>
      <vt:lpstr>Arial</vt:lpstr>
      <vt:lpstr>思源宋体</vt:lpstr>
      <vt:lpstr>Helvetica</vt:lpstr>
      <vt:lpstr>Times New Roman</vt:lpstr>
      <vt:lpstr>DIN-BoldItalic</vt:lpstr>
      <vt:lpstr>等线</vt:lpstr>
      <vt:lpstr>1_自定义设计方案</vt:lpstr>
      <vt:lpstr>自定义设计方案</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别清欢</cp:lastModifiedBy>
  <cp:revision>1176</cp:revision>
  <dcterms:created xsi:type="dcterms:W3CDTF">2019-06-19T02:08:00Z</dcterms:created>
  <dcterms:modified xsi:type="dcterms:W3CDTF">2026-05-21T05:48:45Z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2052-12.1.0.26375</vt:lpwstr>
  </property>
  <property fmtid="{D5CDD505-2E9C-101B-9397-08002B2CF9AE}" pid="3" name="ICV">
    <vt:lpwstr>6714AD6D06774C12A2B31367387C9876_13</vt:lpwstr>
  </property>
</Properties>
</file>