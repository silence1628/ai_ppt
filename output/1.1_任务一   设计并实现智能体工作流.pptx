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71" r:id="rId4"/>
  </p:sldMasterIdLst>
  <p:notesMasterIdLst>
    <p:notesMasterId r:id="rId6"/>
  </p:notesMasterIdLst>
  <p:handoutMasterIdLst>
    <p:handoutMasterId r:id="rId92"/>
  </p:handoutMasterIdLst>
  <p:sldIdLst>
    <p:sldId id="415" r:id="rId5"/>
    <p:sldId id="2437" r:id="rId7"/>
    <p:sldId id="2439" r:id="rId8"/>
    <p:sldId id="1383" r:id="rId9"/>
    <p:sldId id="2824" r:id="rId10"/>
    <p:sldId id="2825" r:id="rId11"/>
    <p:sldId id="2826" r:id="rId12"/>
    <p:sldId id="2827" r:id="rId13"/>
    <p:sldId id="2828" r:id="rId14"/>
    <p:sldId id="2868" r:id="rId15"/>
    <p:sldId id="2869" r:id="rId16"/>
    <p:sldId id="2870" r:id="rId17"/>
    <p:sldId id="2871" r:id="rId18"/>
    <p:sldId id="2872" r:id="rId19"/>
    <p:sldId id="2873" r:id="rId20"/>
    <p:sldId id="2874" r:id="rId21"/>
    <p:sldId id="2875" r:id="rId22"/>
    <p:sldId id="2876" r:id="rId23"/>
    <p:sldId id="2877" r:id="rId24"/>
    <p:sldId id="2878" r:id="rId25"/>
    <p:sldId id="2879" r:id="rId26"/>
    <p:sldId id="2880" r:id="rId27"/>
    <p:sldId id="2881" r:id="rId28"/>
    <p:sldId id="2882" r:id="rId29"/>
    <p:sldId id="2883" r:id="rId30"/>
    <p:sldId id="2884" r:id="rId31"/>
    <p:sldId id="2885" r:id="rId32"/>
    <p:sldId id="2886" r:id="rId33"/>
    <p:sldId id="2887" r:id="rId34"/>
    <p:sldId id="2888" r:id="rId35"/>
    <p:sldId id="2889" r:id="rId36"/>
    <p:sldId id="2890" r:id="rId37"/>
    <p:sldId id="2891" r:id="rId38"/>
    <p:sldId id="2892" r:id="rId39"/>
    <p:sldId id="2893" r:id="rId40"/>
    <p:sldId id="2894" r:id="rId41"/>
    <p:sldId id="2895" r:id="rId42"/>
    <p:sldId id="2896" r:id="rId43"/>
    <p:sldId id="2897" r:id="rId44"/>
    <p:sldId id="2898" r:id="rId45"/>
    <p:sldId id="2899" r:id="rId46"/>
    <p:sldId id="2900" r:id="rId47"/>
    <p:sldId id="2901" r:id="rId48"/>
    <p:sldId id="2902" r:id="rId49"/>
    <p:sldId id="2903" r:id="rId50"/>
    <p:sldId id="2904" r:id="rId51"/>
    <p:sldId id="2905" r:id="rId52"/>
    <p:sldId id="2906" r:id="rId53"/>
    <p:sldId id="2907" r:id="rId54"/>
    <p:sldId id="2830" r:id="rId55"/>
    <p:sldId id="2838" r:id="rId56"/>
    <p:sldId id="2839" r:id="rId57"/>
    <p:sldId id="2840" r:id="rId58"/>
    <p:sldId id="2841" r:id="rId59"/>
    <p:sldId id="2842" r:id="rId60"/>
    <p:sldId id="2843" r:id="rId61"/>
    <p:sldId id="2844" r:id="rId62"/>
    <p:sldId id="2845" r:id="rId63"/>
    <p:sldId id="2846" r:id="rId64"/>
    <p:sldId id="2847" r:id="rId65"/>
    <p:sldId id="2848" r:id="rId66"/>
    <p:sldId id="2849" r:id="rId67"/>
    <p:sldId id="2850" r:id="rId68"/>
    <p:sldId id="2851" r:id="rId69"/>
    <p:sldId id="2852" r:id="rId70"/>
    <p:sldId id="2853" r:id="rId71"/>
    <p:sldId id="2854" r:id="rId72"/>
    <p:sldId id="2855" r:id="rId73"/>
    <p:sldId id="2856" r:id="rId74"/>
    <p:sldId id="2857" r:id="rId75"/>
    <p:sldId id="2858" r:id="rId76"/>
    <p:sldId id="2859" r:id="rId77"/>
    <p:sldId id="2860" r:id="rId78"/>
    <p:sldId id="2861" r:id="rId79"/>
    <p:sldId id="2862" r:id="rId80"/>
    <p:sldId id="2863" r:id="rId81"/>
    <p:sldId id="2864" r:id="rId82"/>
    <p:sldId id="2865" r:id="rId83"/>
    <p:sldId id="2866" r:id="rId84"/>
    <p:sldId id="2867" r:id="rId85"/>
    <p:sldId id="2832" r:id="rId86"/>
    <p:sldId id="2833" r:id="rId87"/>
    <p:sldId id="2835" r:id="rId88"/>
    <p:sldId id="2836" r:id="rId89"/>
    <p:sldId id="2837" r:id="rId90"/>
    <p:sldId id="1698" r:id="rId91"/>
  </p:sldIdLst>
  <p:sldSz cx="12192000" cy="6858000"/>
  <p:notesSz cx="6858000" cy="9144000"/>
  <p:custDataLst>
    <p:tags r:id="rId9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202e774-de37-4b27-8700-364557680ee2}">
          <p14:sldIdLst>
            <p14:sldId id="415"/>
            <p14:sldId id="2437"/>
            <p14:sldId id="2439"/>
            <p14:sldId id="1383"/>
            <p14:sldId id="2824"/>
            <p14:sldId id="2825"/>
            <p14:sldId id="2826"/>
            <p14:sldId id="2827"/>
            <p14:sldId id="2828"/>
            <p14:sldId id="2868"/>
            <p14:sldId id="2869"/>
            <p14:sldId id="2870"/>
            <p14:sldId id="2871"/>
            <p14:sldId id="2872"/>
            <p14:sldId id="2873"/>
            <p14:sldId id="2874"/>
            <p14:sldId id="2875"/>
            <p14:sldId id="2876"/>
            <p14:sldId id="2877"/>
            <p14:sldId id="2878"/>
            <p14:sldId id="2879"/>
            <p14:sldId id="2880"/>
            <p14:sldId id="2881"/>
            <p14:sldId id="2882"/>
            <p14:sldId id="2883"/>
            <p14:sldId id="2884"/>
            <p14:sldId id="2885"/>
            <p14:sldId id="2886"/>
            <p14:sldId id="2887"/>
            <p14:sldId id="2888"/>
            <p14:sldId id="2889"/>
            <p14:sldId id="2890"/>
            <p14:sldId id="2891"/>
            <p14:sldId id="2892"/>
            <p14:sldId id="2893"/>
            <p14:sldId id="2894"/>
            <p14:sldId id="2895"/>
            <p14:sldId id="2896"/>
            <p14:sldId id="2897"/>
            <p14:sldId id="2898"/>
            <p14:sldId id="2899"/>
            <p14:sldId id="2900"/>
            <p14:sldId id="2901"/>
            <p14:sldId id="2902"/>
            <p14:sldId id="2903"/>
            <p14:sldId id="2904"/>
            <p14:sldId id="2905"/>
            <p14:sldId id="2906"/>
            <p14:sldId id="2907"/>
            <p14:sldId id="2830"/>
            <p14:sldId id="2838"/>
            <p14:sldId id="2839"/>
            <p14:sldId id="2840"/>
            <p14:sldId id="2841"/>
            <p14:sldId id="2842"/>
            <p14:sldId id="2843"/>
            <p14:sldId id="2844"/>
            <p14:sldId id="2845"/>
            <p14:sldId id="2846"/>
            <p14:sldId id="2847"/>
            <p14:sldId id="2848"/>
            <p14:sldId id="2849"/>
            <p14:sldId id="2850"/>
            <p14:sldId id="2851"/>
            <p14:sldId id="2852"/>
            <p14:sldId id="2853"/>
            <p14:sldId id="2854"/>
            <p14:sldId id="2855"/>
            <p14:sldId id="2856"/>
            <p14:sldId id="2857"/>
            <p14:sldId id="2858"/>
            <p14:sldId id="2859"/>
            <p14:sldId id="2860"/>
            <p14:sldId id="2861"/>
            <p14:sldId id="2862"/>
            <p14:sldId id="2863"/>
            <p14:sldId id="2864"/>
            <p14:sldId id="2865"/>
            <p14:sldId id="2866"/>
            <p14:sldId id="2867"/>
            <p14:sldId id="2832"/>
            <p14:sldId id="2833"/>
            <p14:sldId id="2835"/>
            <p14:sldId id="2836"/>
            <p14:sldId id="2837"/>
            <p14:sldId id="1698"/>
          </p14:sldIdLst>
        </p14:section>
      </p14:sectionLst>
    </p:ext>
    <p:ext uri="{EFAFB233-063F-42B5-8137-9DF3F51BA10A}">
      <p15:sldGuideLst xmlns:p15="http://schemas.microsoft.com/office/powerpoint/2012/main">
        <p15:guide id="1" orient="horz" pos="1728" userDrawn="1">
          <p15:clr>
            <a:srgbClr val="A4A3A4"/>
          </p15:clr>
        </p15:guide>
        <p15:guide id="2" pos="37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28"/>
        <p:guide pos="37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556.xml"/><Relationship Id="rId96" Type="http://schemas.openxmlformats.org/officeDocument/2006/relationships/commentAuthors" Target="commentAuthors.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F06CDB3-D59E-4E14-99D6-5B04FA31394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9" Type="http://schemas.openxmlformats.org/officeDocument/2006/relationships/theme" Target="../theme/theme3.xml"/><Relationship Id="rId18" Type="http://schemas.openxmlformats.org/officeDocument/2006/relationships/image" Target="../media/image2.png"/><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959925"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7.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4.xml"/><Relationship Id="rId2" Type="http://schemas.openxmlformats.org/officeDocument/2006/relationships/tags" Target="../tags/tag136.xml"/><Relationship Id="rId1" Type="http://schemas.openxmlformats.org/officeDocument/2006/relationships/image" Target="../media/image5.emf"/></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6.xml"/><Relationship Id="rId2" Type="http://schemas.openxmlformats.org/officeDocument/2006/relationships/tags" Target="../tags/tag138.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notesSlide" Target="../notesSlides/notesSlide4.xml"/><Relationship Id="rId25" Type="http://schemas.openxmlformats.org/officeDocument/2006/relationships/slideLayout" Target="../slideLayouts/slideLayout15.xml"/><Relationship Id="rId24" Type="http://schemas.openxmlformats.org/officeDocument/2006/relationships/tags" Target="../tags/tag162.xml"/><Relationship Id="rId23" Type="http://schemas.openxmlformats.org/officeDocument/2006/relationships/tags" Target="../tags/tag161.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tags" Target="../tags/tag158.xml"/><Relationship Id="rId2" Type="http://schemas.openxmlformats.org/officeDocument/2006/relationships/tags" Target="../tags/tag140.xml"/><Relationship Id="rId19" Type="http://schemas.openxmlformats.org/officeDocument/2006/relationships/tags" Target="../tags/tag157.xml"/><Relationship Id="rId18" Type="http://schemas.openxmlformats.org/officeDocument/2006/relationships/tags" Target="../tags/tag156.xml"/><Relationship Id="rId17" Type="http://schemas.openxmlformats.org/officeDocument/2006/relationships/tags" Target="../tags/tag155.xml"/><Relationship Id="rId16" Type="http://schemas.openxmlformats.org/officeDocument/2006/relationships/tags" Target="../tags/tag154.xml"/><Relationship Id="rId15" Type="http://schemas.openxmlformats.org/officeDocument/2006/relationships/tags" Target="../tags/tag153.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6" Type="http://schemas.openxmlformats.org/officeDocument/2006/relationships/notesSlide" Target="../notesSlides/notesSlide5.xml"/><Relationship Id="rId25" Type="http://schemas.openxmlformats.org/officeDocument/2006/relationships/slideLayout" Target="../slideLayouts/slideLayout15.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6" Type="http://schemas.openxmlformats.org/officeDocument/2006/relationships/notesSlide" Target="../notesSlides/notesSlide7.xml"/><Relationship Id="rId25" Type="http://schemas.openxmlformats.org/officeDocument/2006/relationships/slideLayout" Target="../slideLayouts/slideLayout15.xml"/><Relationship Id="rId24" Type="http://schemas.openxmlformats.org/officeDocument/2006/relationships/tags" Target="../tags/tag210.xml"/><Relationship Id="rId23" Type="http://schemas.openxmlformats.org/officeDocument/2006/relationships/tags" Target="../tags/tag20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tags" Target="../tags/tag212.xml"/><Relationship Id="rId18" Type="http://schemas.openxmlformats.org/officeDocument/2006/relationships/slideLayout" Target="../slideLayouts/slideLayout15.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1.xml"/></Relationships>
</file>

<file path=ppt/slides/_rels/slide11.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2" Type="http://schemas.openxmlformats.org/officeDocument/2006/relationships/notesSlide" Target="../notesSlides/notesSlide8.xml"/><Relationship Id="rId11" Type="http://schemas.openxmlformats.org/officeDocument/2006/relationships/slideLayout" Target="../slideLayouts/slideLayout15.xml"/><Relationship Id="rId10" Type="http://schemas.openxmlformats.org/officeDocument/2006/relationships/tags" Target="../tags/tag237.xml"/><Relationship Id="rId1" Type="http://schemas.openxmlformats.org/officeDocument/2006/relationships/tags" Target="../tags/tag2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16.xml.rels><?xml version="1.0" encoding="UTF-8" standalone="yes"?>
<Relationships xmlns="http://schemas.openxmlformats.org/package/2006/relationships"><Relationship Id="rId9" Type="http://schemas.openxmlformats.org/officeDocument/2006/relationships/tags" Target="../tags/tag253.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2" Type="http://schemas.openxmlformats.org/officeDocument/2006/relationships/notesSlide" Target="../notesSlides/notesSlide13.xml"/><Relationship Id="rId11" Type="http://schemas.openxmlformats.org/officeDocument/2006/relationships/slideLayout" Target="../slideLayouts/slideLayout15.xml"/><Relationship Id="rId10" Type="http://schemas.openxmlformats.org/officeDocument/2006/relationships/tags" Target="../tags/tag254.xml"/><Relationship Id="rId1" Type="http://schemas.openxmlformats.org/officeDocument/2006/relationships/tags" Target="../tags/tag2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5.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21.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2" Type="http://schemas.openxmlformats.org/officeDocument/2006/relationships/notesSlide" Target="../notesSlides/notesSlide18.xml"/><Relationship Id="rId11" Type="http://schemas.openxmlformats.org/officeDocument/2006/relationships/slideLayout" Target="../slideLayouts/slideLayout15.xml"/><Relationship Id="rId10" Type="http://schemas.openxmlformats.org/officeDocument/2006/relationships/tags" Target="../tags/tag271.xml"/><Relationship Id="rId1" Type="http://schemas.openxmlformats.org/officeDocument/2006/relationships/tags" Target="../tags/tag26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8" Type="http://schemas.openxmlformats.org/officeDocument/2006/relationships/slideLayout" Target="../slideLayouts/slideLayout15.xml"/><Relationship Id="rId17" Type="http://schemas.openxmlformats.org/officeDocument/2006/relationships/tags" Target="../tags/tag288.xml"/><Relationship Id="rId16" Type="http://schemas.openxmlformats.org/officeDocument/2006/relationships/tags" Target="../tags/tag287.xml"/><Relationship Id="rId15" Type="http://schemas.openxmlformats.org/officeDocument/2006/relationships/tags" Target="../tags/tag286.xml"/><Relationship Id="rId14" Type="http://schemas.openxmlformats.org/officeDocument/2006/relationships/tags" Target="../tags/tag285.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tags" Target="../tags/tag27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5.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5.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27.xml.rels><?xml version="1.0" encoding="UTF-8" standalone="yes"?>
<Relationships xmlns="http://schemas.openxmlformats.org/package/2006/relationships"><Relationship Id="rId9" Type="http://schemas.openxmlformats.org/officeDocument/2006/relationships/tags" Target="../tags/tag304.xml"/><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2" Type="http://schemas.openxmlformats.org/officeDocument/2006/relationships/notesSlide" Target="../notesSlides/notesSlide23.xml"/><Relationship Id="rId11" Type="http://schemas.openxmlformats.org/officeDocument/2006/relationships/slideLayout" Target="../slideLayouts/slideLayout15.xml"/><Relationship Id="rId10" Type="http://schemas.openxmlformats.org/officeDocument/2006/relationships/tags" Target="../tags/tag305.xml"/><Relationship Id="rId1" Type="http://schemas.openxmlformats.org/officeDocument/2006/relationships/tags" Target="../tags/tag29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5.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5.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s>
</file>

<file path=ppt/slides/_rels/slide32.xml.rels><?xml version="1.0" encoding="UTF-8" standalone="yes"?>
<Relationships xmlns="http://schemas.openxmlformats.org/package/2006/relationships"><Relationship Id="rId9" Type="http://schemas.openxmlformats.org/officeDocument/2006/relationships/tags" Target="../tags/tag321.xml"/><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2" Type="http://schemas.openxmlformats.org/officeDocument/2006/relationships/notesSlide" Target="../notesSlides/notesSlide28.xml"/><Relationship Id="rId11" Type="http://schemas.openxmlformats.org/officeDocument/2006/relationships/slideLayout" Target="../slideLayouts/slideLayout15.xml"/><Relationship Id="rId10" Type="http://schemas.openxmlformats.org/officeDocument/2006/relationships/tags" Target="../tags/tag322.xml"/><Relationship Id="rId1" Type="http://schemas.openxmlformats.org/officeDocument/2006/relationships/tags" Target="../tags/tag3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5.xml"/><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5.xml"/><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tags" Target="../tags/tag326.xml"/></Relationships>
</file>

<file path=ppt/slides/_rels/slide37.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8" Type="http://schemas.openxmlformats.org/officeDocument/2006/relationships/slideLayout" Target="../slideLayouts/slideLayout15.xml"/><Relationship Id="rId17" Type="http://schemas.openxmlformats.org/officeDocument/2006/relationships/tags" Target="../tags/tag346.xml"/><Relationship Id="rId16" Type="http://schemas.openxmlformats.org/officeDocument/2006/relationships/tags" Target="../tags/tag345.xml"/><Relationship Id="rId15" Type="http://schemas.openxmlformats.org/officeDocument/2006/relationships/tags" Target="../tags/tag344.xml"/><Relationship Id="rId14" Type="http://schemas.openxmlformats.org/officeDocument/2006/relationships/tags" Target="../tags/tag343.xml"/><Relationship Id="rId13" Type="http://schemas.openxmlformats.org/officeDocument/2006/relationships/tags" Target="../tags/tag342.xml"/><Relationship Id="rId12" Type="http://schemas.openxmlformats.org/officeDocument/2006/relationships/tags" Target="../tags/tag341.xml"/><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tags" Target="../tags/tag330.xml"/></Relationships>
</file>

<file path=ppt/slides/_rels/slide38.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2" Type="http://schemas.openxmlformats.org/officeDocument/2006/relationships/notesSlide" Target="../notesSlides/notesSlide33.xml"/><Relationship Id="rId11" Type="http://schemas.openxmlformats.org/officeDocument/2006/relationships/slideLayout" Target="../slideLayouts/slideLayout15.xml"/><Relationship Id="rId10" Type="http://schemas.openxmlformats.org/officeDocument/2006/relationships/tags" Target="../tags/tag356.xml"/><Relationship Id="rId1" Type="http://schemas.openxmlformats.org/officeDocument/2006/relationships/tags" Target="../tags/tag34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5.xml"/><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5.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 Type="http://schemas.openxmlformats.org/officeDocument/2006/relationships/tags" Target="../tags/tag360.xml"/></Relationships>
</file>

<file path=ppt/slides/_rels/slide43.xml.rels><?xml version="1.0" encoding="UTF-8" standalone="yes"?>
<Relationships xmlns="http://schemas.openxmlformats.org/package/2006/relationships"><Relationship Id="rId9" Type="http://schemas.openxmlformats.org/officeDocument/2006/relationships/tags" Target="../tags/tag372.xml"/><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2" Type="http://schemas.openxmlformats.org/officeDocument/2006/relationships/notesSlide" Target="../notesSlides/notesSlide38.xml"/><Relationship Id="rId11" Type="http://schemas.openxmlformats.org/officeDocument/2006/relationships/slideLayout" Target="../slideLayouts/slideLayout15.xml"/><Relationship Id="rId10" Type="http://schemas.openxmlformats.org/officeDocument/2006/relationships/tags" Target="../tags/tag373.xml"/><Relationship Id="rId1" Type="http://schemas.openxmlformats.org/officeDocument/2006/relationships/tags" Target="../tags/tag36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5.xml"/><Relationship Id="rId3" Type="http://schemas.openxmlformats.org/officeDocument/2006/relationships/tags" Target="../tags/tag376.xml"/><Relationship Id="rId2" Type="http://schemas.openxmlformats.org/officeDocument/2006/relationships/tags" Target="../tags/tag375.xml"/><Relationship Id="rId1" Type="http://schemas.openxmlformats.org/officeDocument/2006/relationships/tags" Target="../tags/tag37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5.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tags" Target="../tags/tag378.xml"/><Relationship Id="rId1" Type="http://schemas.openxmlformats.org/officeDocument/2006/relationships/tags" Target="../tags/tag377.xml"/></Relationships>
</file>

<file path=ppt/slides/_rels/slide48.xml.rels><?xml version="1.0" encoding="UTF-8" standalone="yes"?>
<Relationships xmlns="http://schemas.openxmlformats.org/package/2006/relationships"><Relationship Id="rId9" Type="http://schemas.openxmlformats.org/officeDocument/2006/relationships/tags" Target="../tags/tag389.xml"/><Relationship Id="rId8" Type="http://schemas.openxmlformats.org/officeDocument/2006/relationships/tags" Target="../tags/tag388.xml"/><Relationship Id="rId7" Type="http://schemas.openxmlformats.org/officeDocument/2006/relationships/tags" Target="../tags/tag38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2" Type="http://schemas.openxmlformats.org/officeDocument/2006/relationships/notesSlide" Target="../notesSlides/notesSlide43.xml"/><Relationship Id="rId11" Type="http://schemas.openxmlformats.org/officeDocument/2006/relationships/slideLayout" Target="../slideLayouts/slideLayout15.xml"/><Relationship Id="rId10" Type="http://schemas.openxmlformats.org/officeDocument/2006/relationships/tags" Target="../tags/tag390.xml"/><Relationship Id="rId1" Type="http://schemas.openxmlformats.org/officeDocument/2006/relationships/tags" Target="../tags/tag38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9" Type="http://schemas.openxmlformats.org/officeDocument/2006/relationships/tags" Target="../tags/tag399.xml"/><Relationship Id="rId8" Type="http://schemas.openxmlformats.org/officeDocument/2006/relationships/tags" Target="../tags/tag398.xml"/><Relationship Id="rId7" Type="http://schemas.openxmlformats.org/officeDocument/2006/relationships/tags" Target="../tags/tag397.xml"/><Relationship Id="rId6" Type="http://schemas.openxmlformats.org/officeDocument/2006/relationships/tags" Target="../tags/tag396.xml"/><Relationship Id="rId5" Type="http://schemas.openxmlformats.org/officeDocument/2006/relationships/tags" Target="../tags/tag395.xml"/><Relationship Id="rId4" Type="http://schemas.openxmlformats.org/officeDocument/2006/relationships/tags" Target="../tags/tag394.xml"/><Relationship Id="rId3" Type="http://schemas.openxmlformats.org/officeDocument/2006/relationships/tags" Target="../tags/tag393.xml"/><Relationship Id="rId26" Type="http://schemas.openxmlformats.org/officeDocument/2006/relationships/notesSlide" Target="../notesSlides/notesSlide45.xml"/><Relationship Id="rId25" Type="http://schemas.openxmlformats.org/officeDocument/2006/relationships/slideLayout" Target="../slideLayouts/slideLayout15.xml"/><Relationship Id="rId24" Type="http://schemas.openxmlformats.org/officeDocument/2006/relationships/tags" Target="../tags/tag414.xml"/><Relationship Id="rId23" Type="http://schemas.openxmlformats.org/officeDocument/2006/relationships/tags" Target="../tags/tag413.xml"/><Relationship Id="rId22" Type="http://schemas.openxmlformats.org/officeDocument/2006/relationships/tags" Target="../tags/tag412.xml"/><Relationship Id="rId21" Type="http://schemas.openxmlformats.org/officeDocument/2006/relationships/tags" Target="../tags/tag411.xml"/><Relationship Id="rId20" Type="http://schemas.openxmlformats.org/officeDocument/2006/relationships/tags" Target="../tags/tag410.xml"/><Relationship Id="rId2" Type="http://schemas.openxmlformats.org/officeDocument/2006/relationships/tags" Target="../tags/tag392.xml"/><Relationship Id="rId19" Type="http://schemas.openxmlformats.org/officeDocument/2006/relationships/tags" Target="../tags/tag409.xml"/><Relationship Id="rId18" Type="http://schemas.openxmlformats.org/officeDocument/2006/relationships/tags" Target="../tags/tag408.xml"/><Relationship Id="rId17" Type="http://schemas.openxmlformats.org/officeDocument/2006/relationships/tags" Target="../tags/tag407.xml"/><Relationship Id="rId16" Type="http://schemas.openxmlformats.org/officeDocument/2006/relationships/tags" Target="../tags/tag406.xml"/><Relationship Id="rId15" Type="http://schemas.openxmlformats.org/officeDocument/2006/relationships/tags" Target="../tags/tag405.xml"/><Relationship Id="rId14" Type="http://schemas.openxmlformats.org/officeDocument/2006/relationships/tags" Target="../tags/tag404.xml"/><Relationship Id="rId13" Type="http://schemas.openxmlformats.org/officeDocument/2006/relationships/tags" Target="../tags/tag403.xml"/><Relationship Id="rId12" Type="http://schemas.openxmlformats.org/officeDocument/2006/relationships/tags" Target="../tags/tag402.xml"/><Relationship Id="rId11" Type="http://schemas.openxmlformats.org/officeDocument/2006/relationships/tags" Target="../tags/tag401.xml"/><Relationship Id="rId10" Type="http://schemas.openxmlformats.org/officeDocument/2006/relationships/tags" Target="../tags/tag400.xml"/><Relationship Id="rId1" Type="http://schemas.openxmlformats.org/officeDocument/2006/relationships/tags" Target="../tags/tag391.xml"/></Relationships>
</file>

<file path=ppt/slides/_rels/slide51.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1" Type="http://schemas.openxmlformats.org/officeDocument/2006/relationships/slideLayout" Target="../slideLayouts/slideLayout15.xml"/><Relationship Id="rId20" Type="http://schemas.openxmlformats.org/officeDocument/2006/relationships/tags" Target="../tags/tag434.xml"/><Relationship Id="rId2" Type="http://schemas.openxmlformats.org/officeDocument/2006/relationships/tags" Target="../tags/tag416.xml"/><Relationship Id="rId19" Type="http://schemas.openxmlformats.org/officeDocument/2006/relationships/tags" Target="../tags/tag433.xml"/><Relationship Id="rId18" Type="http://schemas.openxmlformats.org/officeDocument/2006/relationships/tags" Target="../tags/tag432.xml"/><Relationship Id="rId17" Type="http://schemas.openxmlformats.org/officeDocument/2006/relationships/tags" Target="../tags/tag431.xml"/><Relationship Id="rId16" Type="http://schemas.openxmlformats.org/officeDocument/2006/relationships/tags" Target="../tags/tag430.xml"/><Relationship Id="rId15" Type="http://schemas.openxmlformats.org/officeDocument/2006/relationships/tags" Target="../tags/tag429.xml"/><Relationship Id="rId14" Type="http://schemas.openxmlformats.org/officeDocument/2006/relationships/tags" Target="../tags/tag428.xml"/><Relationship Id="rId13" Type="http://schemas.openxmlformats.org/officeDocument/2006/relationships/tags" Target="../tags/tag427.xml"/><Relationship Id="rId12" Type="http://schemas.openxmlformats.org/officeDocument/2006/relationships/tags" Target="../tags/tag426.xml"/><Relationship Id="rId11" Type="http://schemas.openxmlformats.org/officeDocument/2006/relationships/tags" Target="../tags/tag425.xml"/><Relationship Id="rId10" Type="http://schemas.openxmlformats.org/officeDocument/2006/relationships/tags" Target="../tags/tag424.xml"/><Relationship Id="rId1" Type="http://schemas.openxmlformats.org/officeDocument/2006/relationships/tags" Target="../tags/tag4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9" Type="http://schemas.openxmlformats.org/officeDocument/2006/relationships/tags" Target="../tags/tag443.xml"/><Relationship Id="rId8" Type="http://schemas.openxmlformats.org/officeDocument/2006/relationships/tags" Target="../tags/tag442.xml"/><Relationship Id="rId7" Type="http://schemas.openxmlformats.org/officeDocument/2006/relationships/tags" Target="../tags/tag441.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 Id="rId3" Type="http://schemas.openxmlformats.org/officeDocument/2006/relationships/tags" Target="../tags/tag437.xml"/><Relationship Id="rId21" Type="http://schemas.openxmlformats.org/officeDocument/2006/relationships/slideLayout" Target="../slideLayouts/slideLayout15.xml"/><Relationship Id="rId20" Type="http://schemas.openxmlformats.org/officeDocument/2006/relationships/tags" Target="../tags/tag454.xml"/><Relationship Id="rId2" Type="http://schemas.openxmlformats.org/officeDocument/2006/relationships/tags" Target="../tags/tag436.xml"/><Relationship Id="rId19" Type="http://schemas.openxmlformats.org/officeDocument/2006/relationships/tags" Target="../tags/tag453.xml"/><Relationship Id="rId18" Type="http://schemas.openxmlformats.org/officeDocument/2006/relationships/tags" Target="../tags/tag452.xml"/><Relationship Id="rId17" Type="http://schemas.openxmlformats.org/officeDocument/2006/relationships/tags" Target="../tags/tag451.xml"/><Relationship Id="rId16" Type="http://schemas.openxmlformats.org/officeDocument/2006/relationships/tags" Target="../tags/tag450.xml"/><Relationship Id="rId15" Type="http://schemas.openxmlformats.org/officeDocument/2006/relationships/tags" Target="../tags/tag449.xml"/><Relationship Id="rId14" Type="http://schemas.openxmlformats.org/officeDocument/2006/relationships/tags" Target="../tags/tag448.xml"/><Relationship Id="rId13" Type="http://schemas.openxmlformats.org/officeDocument/2006/relationships/tags" Target="../tags/tag447.xml"/><Relationship Id="rId12" Type="http://schemas.openxmlformats.org/officeDocument/2006/relationships/tags" Target="../tags/tag446.xml"/><Relationship Id="rId11" Type="http://schemas.openxmlformats.org/officeDocument/2006/relationships/tags" Target="../tags/tag445.xml"/><Relationship Id="rId10" Type="http://schemas.openxmlformats.org/officeDocument/2006/relationships/tags" Target="../tags/tag444.xml"/><Relationship Id="rId1" Type="http://schemas.openxmlformats.org/officeDocument/2006/relationships/tags" Target="../tags/tag4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9" Type="http://schemas.openxmlformats.org/officeDocument/2006/relationships/tags" Target="../tags/tag463.xml"/><Relationship Id="rId8" Type="http://schemas.openxmlformats.org/officeDocument/2006/relationships/tags" Target="../tags/tag462.xml"/><Relationship Id="rId7" Type="http://schemas.openxmlformats.org/officeDocument/2006/relationships/tags" Target="../tags/tag461.xml"/><Relationship Id="rId6" Type="http://schemas.openxmlformats.org/officeDocument/2006/relationships/tags" Target="../tags/tag460.xml"/><Relationship Id="rId5" Type="http://schemas.openxmlformats.org/officeDocument/2006/relationships/tags" Target="../tags/tag459.xml"/><Relationship Id="rId4" Type="http://schemas.openxmlformats.org/officeDocument/2006/relationships/tags" Target="../tags/tag458.xml"/><Relationship Id="rId3" Type="http://schemas.openxmlformats.org/officeDocument/2006/relationships/tags" Target="../tags/tag457.xml"/><Relationship Id="rId21" Type="http://schemas.openxmlformats.org/officeDocument/2006/relationships/slideLayout" Target="../slideLayouts/slideLayout15.xml"/><Relationship Id="rId20" Type="http://schemas.openxmlformats.org/officeDocument/2006/relationships/tags" Target="../tags/tag474.xml"/><Relationship Id="rId2" Type="http://schemas.openxmlformats.org/officeDocument/2006/relationships/tags" Target="../tags/tag456.xml"/><Relationship Id="rId19" Type="http://schemas.openxmlformats.org/officeDocument/2006/relationships/tags" Target="../tags/tag473.xml"/><Relationship Id="rId18" Type="http://schemas.openxmlformats.org/officeDocument/2006/relationships/tags" Target="../tags/tag472.xml"/><Relationship Id="rId17" Type="http://schemas.openxmlformats.org/officeDocument/2006/relationships/tags" Target="../tags/tag471.xml"/><Relationship Id="rId16" Type="http://schemas.openxmlformats.org/officeDocument/2006/relationships/tags" Target="../tags/tag470.xml"/><Relationship Id="rId15" Type="http://schemas.openxmlformats.org/officeDocument/2006/relationships/tags" Target="../tags/tag469.xml"/><Relationship Id="rId14" Type="http://schemas.openxmlformats.org/officeDocument/2006/relationships/tags" Target="../tags/tag468.xml"/><Relationship Id="rId13" Type="http://schemas.openxmlformats.org/officeDocument/2006/relationships/tags" Target="../tags/tag467.xml"/><Relationship Id="rId12" Type="http://schemas.openxmlformats.org/officeDocument/2006/relationships/tags" Target="../tags/tag466.xml"/><Relationship Id="rId11" Type="http://schemas.openxmlformats.org/officeDocument/2006/relationships/tags" Target="../tags/tag465.xml"/><Relationship Id="rId10" Type="http://schemas.openxmlformats.org/officeDocument/2006/relationships/tags" Target="../tags/tag464.xml"/><Relationship Id="rId1" Type="http://schemas.openxmlformats.org/officeDocument/2006/relationships/tags" Target="../tags/tag45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9" Type="http://schemas.openxmlformats.org/officeDocument/2006/relationships/tags" Target="../tags/tag483.xml"/><Relationship Id="rId8" Type="http://schemas.openxmlformats.org/officeDocument/2006/relationships/tags" Target="../tags/tag482.xml"/><Relationship Id="rId7" Type="http://schemas.openxmlformats.org/officeDocument/2006/relationships/tags" Target="../tags/tag481.xml"/><Relationship Id="rId6" Type="http://schemas.openxmlformats.org/officeDocument/2006/relationships/tags" Target="../tags/tag480.xml"/><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1" Type="http://schemas.openxmlformats.org/officeDocument/2006/relationships/slideLayout" Target="../slideLayouts/slideLayout15.xml"/><Relationship Id="rId20" Type="http://schemas.openxmlformats.org/officeDocument/2006/relationships/tags" Target="../tags/tag494.xml"/><Relationship Id="rId2" Type="http://schemas.openxmlformats.org/officeDocument/2006/relationships/tags" Target="../tags/tag476.xml"/><Relationship Id="rId19" Type="http://schemas.openxmlformats.org/officeDocument/2006/relationships/tags" Target="../tags/tag493.xml"/><Relationship Id="rId18" Type="http://schemas.openxmlformats.org/officeDocument/2006/relationships/tags" Target="../tags/tag492.xml"/><Relationship Id="rId17" Type="http://schemas.openxmlformats.org/officeDocument/2006/relationships/tags" Target="../tags/tag491.xml"/><Relationship Id="rId16" Type="http://schemas.openxmlformats.org/officeDocument/2006/relationships/tags" Target="../tags/tag490.xml"/><Relationship Id="rId15" Type="http://schemas.openxmlformats.org/officeDocument/2006/relationships/tags" Target="../tags/tag489.xml"/><Relationship Id="rId14" Type="http://schemas.openxmlformats.org/officeDocument/2006/relationships/tags" Target="../tags/tag488.xml"/><Relationship Id="rId13" Type="http://schemas.openxmlformats.org/officeDocument/2006/relationships/tags" Target="../tags/tag487.xml"/><Relationship Id="rId12" Type="http://schemas.openxmlformats.org/officeDocument/2006/relationships/tags" Target="../tags/tag486.xml"/><Relationship Id="rId11" Type="http://schemas.openxmlformats.org/officeDocument/2006/relationships/tags" Target="../tags/tag485.xml"/><Relationship Id="rId10" Type="http://schemas.openxmlformats.org/officeDocument/2006/relationships/tags" Target="../tags/tag484.xml"/><Relationship Id="rId1" Type="http://schemas.openxmlformats.org/officeDocument/2006/relationships/tags" Target="../tags/tag4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9" Type="http://schemas.openxmlformats.org/officeDocument/2006/relationships/tags" Target="../tags/tag503.xml"/><Relationship Id="rId8" Type="http://schemas.openxmlformats.org/officeDocument/2006/relationships/tags" Target="../tags/tag502.xml"/><Relationship Id="rId7" Type="http://schemas.openxmlformats.org/officeDocument/2006/relationships/tags" Target="../tags/tag501.xml"/><Relationship Id="rId6" Type="http://schemas.openxmlformats.org/officeDocument/2006/relationships/tags" Target="../tags/tag500.xml"/><Relationship Id="rId5" Type="http://schemas.openxmlformats.org/officeDocument/2006/relationships/tags" Target="../tags/tag499.xml"/><Relationship Id="rId4" Type="http://schemas.openxmlformats.org/officeDocument/2006/relationships/tags" Target="../tags/tag498.xml"/><Relationship Id="rId3" Type="http://schemas.openxmlformats.org/officeDocument/2006/relationships/tags" Target="../tags/tag497.xml"/><Relationship Id="rId26" Type="http://schemas.openxmlformats.org/officeDocument/2006/relationships/notesSlide" Target="../notesSlides/notesSlide46.xml"/><Relationship Id="rId25" Type="http://schemas.openxmlformats.org/officeDocument/2006/relationships/slideLayout" Target="../slideLayouts/slideLayout15.xml"/><Relationship Id="rId24" Type="http://schemas.openxmlformats.org/officeDocument/2006/relationships/tags" Target="../tags/tag518.xml"/><Relationship Id="rId23" Type="http://schemas.openxmlformats.org/officeDocument/2006/relationships/tags" Target="../tags/tag517.xml"/><Relationship Id="rId22" Type="http://schemas.openxmlformats.org/officeDocument/2006/relationships/tags" Target="../tags/tag516.xml"/><Relationship Id="rId21" Type="http://schemas.openxmlformats.org/officeDocument/2006/relationships/tags" Target="../tags/tag515.xml"/><Relationship Id="rId20" Type="http://schemas.openxmlformats.org/officeDocument/2006/relationships/tags" Target="../tags/tag514.xml"/><Relationship Id="rId2" Type="http://schemas.openxmlformats.org/officeDocument/2006/relationships/tags" Target="../tags/tag496.xml"/><Relationship Id="rId19" Type="http://schemas.openxmlformats.org/officeDocument/2006/relationships/tags" Target="../tags/tag513.xml"/><Relationship Id="rId18" Type="http://schemas.openxmlformats.org/officeDocument/2006/relationships/tags" Target="../tags/tag512.xml"/><Relationship Id="rId17" Type="http://schemas.openxmlformats.org/officeDocument/2006/relationships/tags" Target="../tags/tag511.xml"/><Relationship Id="rId16" Type="http://schemas.openxmlformats.org/officeDocument/2006/relationships/tags" Target="../tags/tag510.xml"/><Relationship Id="rId15" Type="http://schemas.openxmlformats.org/officeDocument/2006/relationships/tags" Target="../tags/tag509.xml"/><Relationship Id="rId14" Type="http://schemas.openxmlformats.org/officeDocument/2006/relationships/tags" Target="../tags/tag508.xml"/><Relationship Id="rId13" Type="http://schemas.openxmlformats.org/officeDocument/2006/relationships/tags" Target="../tags/tag507.xml"/><Relationship Id="rId12" Type="http://schemas.openxmlformats.org/officeDocument/2006/relationships/tags" Target="../tags/tag506.xml"/><Relationship Id="rId11" Type="http://schemas.openxmlformats.org/officeDocument/2006/relationships/tags" Target="../tags/tag505.xml"/><Relationship Id="rId10" Type="http://schemas.openxmlformats.org/officeDocument/2006/relationships/tags" Target="../tags/tag504.xml"/><Relationship Id="rId1" Type="http://schemas.openxmlformats.org/officeDocument/2006/relationships/tags" Target="../tags/tag49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5.xml"/><Relationship Id="rId2" Type="http://schemas.openxmlformats.org/officeDocument/2006/relationships/tags" Target="../tags/tag520.xml"/><Relationship Id="rId1" Type="http://schemas.openxmlformats.org/officeDocument/2006/relationships/tags" Target="../tags/tag519.xml"/></Relationships>
</file>

<file path=ppt/slides/_rels/slide84.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 Type="http://schemas.openxmlformats.org/officeDocument/2006/relationships/tags" Target="../tags/tag523.xml"/><Relationship Id="rId26" Type="http://schemas.openxmlformats.org/officeDocument/2006/relationships/notesSlide" Target="../notesSlides/notesSlide48.xml"/><Relationship Id="rId25" Type="http://schemas.openxmlformats.org/officeDocument/2006/relationships/slideLayout" Target="../slideLayouts/slideLayout15.xml"/><Relationship Id="rId24" Type="http://schemas.openxmlformats.org/officeDocument/2006/relationships/tags" Target="../tags/tag544.xml"/><Relationship Id="rId23" Type="http://schemas.openxmlformats.org/officeDocument/2006/relationships/tags" Target="../tags/tag543.xml"/><Relationship Id="rId22" Type="http://schemas.openxmlformats.org/officeDocument/2006/relationships/tags" Target="../tags/tag542.xml"/><Relationship Id="rId21" Type="http://schemas.openxmlformats.org/officeDocument/2006/relationships/tags" Target="../tags/tag541.xml"/><Relationship Id="rId20" Type="http://schemas.openxmlformats.org/officeDocument/2006/relationships/tags" Target="../tags/tag540.xml"/><Relationship Id="rId2" Type="http://schemas.openxmlformats.org/officeDocument/2006/relationships/tags" Target="../tags/tag522.xml"/><Relationship Id="rId19" Type="http://schemas.openxmlformats.org/officeDocument/2006/relationships/tags" Target="../tags/tag539.xml"/><Relationship Id="rId18" Type="http://schemas.openxmlformats.org/officeDocument/2006/relationships/tags" Target="../tags/tag538.xml"/><Relationship Id="rId17" Type="http://schemas.openxmlformats.org/officeDocument/2006/relationships/tags" Target="../tags/tag537.xml"/><Relationship Id="rId16" Type="http://schemas.openxmlformats.org/officeDocument/2006/relationships/tags" Target="../tags/tag536.xml"/><Relationship Id="rId15" Type="http://schemas.openxmlformats.org/officeDocument/2006/relationships/tags" Target="../tags/tag535.xml"/><Relationship Id="rId14" Type="http://schemas.openxmlformats.org/officeDocument/2006/relationships/tags" Target="../tags/tag534.xml"/><Relationship Id="rId13" Type="http://schemas.openxmlformats.org/officeDocument/2006/relationships/tags" Target="../tags/tag533.xml"/><Relationship Id="rId12" Type="http://schemas.openxmlformats.org/officeDocument/2006/relationships/tags" Target="../tags/tag532.xml"/><Relationship Id="rId11" Type="http://schemas.openxmlformats.org/officeDocument/2006/relationships/tags" Target="../tags/tag531.xml"/><Relationship Id="rId10" Type="http://schemas.openxmlformats.org/officeDocument/2006/relationships/tags" Target="../tags/tag530.xml"/><Relationship Id="rId1" Type="http://schemas.openxmlformats.org/officeDocument/2006/relationships/tags" Target="../tags/tag521.xml"/></Relationships>
</file>

<file path=ppt/slides/_rels/slide85.xml.rels><?xml version="1.0" encoding="UTF-8" standalone="yes"?>
<Relationships xmlns="http://schemas.openxmlformats.org/package/2006/relationships"><Relationship Id="rId9" Type="http://schemas.openxmlformats.org/officeDocument/2006/relationships/tags" Target="../tags/tag552.xml"/><Relationship Id="rId8" Type="http://schemas.openxmlformats.org/officeDocument/2006/relationships/tags" Target="../tags/tag551.xml"/><Relationship Id="rId7" Type="http://schemas.openxmlformats.org/officeDocument/2006/relationships/tags" Target="../tags/tag550.xml"/><Relationship Id="rId6" Type="http://schemas.openxmlformats.org/officeDocument/2006/relationships/tags" Target="../tags/tag549.xml"/><Relationship Id="rId5" Type="http://schemas.openxmlformats.org/officeDocument/2006/relationships/image" Target="../media/image12.jpeg"/><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3" Type="http://schemas.openxmlformats.org/officeDocument/2006/relationships/notesSlide" Target="../notesSlides/notesSlide49.xml"/><Relationship Id="rId12" Type="http://schemas.openxmlformats.org/officeDocument/2006/relationships/slideLayout" Target="../slideLayouts/slideLayout15.xml"/><Relationship Id="rId11" Type="http://schemas.openxmlformats.org/officeDocument/2006/relationships/tags" Target="../tags/tag553.xml"/><Relationship Id="rId10" Type="http://schemas.openxmlformats.org/officeDocument/2006/relationships/image" Target="../media/image13.png"/><Relationship Id="rId1" Type="http://schemas.openxmlformats.org/officeDocument/2006/relationships/tags" Target="../tags/tag545.xml"/></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27.xml"/><Relationship Id="rId3" Type="http://schemas.openxmlformats.org/officeDocument/2006/relationships/tags" Target="../tags/tag555.xml"/><Relationship Id="rId2" Type="http://schemas.openxmlformats.org/officeDocument/2006/relationships/tags" Target="../tags/tag554.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1384935" y="2401888"/>
            <a:ext cx="9902825" cy="574040"/>
          </a:xfrm>
          <a:prstGeom prst="rect">
            <a:avLst/>
          </a:prstGeom>
          <a:noFill/>
        </p:spPr>
        <p:txBody>
          <a:bodyPr wrap="square" lIns="144145" bIns="36195" rtlCol="0" anchor="ctr" anchorCtr="1">
            <a:spAutoFit/>
            <a:scene3d>
              <a:camera prst="orthographicFront"/>
              <a:lightRig rig="threePt" dir="t"/>
            </a:scene3d>
            <a:sp3d contourW="12700"/>
          </a:bodyPr>
          <a:lstStyle/>
          <a:p>
            <a:pPr algn="ctr">
              <a:buClrTx/>
              <a:buSzTx/>
              <a:buFontTx/>
            </a:pPr>
            <a:r>
              <a:rPr lang="zh-CN" altLang="en-US" sz="3200" b="1" dirty="0" smtClean="0">
                <a:latin typeface="Arial" panose="020B0604020202020204" pitchFamily="34" charset="0"/>
                <a:ea typeface="+mj-ea"/>
                <a:cs typeface="Arial" panose="020B0604020202020204" pitchFamily="34" charset="0"/>
                <a:sym typeface="+mn-ea"/>
              </a:rPr>
              <a:t>第一章</a:t>
            </a:r>
            <a:r>
              <a:rPr lang="en-US" altLang="zh-CN" sz="3200" b="1" dirty="0" smtClean="0">
                <a:latin typeface="Arial" panose="020B0604020202020204" pitchFamily="34" charset="0"/>
                <a:ea typeface="+mj-ea"/>
                <a:cs typeface="Arial" panose="020B0604020202020204" pitchFamily="34" charset="0"/>
                <a:sym typeface="+mn-ea"/>
              </a:rPr>
              <a:t> </a:t>
            </a:r>
            <a:r>
              <a:rPr lang="zh-CN" altLang="en-US" sz="3200" b="1" dirty="0" smtClean="0">
                <a:latin typeface="Arial" panose="020B0604020202020204" pitchFamily="34" charset="0"/>
                <a:ea typeface="+mj-ea"/>
                <a:cs typeface="Arial" panose="020B0604020202020204" pitchFamily="34" charset="0"/>
                <a:sym typeface="+mn-ea"/>
              </a:rPr>
              <a:t>任务一</a:t>
            </a:r>
            <a:r>
              <a:rPr lang="en-US" altLang="zh-CN" sz="3200" b="1" dirty="0" smtClean="0">
                <a:latin typeface="Arial" panose="020B0604020202020204" pitchFamily="34" charset="0"/>
                <a:ea typeface="+mj-ea"/>
                <a:cs typeface="Arial" panose="020B0604020202020204" pitchFamily="34" charset="0"/>
                <a:sym typeface="+mn-ea"/>
              </a:rPr>
              <a:t>   </a:t>
            </a:r>
            <a:r>
              <a:rPr lang="zh-CN" altLang="en-US" sz="3200" b="1" dirty="0" smtClean="0">
                <a:latin typeface="Arial" panose="020B0604020202020204" pitchFamily="34" charset="0"/>
                <a:ea typeface="+mj-ea"/>
                <a:cs typeface="Arial" panose="020B0604020202020204" pitchFamily="34" charset="0"/>
                <a:sym typeface="+mn-ea"/>
              </a:rPr>
              <a:t>设计并实现智能体工作流</a:t>
            </a:r>
            <a:endParaRPr lang="zh-CN" altLang="en-US" sz="3200" b="1" dirty="0" smtClean="0">
              <a:latin typeface="Arial" panose="020B0604020202020204" pitchFamily="34" charset="0"/>
              <a:ea typeface="+mj-ea"/>
              <a:cs typeface="Arial" panose="020B0604020202020204" pitchFamily="34" charset="0"/>
              <a:sym typeface="+mn-ea"/>
            </a:endParaRPr>
          </a:p>
        </p:txBody>
      </p:sp>
      <p:sp>
        <p:nvSpPr>
          <p:cNvPr id="5" name="圆角矩形 4"/>
          <p:cNvSpPr/>
          <p:nvPr>
            <p:custDataLst>
              <p:tags r:id="rId3"/>
            </p:custDataLst>
          </p:nvPr>
        </p:nvSpPr>
        <p:spPr>
          <a:xfrm>
            <a:off x="4784725" y="4558665"/>
            <a:ext cx="3103245" cy="498475"/>
          </a:xfrm>
          <a:prstGeom prst="roundRect">
            <a:avLst>
              <a:gd name="adj" fmla="val 50000"/>
            </a:avLst>
          </a:prstGeom>
          <a:gradFill>
            <a:gsLst>
              <a:gs pos="0">
                <a:srgbClr val="38A2F6"/>
              </a:gs>
              <a:gs pos="100000">
                <a:srgbClr val="266FE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4980305" y="4623435"/>
            <a:ext cx="2743200" cy="368300"/>
          </a:xfrm>
          <a:prstGeom prst="rect">
            <a:avLst/>
          </a:prstGeom>
          <a:noFill/>
        </p:spPr>
        <p:txBody>
          <a:bodyPr wrap="square" rtlCol="0">
            <a:spAutoFit/>
            <a:scene3d>
              <a:camera prst="orthographicFront"/>
              <a:lightRig rig="threePt" dir="t"/>
            </a:scene3d>
            <a:sp3d contourW="12700"/>
          </a:bodyPr>
          <a:lstStyle/>
          <a:p>
            <a:pPr algn="ctr"/>
            <a:r>
              <a:rPr lang="zh-CN" altLang="zh-CN" b="1" dirty="0">
                <a:solidFill>
                  <a:schemeClr val="bg1"/>
                </a:solidFill>
                <a:latin typeface="Kaiti SC Bold" charset="0"/>
                <a:ea typeface="Kaiti SC Bold" charset="0"/>
                <a:cs typeface="+mn-ea"/>
                <a:sym typeface="+mn-lt"/>
              </a:rPr>
              <a:t>智能体应用初探专项实战</a:t>
            </a:r>
            <a:endParaRPr lang="zh-CN" altLang="zh-CN" b="1" dirty="0">
              <a:solidFill>
                <a:schemeClr val="bg1"/>
              </a:solidFill>
              <a:latin typeface="Kaiti SC Bold" charset="0"/>
              <a:ea typeface="Kaiti SC Bold" charset="0"/>
              <a:cs typeface="+mn-ea"/>
              <a:sym typeface="+mn-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225425" y="1602105"/>
            <a:ext cx="6863715" cy="4776470"/>
          </a:xfrm>
          <a:prstGeom prst="rect">
            <a:avLst/>
          </a:prstGeom>
          <a:noFill/>
        </p:spPr>
      </p:pic>
      <p:sp>
        <p:nvSpPr>
          <p:cNvPr id="2" name="文本框 1"/>
          <p:cNvSpPr txBox="1"/>
          <p:nvPr/>
        </p:nvSpPr>
        <p:spPr>
          <a:xfrm>
            <a:off x="1362075" y="624840"/>
            <a:ext cx="3579495" cy="645160"/>
          </a:xfrm>
          <a:prstGeom prst="rect">
            <a:avLst/>
          </a:prstGeom>
          <a:noFill/>
        </p:spPr>
        <p:txBody>
          <a:bodyPr wrap="square" rtlCol="0">
            <a:spAutoFit/>
          </a:bodyPr>
          <a:lstStyle/>
          <a:p>
            <a:r>
              <a:rPr lang="zh-CN" altLang="en-US" sz="3600" dirty="0" smtClean="0">
                <a:solidFill>
                  <a:schemeClr val="accent1">
                    <a:lumMod val="75000"/>
                  </a:schemeClr>
                </a:solidFill>
              </a:rPr>
              <a:t>情境导入</a:t>
            </a:r>
            <a:endParaRPr lang="zh-CN" altLang="en-US" sz="3600" dirty="0">
              <a:solidFill>
                <a:schemeClr val="accent1">
                  <a:lumMod val="75000"/>
                </a:schemeClr>
              </a:solidFill>
            </a:endParaRPr>
          </a:p>
        </p:txBody>
      </p:sp>
      <p:sp>
        <p:nvSpPr>
          <p:cNvPr id="6" name="文本框 5"/>
          <p:cNvSpPr txBox="1"/>
          <p:nvPr/>
        </p:nvSpPr>
        <p:spPr>
          <a:xfrm>
            <a:off x="7509510" y="3428960"/>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a:t>
            </a:r>
            <a:r>
              <a:rPr lang="en-US" altLang="zh-CN" dirty="0">
                <a:latin typeface="微软雅黑" panose="020B0503020204020204" pitchFamily="34" charset="-122"/>
                <a:ea typeface="微软雅黑" panose="020B0503020204020204" pitchFamily="34" charset="-122"/>
                <a:sym typeface="+mn-ea"/>
              </a:rPr>
              <a:t>introduction_image}}</a:t>
            </a:r>
            <a:endParaRPr lang="en-US" altLang="zh-CN" dirty="0">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7311390" y="1715729"/>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 name="文本框 2"/>
          <p:cNvSpPr txBox="1"/>
          <p:nvPr/>
        </p:nvSpPr>
        <p:spPr>
          <a:xfrm>
            <a:off x="389890" y="1715770"/>
            <a:ext cx="6534785" cy="3629025"/>
          </a:xfrm>
          <a:prstGeom prst="rect">
            <a:avLst/>
          </a:prstGeom>
          <a:noFill/>
        </p:spPr>
        <p:txBody>
          <a:bodyPr wrap="square" rtlCol="0">
            <a:noAutofit/>
          </a:bodyPr>
          <a:lstStyle/>
          <a:p>
            <a:pPr indent="457200" algn="l" fontAlgn="auto">
              <a:lnSpc>
                <a:spcPct val="150000"/>
              </a:lnSpc>
            </a:pPr>
            <a:r>
              <a:rPr lang="zh-CN" altLang="zh-CN" dirty="0">
                <a:latin typeface="微软雅黑" panose="020B0503020204020204" pitchFamily="34" charset="-122"/>
                <a:ea typeface="微软雅黑" panose="020B0503020204020204" pitchFamily="34" charset="-122"/>
                <a:sym typeface="+mn-ea"/>
              </a:rPr>
              <a:t>某物流分拣中心每天处理上万件包裹，现有系统按固定流程操作。经理想引入新系统，让系统自己判断处理条码污损、易碎品等异常情况，并能根据实时车流调整分拣优先级。</a:t>
            </a:r>
            <a:endParaRPr lang="zh-CN" altLang="zh-CN" dirty="0">
              <a:latin typeface="微软雅黑" panose="020B0503020204020204" pitchFamily="34" charset="-122"/>
              <a:ea typeface="微软雅黑" panose="020B0503020204020204" pitchFamily="34" charset="-122"/>
              <a:sym typeface="+mn-ea"/>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535045" y="1271270"/>
            <a:ext cx="8034020" cy="1476375"/>
          </a:xfrm>
          <a:prstGeom prst="rect">
            <a:avLst/>
          </a:prstGeom>
          <a:noFill/>
        </p:spPr>
        <p:txBody>
          <a:bodyPr wrap="square" rtlCol="0">
            <a:spAutoFit/>
          </a:bodyPr>
          <a:lstStyle/>
          <a:p>
            <a:pPr algn="l" fontAlgn="auto">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同样是自动化，工作流和智能体有什么区别？</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新系统需要具备什么功能才能在企业中稳定工作？</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如何用自己的话对系统下指令来实现经理的想法？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362075" y="624840"/>
            <a:ext cx="2098675" cy="646331"/>
          </a:xfrm>
          <a:prstGeom prst="rect">
            <a:avLst/>
          </a:prstGeom>
          <a:noFill/>
        </p:spPr>
        <p:txBody>
          <a:bodyPr wrap="square" rtlCol="0">
            <a:spAutoFit/>
          </a:bodyPr>
          <a:lstStyle/>
          <a:p>
            <a:r>
              <a:rPr lang="zh-CN" altLang="en-US" sz="3600" dirty="0" smtClean="0">
                <a:solidFill>
                  <a:schemeClr val="accent1">
                    <a:lumMod val="75000"/>
                  </a:schemeClr>
                </a:solidFill>
              </a:rPr>
              <a:t>思考一下</a:t>
            </a:r>
            <a:endParaRPr lang="zh-CN" altLang="en-US" sz="3600" dirty="0">
              <a:solidFill>
                <a:schemeClr val="accent1">
                  <a:lumMod val="7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47140" y="2500630"/>
            <a:ext cx="1237615" cy="2721610"/>
          </a:xfrm>
          <a:prstGeom prst="rect">
            <a:avLst/>
          </a:prstGeom>
        </p:spPr>
      </p:pic>
      <p:pic>
        <p:nvPicPr>
          <p:cNvPr id="7" name="图片 6" descr="31393935333436303b31393936353336343bceca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1045" y="562242"/>
            <a:ext cx="771525" cy="771525"/>
          </a:xfrm>
          <a:prstGeom prst="rect">
            <a:avLst/>
          </a:prstGeom>
        </p:spPr>
      </p:pic>
      <p:sp>
        <p:nvSpPr>
          <p:cNvPr id="8" name="矩形 7"/>
          <p:cNvSpPr/>
          <p:nvPr/>
        </p:nvSpPr>
        <p:spPr>
          <a:xfrm>
            <a:off x="5457190" y="2889947"/>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{{image:thinking_image}}</a:t>
            </a:r>
            <a:endParaRPr lang="en-US" altLang="zh-CN" dirty="0">
              <a:solidFill>
                <a:schemeClr val="tx1"/>
              </a:solidFill>
            </a:endParaRPr>
          </a:p>
        </p:txBody>
      </p:sp>
    </p:spTree>
    <p:custDataLst>
      <p:tags r:id="rId4"/>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p:cNvSpPr txBox="1"/>
          <p:nvPr/>
        </p:nvSpPr>
        <p:spPr>
          <a:xfrm>
            <a:off x="642620" y="3124800"/>
            <a:ext cx="5382895" cy="1322070"/>
          </a:xfrm>
          <a:prstGeom prst="rect">
            <a:avLst/>
          </a:prstGeom>
          <a:noFill/>
        </p:spPr>
        <p:txBody>
          <a:bodyPr wrap="square" rtlCol="0">
            <a:spAutoFit/>
          </a:bodyPr>
          <a:lstStyle/>
          <a:p>
            <a:pPr algn="ctr"/>
            <a:r>
              <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07" name="椭圆 106"/>
          <p:cNvSpPr/>
          <p:nvPr/>
        </p:nvSpPr>
        <p:spPr>
          <a:xfrm>
            <a:off x="1812870" y="1985229"/>
            <a:ext cx="398145" cy="39814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sp>
        <p:nvSpPr>
          <p:cNvPr id="99" name="椭圆 98"/>
          <p:cNvSpPr/>
          <p:nvPr/>
        </p:nvSpPr>
        <p:spPr>
          <a:xfrm>
            <a:off x="6315642" y="3786753"/>
            <a:ext cx="617635" cy="6176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pic>
        <p:nvPicPr>
          <p:cNvPr id="90" name="图片 8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7261" y="5867261"/>
            <a:ext cx="1714739" cy="990738"/>
          </a:xfrm>
          <a:prstGeom prst="rect">
            <a:avLst/>
          </a:prstGeom>
        </p:spPr>
      </p:pic>
      <p:sp>
        <p:nvSpPr>
          <p:cNvPr id="62" name="文本框 61"/>
          <p:cNvSpPr txBox="1"/>
          <p:nvPr/>
        </p:nvSpPr>
        <p:spPr>
          <a:xfrm>
            <a:off x="642406" y="657124"/>
            <a:ext cx="5589905" cy="706755"/>
          </a:xfrm>
          <a:prstGeom prst="rect">
            <a:avLst/>
          </a:prstGeom>
          <a:noFill/>
        </p:spPr>
        <p:txBody>
          <a:bodyPr wrap="square" rtlCol="0">
            <a:spAutoFit/>
          </a:bodyPr>
          <a:lstStyle/>
          <a:p>
            <a:pPr algn="l"/>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文本框 5"/>
          <p:cNvSpPr txBox="1"/>
          <p:nvPr/>
        </p:nvSpPr>
        <p:spPr>
          <a:xfrm>
            <a:off x="7131685" y="3532465"/>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{{image:st</a:t>
            </a:r>
            <a:r>
              <a:rPr lang="en-US" altLang="zh-CN" dirty="0">
                <a:latin typeface="微软雅黑" panose="020B0503020204020204" pitchFamily="34" charset="-122"/>
                <a:ea typeface="微软雅黑" panose="020B0503020204020204" pitchFamily="34" charset="-122"/>
                <a:sym typeface="+mn-ea"/>
              </a:rPr>
              <a:t>art_image}}</a:t>
            </a:r>
            <a:endParaRPr lang="en-US" altLang="zh-CN" dirty="0">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6933565" y="1819234"/>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srgbClr val="0064D2"/>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b="1" i="0" u="none" strike="noStrike" kern="1200" cap="none" spc="0" normalizeH="0" baseline="0" noProof="0" dirty="0">
                <a:ln>
                  <a:noFill/>
                </a:ln>
                <a:solidFill>
                  <a:srgbClr val="0064D2"/>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30997"/>
            <a:chOff x="1019810" y="3241423"/>
            <a:chExt cx="5267818" cy="830997"/>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cs typeface="+mn-ea"/>
                  <a:sym typeface="+mn-lt"/>
                </a:rPr>
                <a:t>任务目标和重难点</a:t>
              </a:r>
              <a:endParaRPr lang="zh-CN" altLang="en-US" sz="2800" dirty="0">
                <a:cs typeface="+mn-ea"/>
                <a:sym typeface="+mn-lt"/>
              </a:endParaRPr>
            </a:p>
          </p:txBody>
        </p:sp>
        <p:sp>
          <p:nvSpPr>
            <p:cNvPr id="34" name="文本框 33"/>
            <p:cNvSpPr txBox="1"/>
            <p:nvPr>
              <p:custDataLst>
                <p:tags r:id="rId7"/>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30997"/>
            <a:chOff x="1019810" y="5599430"/>
            <a:chExt cx="4068621" cy="830997"/>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smtClean="0">
                  <a:ln>
                    <a:noFill/>
                  </a:ln>
                  <a:effectLst/>
                  <a:uLnTx/>
                  <a:uFillTx/>
                  <a:latin typeface="Arial" panose="020B0604020202020204"/>
                  <a:ea typeface="微软雅黑" panose="020B0503020204020204" pitchFamily="34" charset="-122"/>
                  <a:cs typeface="+mn-ea"/>
                  <a:sym typeface="+mn-lt"/>
                </a:rPr>
                <a:t>储备</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custDataLst>
              <p:tags r:id="rId13"/>
            </p:custDataLst>
          </p:nvPr>
        </p:nvGrpSpPr>
        <p:grpSpPr>
          <a:xfrm>
            <a:off x="6645792" y="2466861"/>
            <a:ext cx="4068621" cy="830997"/>
            <a:chOff x="1019810" y="3241423"/>
            <a:chExt cx="4068621" cy="830997"/>
          </a:xfrm>
        </p:grpSpPr>
        <p:sp>
          <p:nvSpPr>
            <p:cNvPr id="48" name="文本框 47"/>
            <p:cNvSpPr txBox="1"/>
            <p:nvPr>
              <p:custDataLst>
                <p:tags r:id="rId14"/>
              </p:custDataLst>
            </p:nvPr>
          </p:nvSpPr>
          <p:spPr>
            <a:xfrm flipH="1">
              <a:off x="2214342" y="3424938"/>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9" name="文本框 48"/>
            <p:cNvSpPr txBox="1"/>
            <p:nvPr>
              <p:custDataLst>
                <p:tags r:id="rId15"/>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0" name="直接连接符 49"/>
            <p:cNvCxnSpPr/>
            <p:nvPr>
              <p:custDataLst>
                <p:tags r:id="rId16"/>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7"/>
            </p:custDataLst>
          </p:nvPr>
        </p:nvGrpSpPr>
        <p:grpSpPr>
          <a:xfrm>
            <a:off x="6645792" y="3379128"/>
            <a:ext cx="4068621" cy="830997"/>
            <a:chOff x="1019810" y="5599430"/>
            <a:chExt cx="4068621" cy="830997"/>
          </a:xfrm>
        </p:grpSpPr>
        <p:sp>
          <p:nvSpPr>
            <p:cNvPr id="56" name="文本框 55"/>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9"/>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21"/>
            </p:custDataLst>
          </p:nvPr>
        </p:nvGrpSpPr>
        <p:grpSpPr>
          <a:xfrm>
            <a:off x="6645792" y="4262185"/>
            <a:ext cx="4068621" cy="830997"/>
            <a:chOff x="1019810" y="5599430"/>
            <a:chExt cx="4068621" cy="830997"/>
          </a:xfrm>
        </p:grpSpPr>
        <p:sp>
          <p:nvSpPr>
            <p:cNvPr id="60" name="文本框 59"/>
            <p:cNvSpPr txBox="1"/>
            <p:nvPr>
              <p:custDataLst>
                <p:tags r:id="rId22"/>
              </p:custDataLst>
            </p:nvPr>
          </p:nvSpPr>
          <p:spPr>
            <a:xfrm flipH="1">
              <a:off x="2214342" y="5782945"/>
              <a:ext cx="2874089" cy="52322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smtClean="0">
                  <a:solidFill>
                    <a:schemeClr val="tx1"/>
                  </a:solidFill>
                  <a:cs typeface="+mn-ea"/>
                  <a:sym typeface="+mn-lt"/>
                </a:rPr>
                <a:t>拓展</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61" name="文本框 60"/>
            <p:cNvSpPr txBox="1"/>
            <p:nvPr>
              <p:custDataLst>
                <p:tags r:id="rId23"/>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700895" y="621030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7" name="椭圆 6"/>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8" name="椭圆 7"/>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sp>
        <p:nvSpPr>
          <p:cNvPr id="18" name="文本框 17"/>
          <p:cNvSpPr txBox="1"/>
          <p:nvPr/>
        </p:nvSpPr>
        <p:spPr>
          <a:xfrm>
            <a:off x="3006090" y="1358265"/>
            <a:ext cx="8279765" cy="1743075"/>
          </a:xfrm>
          <a:prstGeom prst="rect">
            <a:avLst/>
          </a:prstGeom>
          <a:noFill/>
        </p:spPr>
        <p:txBody>
          <a:bodyPr wrap="square">
            <a:noAutofit/>
          </a:bodyPr>
          <a:lstStyle/>
          <a:p>
            <a:pPr indent="457200" algn="l"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本任务旨在指导学员完成基于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平台的智能问答助手搭建任务，并在项目中辨析智能体与工作流的概念，掌握二者的核心能力框架以及实际应用开发流程。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tasks_2029px_1205684_easyicon.net"/>
          <p:cNvPicPr>
            <a:picLocks noChangeAspect="1"/>
          </p:cNvPicPr>
          <p:nvPr/>
        </p:nvPicPr>
        <p:blipFill>
          <a:blip r:embed="rId1"/>
          <a:stretch>
            <a:fillRect/>
          </a:stretch>
        </p:blipFill>
        <p:spPr>
          <a:xfrm>
            <a:off x="835025" y="2726055"/>
            <a:ext cx="2023110" cy="2023110"/>
          </a:xfrm>
          <a:prstGeom prst="rect">
            <a:avLst/>
          </a:prstGeom>
        </p:spPr>
      </p:pic>
      <p:sp>
        <p:nvSpPr>
          <p:cNvPr id="5" name="文本框 4"/>
          <p:cNvSpPr txBox="1"/>
          <p:nvPr/>
        </p:nvSpPr>
        <p:spPr>
          <a:xfrm>
            <a:off x="1278000" y="792000"/>
            <a:ext cx="595312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描述</a:t>
            </a:r>
            <a:endPar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9" name="文本框 8"/>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01</a:t>
            </a:r>
            <a:endParaRPr lang="en-US" altLang="zh-CN" sz="3200" dirty="0">
              <a:solidFill>
                <a:srgbClr val="3F396C"/>
              </a:solidFill>
              <a:latin typeface="思源宋体" panose="02020700000000000000" charset="-122"/>
              <a:ea typeface="思源宋体" panose="02020700000000000000" charset="-122"/>
            </a:endParaRPr>
          </a:p>
        </p:txBody>
      </p:sp>
      <p:sp>
        <p:nvSpPr>
          <p:cNvPr id="2" name="文本框 1"/>
          <p:cNvSpPr txBox="1"/>
          <p:nvPr/>
        </p:nvSpPr>
        <p:spPr>
          <a:xfrm>
            <a:off x="3486150" y="3106738"/>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a:t>
            </a:r>
            <a:r>
              <a:rPr lang="zh-CN" altLang="en-US" sz="2400" b="1" dirty="0" smtClean="0">
                <a:solidFill>
                  <a:srgbClr val="FFC000"/>
                </a:solidFill>
                <a:latin typeface="+mn-ea"/>
                <a:cs typeface="+mn-ea"/>
                <a:sym typeface="+mn-lt"/>
              </a:rPr>
              <a:t>要求：</a:t>
            </a:r>
            <a:endParaRPr lang="zh-CN" altLang="en-US" sz="2400" b="1" dirty="0" smtClean="0">
              <a:solidFill>
                <a:srgbClr val="FFC000"/>
              </a:solidFill>
              <a:latin typeface="+mn-ea"/>
              <a:cs typeface="+mn-ea"/>
              <a:sym typeface="+mn-lt"/>
            </a:endParaRPr>
          </a:p>
        </p:txBody>
      </p:sp>
      <p:sp>
        <p:nvSpPr>
          <p:cNvPr id="4" name="文本框 3"/>
          <p:cNvSpPr txBox="1"/>
          <p:nvPr/>
        </p:nvSpPr>
        <p:spPr>
          <a:xfrm>
            <a:off x="3006090" y="356743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能准确区分智能体与工作流的适用场景；</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006000" y="403606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能根据任务特征做出合理的技术选型和搭配；</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文本框 14"/>
          <p:cNvSpPr txBox="1"/>
          <p:nvPr/>
        </p:nvSpPr>
        <p:spPr>
          <a:xfrm>
            <a:off x="3006000" y="4503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能根据实际场景编写有效的系统提示词；</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3006090" y="4971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能调整提示词和参数优化智能体；</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3006000" y="5439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能准确区分智能体与工作流的适用场景；</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任务目标和重难点</a:t>
              </a:r>
              <a:endParaRPr lang="zh-CN" altLang="en-US" sz="2800" b="1" dirty="0">
                <a:solidFill>
                  <a:srgbClr val="0064D2"/>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储备</a:t>
              </a:r>
              <a:endPar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27"/>
          <p:cNvPicPr>
            <a:picLocks noChangeAspect="1"/>
          </p:cNvPicPr>
          <p:nvPr/>
        </p:nvPicPr>
        <p:blipFill>
          <a:blip r:embed="rId1"/>
          <a:stretch>
            <a:fillRect/>
          </a:stretch>
        </p:blipFill>
        <p:spPr>
          <a:xfrm>
            <a:off x="1160780" y="1422400"/>
            <a:ext cx="265113" cy="265113"/>
          </a:xfrm>
          <a:prstGeom prst="rect">
            <a:avLst/>
          </a:prstGeom>
          <a:noFill/>
          <a:ln w="9525">
            <a:noFill/>
          </a:ln>
        </p:spPr>
      </p:pic>
      <p:grpSp>
        <p:nvGrpSpPr>
          <p:cNvPr id="9" name="组合 2"/>
          <p:cNvGrpSpPr/>
          <p:nvPr/>
        </p:nvGrpSpPr>
        <p:grpSpPr>
          <a:xfrm>
            <a:off x="901700" y="1970405"/>
            <a:ext cx="3784600" cy="3206750"/>
            <a:chOff x="4542865" y="2599283"/>
            <a:chExt cx="3785291" cy="3205882"/>
          </a:xfrm>
        </p:grpSpPr>
        <p:sp>
          <p:nvSpPr>
            <p:cNvPr id="10" name="任意多边形: 形状 9"/>
            <p:cNvSpPr>
              <a:spLocks noChangeAspect="1"/>
            </p:cNvSpPr>
            <p:nvPr/>
          </p:nvSpPr>
          <p:spPr bwMode="auto">
            <a:xfrm>
              <a:off x="4542865" y="2599283"/>
              <a:ext cx="3105717" cy="3205882"/>
            </a:xfrm>
            <a:custGeom>
              <a:avLst/>
              <a:gdLst>
                <a:gd name="connsiteX0" fmla="*/ 1670165 w 3340338"/>
                <a:gd name="connsiteY0" fmla="*/ 895968 h 3448053"/>
                <a:gd name="connsiteX1" fmla="*/ 842107 w 3340338"/>
                <a:gd name="connsiteY1" fmla="*/ 1724026 h 3448053"/>
                <a:gd name="connsiteX2" fmla="*/ 1670165 w 3340338"/>
                <a:gd name="connsiteY2" fmla="*/ 2552084 h 3448053"/>
                <a:gd name="connsiteX3" fmla="*/ 2498223 w 3340338"/>
                <a:gd name="connsiteY3" fmla="*/ 1724026 h 3448053"/>
                <a:gd name="connsiteX4" fmla="*/ 1670165 w 3340338"/>
                <a:gd name="connsiteY4" fmla="*/ 895968 h 3448053"/>
                <a:gd name="connsiteX5" fmla="*/ 1670347 w 3340338"/>
                <a:gd name="connsiteY5" fmla="*/ 830419 h 3448053"/>
                <a:gd name="connsiteX6" fmla="*/ 2564891 w 3340338"/>
                <a:gd name="connsiteY6" fmla="*/ 1724288 h 3448053"/>
                <a:gd name="connsiteX7" fmla="*/ 1670347 w 3340338"/>
                <a:gd name="connsiteY7" fmla="*/ 2617629 h 3448053"/>
                <a:gd name="connsiteX8" fmla="*/ 775280 w 3340338"/>
                <a:gd name="connsiteY8" fmla="*/ 1724288 h 3448053"/>
                <a:gd name="connsiteX9" fmla="*/ 1670347 w 3340338"/>
                <a:gd name="connsiteY9" fmla="*/ 830419 h 3448053"/>
                <a:gd name="connsiteX10" fmla="*/ 1670347 w 3340338"/>
                <a:gd name="connsiteY10" fmla="*/ 598661 h 3448053"/>
                <a:gd name="connsiteX11" fmla="*/ 543023 w 3340338"/>
                <a:gd name="connsiteY11" fmla="*/ 1724288 h 3448053"/>
                <a:gd name="connsiteX12" fmla="*/ 1670347 w 3340338"/>
                <a:gd name="connsiteY12" fmla="*/ 2849392 h 3448053"/>
                <a:gd name="connsiteX13" fmla="*/ 2797148 w 3340338"/>
                <a:gd name="connsiteY13" fmla="*/ 1724288 h 3448053"/>
                <a:gd name="connsiteX14" fmla="*/ 1670347 w 3340338"/>
                <a:gd name="connsiteY14" fmla="*/ 598661 h 3448053"/>
                <a:gd name="connsiteX15" fmla="*/ 1383667 w 3340338"/>
                <a:gd name="connsiteY15" fmla="*/ 0 h 3448053"/>
                <a:gd name="connsiteX16" fmla="*/ 1956505 w 3340338"/>
                <a:gd name="connsiteY16" fmla="*/ 0 h 3448053"/>
                <a:gd name="connsiteX17" fmla="*/ 2192343 w 3340338"/>
                <a:gd name="connsiteY17" fmla="*/ 235487 h 3448053"/>
                <a:gd name="connsiteX18" fmla="*/ 2192343 w 3340338"/>
                <a:gd name="connsiteY18" fmla="*/ 478302 h 3448053"/>
                <a:gd name="connsiteX19" fmla="*/ 2484789 w 3340338"/>
                <a:gd name="connsiteY19" fmla="*/ 652038 h 3448053"/>
                <a:gd name="connsiteX20" fmla="*/ 2699667 w 3340338"/>
                <a:gd name="connsiteY20" fmla="*/ 528013 h 3448053"/>
                <a:gd name="connsiteX21" fmla="*/ 2817586 w 3340338"/>
                <a:gd name="connsiteY21" fmla="*/ 496620 h 3448053"/>
                <a:gd name="connsiteX22" fmla="*/ 3022504 w 3340338"/>
                <a:gd name="connsiteY22" fmla="*/ 614363 h 3448053"/>
                <a:gd name="connsiteX23" fmla="*/ 3308662 w 3340338"/>
                <a:gd name="connsiteY23" fmla="*/ 1109408 h 3448053"/>
                <a:gd name="connsiteX24" fmla="*/ 3332243 w 3340338"/>
                <a:gd name="connsiteY24" fmla="*/ 1288374 h 3448053"/>
                <a:gd name="connsiteX25" fmla="*/ 3222186 w 3340338"/>
                <a:gd name="connsiteY25" fmla="*/ 1431240 h 3448053"/>
                <a:gd name="connsiteX26" fmla="*/ 3005733 w 3340338"/>
                <a:gd name="connsiteY26" fmla="*/ 1556306 h 3448053"/>
                <a:gd name="connsiteX27" fmla="*/ 3023027 w 3340338"/>
                <a:gd name="connsiteY27" fmla="*/ 1724288 h 3448053"/>
                <a:gd name="connsiteX28" fmla="*/ 3005733 w 3340338"/>
                <a:gd name="connsiteY28" fmla="*/ 1891748 h 3448053"/>
                <a:gd name="connsiteX29" fmla="*/ 3222186 w 3340338"/>
                <a:gd name="connsiteY29" fmla="*/ 2016814 h 3448053"/>
                <a:gd name="connsiteX30" fmla="*/ 3308662 w 3340338"/>
                <a:gd name="connsiteY30" fmla="*/ 2338651 h 3448053"/>
                <a:gd name="connsiteX31" fmla="*/ 3022504 w 3340338"/>
                <a:gd name="connsiteY31" fmla="*/ 2833696 h 3448053"/>
                <a:gd name="connsiteX32" fmla="*/ 2878905 w 3340338"/>
                <a:gd name="connsiteY32" fmla="*/ 2943588 h 3448053"/>
                <a:gd name="connsiteX33" fmla="*/ 2818109 w 3340338"/>
                <a:gd name="connsiteY33" fmla="*/ 2951439 h 3448053"/>
                <a:gd name="connsiteX34" fmla="*/ 2699667 w 3340338"/>
                <a:gd name="connsiteY34" fmla="*/ 2920041 h 3448053"/>
                <a:gd name="connsiteX35" fmla="*/ 2484789 w 3340338"/>
                <a:gd name="connsiteY35" fmla="*/ 2796015 h 3448053"/>
                <a:gd name="connsiteX36" fmla="*/ 2192343 w 3340338"/>
                <a:gd name="connsiteY36" fmla="*/ 2970280 h 3448053"/>
                <a:gd name="connsiteX37" fmla="*/ 2192343 w 3340338"/>
                <a:gd name="connsiteY37" fmla="*/ 3212566 h 3448053"/>
                <a:gd name="connsiteX38" fmla="*/ 1956505 w 3340338"/>
                <a:gd name="connsiteY38" fmla="*/ 3448053 h 3448053"/>
                <a:gd name="connsiteX39" fmla="*/ 1383667 w 3340338"/>
                <a:gd name="connsiteY39" fmla="*/ 3448053 h 3448053"/>
                <a:gd name="connsiteX40" fmla="*/ 1147828 w 3340338"/>
                <a:gd name="connsiteY40" fmla="*/ 3212566 h 3448053"/>
                <a:gd name="connsiteX41" fmla="*/ 1147828 w 3340338"/>
                <a:gd name="connsiteY41" fmla="*/ 2970280 h 3448053"/>
                <a:gd name="connsiteX42" fmla="*/ 854860 w 3340338"/>
                <a:gd name="connsiteY42" fmla="*/ 2796015 h 3448053"/>
                <a:gd name="connsiteX43" fmla="*/ 639981 w 3340338"/>
                <a:gd name="connsiteY43" fmla="*/ 2920041 h 3448053"/>
                <a:gd name="connsiteX44" fmla="*/ 522062 w 3340338"/>
                <a:gd name="connsiteY44" fmla="*/ 2951439 h 3448053"/>
                <a:gd name="connsiteX45" fmla="*/ 460743 w 3340338"/>
                <a:gd name="connsiteY45" fmla="*/ 2943588 h 3448053"/>
                <a:gd name="connsiteX46" fmla="*/ 318190 w 3340338"/>
                <a:gd name="connsiteY46" fmla="*/ 2833696 h 3448053"/>
                <a:gd name="connsiteX47" fmla="*/ 31509 w 3340338"/>
                <a:gd name="connsiteY47" fmla="*/ 2338122 h 3448053"/>
                <a:gd name="connsiteX48" fmla="*/ 117985 w 3340338"/>
                <a:gd name="connsiteY48" fmla="*/ 2016291 h 3448053"/>
                <a:gd name="connsiteX49" fmla="*/ 334438 w 3340338"/>
                <a:gd name="connsiteY49" fmla="*/ 1891748 h 3448053"/>
                <a:gd name="connsiteX50" fmla="*/ 317144 w 3340338"/>
                <a:gd name="connsiteY50" fmla="*/ 1724288 h 3448053"/>
                <a:gd name="connsiteX51" fmla="*/ 334438 w 3340338"/>
                <a:gd name="connsiteY51" fmla="*/ 1556306 h 3448053"/>
                <a:gd name="connsiteX52" fmla="*/ 117985 w 3340338"/>
                <a:gd name="connsiteY52" fmla="*/ 1431240 h 3448053"/>
                <a:gd name="connsiteX53" fmla="*/ 31509 w 3340338"/>
                <a:gd name="connsiteY53" fmla="*/ 1109408 h 3448053"/>
                <a:gd name="connsiteX54" fmla="*/ 318190 w 3340338"/>
                <a:gd name="connsiteY54" fmla="*/ 614363 h 3448053"/>
                <a:gd name="connsiteX55" fmla="*/ 460743 w 3340338"/>
                <a:gd name="connsiteY55" fmla="*/ 504465 h 3448053"/>
                <a:gd name="connsiteX56" fmla="*/ 522062 w 3340338"/>
                <a:gd name="connsiteY56" fmla="*/ 496620 h 3448053"/>
                <a:gd name="connsiteX57" fmla="*/ 639981 w 3340338"/>
                <a:gd name="connsiteY57" fmla="*/ 528013 h 3448053"/>
                <a:gd name="connsiteX58" fmla="*/ 854860 w 3340338"/>
                <a:gd name="connsiteY58" fmla="*/ 652038 h 3448053"/>
                <a:gd name="connsiteX59" fmla="*/ 1147828 w 3340338"/>
                <a:gd name="connsiteY59" fmla="*/ 478302 h 3448053"/>
                <a:gd name="connsiteX60" fmla="*/ 1147828 w 3340338"/>
                <a:gd name="connsiteY60" fmla="*/ 235487 h 3448053"/>
                <a:gd name="connsiteX61" fmla="*/ 1383667 w 3340338"/>
                <a:gd name="connsiteY61" fmla="*/ 0 h 344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40338" h="3448053">
                  <a:moveTo>
                    <a:pt x="1670165" y="895968"/>
                  </a:moveTo>
                  <a:cubicBezTo>
                    <a:pt x="1212841" y="895968"/>
                    <a:pt x="842107" y="1266702"/>
                    <a:pt x="842107" y="1724026"/>
                  </a:cubicBezTo>
                  <a:cubicBezTo>
                    <a:pt x="842107" y="2181350"/>
                    <a:pt x="1212841" y="2552084"/>
                    <a:pt x="1670165" y="2552084"/>
                  </a:cubicBezTo>
                  <a:cubicBezTo>
                    <a:pt x="2127489" y="2552084"/>
                    <a:pt x="2498223" y="2181350"/>
                    <a:pt x="2498223" y="1724026"/>
                  </a:cubicBezTo>
                  <a:cubicBezTo>
                    <a:pt x="2498223" y="1266702"/>
                    <a:pt x="2127489" y="895968"/>
                    <a:pt x="1670165" y="895968"/>
                  </a:cubicBezTo>
                  <a:close/>
                  <a:moveTo>
                    <a:pt x="1670347" y="830419"/>
                  </a:moveTo>
                  <a:cubicBezTo>
                    <a:pt x="2163475" y="830419"/>
                    <a:pt x="2564891" y="1231301"/>
                    <a:pt x="2564891" y="1724288"/>
                  </a:cubicBezTo>
                  <a:cubicBezTo>
                    <a:pt x="2564891" y="2216752"/>
                    <a:pt x="2163475" y="2617629"/>
                    <a:pt x="1670347" y="2617629"/>
                  </a:cubicBezTo>
                  <a:cubicBezTo>
                    <a:pt x="1176696" y="2617629"/>
                    <a:pt x="775280" y="2216752"/>
                    <a:pt x="775280" y="1724288"/>
                  </a:cubicBezTo>
                  <a:cubicBezTo>
                    <a:pt x="775280" y="1231301"/>
                    <a:pt x="1176696" y="830419"/>
                    <a:pt x="1670347" y="830419"/>
                  </a:cubicBezTo>
                  <a:close/>
                  <a:moveTo>
                    <a:pt x="1670347" y="598661"/>
                  </a:moveTo>
                  <a:cubicBezTo>
                    <a:pt x="1048777" y="598661"/>
                    <a:pt x="543023" y="1103649"/>
                    <a:pt x="543023" y="1724288"/>
                  </a:cubicBezTo>
                  <a:cubicBezTo>
                    <a:pt x="543023" y="2344927"/>
                    <a:pt x="1048777" y="2849392"/>
                    <a:pt x="1670347" y="2849392"/>
                  </a:cubicBezTo>
                  <a:cubicBezTo>
                    <a:pt x="2291394" y="2849392"/>
                    <a:pt x="2797148" y="2344927"/>
                    <a:pt x="2797148" y="1724288"/>
                  </a:cubicBezTo>
                  <a:cubicBezTo>
                    <a:pt x="2797148" y="1103649"/>
                    <a:pt x="2291394" y="598661"/>
                    <a:pt x="1670347" y="598661"/>
                  </a:cubicBezTo>
                  <a:close/>
                  <a:moveTo>
                    <a:pt x="1383667" y="0"/>
                  </a:moveTo>
                  <a:lnTo>
                    <a:pt x="1956505" y="0"/>
                  </a:lnTo>
                  <a:cubicBezTo>
                    <a:pt x="2086476" y="0"/>
                    <a:pt x="2192343" y="105185"/>
                    <a:pt x="2192343" y="235487"/>
                  </a:cubicBezTo>
                  <a:lnTo>
                    <a:pt x="2192343" y="478302"/>
                  </a:lnTo>
                  <a:cubicBezTo>
                    <a:pt x="2298211" y="522782"/>
                    <a:pt x="2394641" y="583488"/>
                    <a:pt x="2484789" y="652038"/>
                  </a:cubicBezTo>
                  <a:lnTo>
                    <a:pt x="2699667" y="528013"/>
                  </a:lnTo>
                  <a:cubicBezTo>
                    <a:pt x="2736875" y="506557"/>
                    <a:pt x="2777757" y="496620"/>
                    <a:pt x="2817586" y="496620"/>
                  </a:cubicBezTo>
                  <a:cubicBezTo>
                    <a:pt x="2899343" y="496620"/>
                    <a:pt x="2978479" y="539002"/>
                    <a:pt x="3022504" y="614363"/>
                  </a:cubicBezTo>
                  <a:lnTo>
                    <a:pt x="3308662" y="1109408"/>
                  </a:lnTo>
                  <a:cubicBezTo>
                    <a:pt x="3340106" y="1163831"/>
                    <a:pt x="3348491" y="1228197"/>
                    <a:pt x="3332243" y="1288374"/>
                  </a:cubicBezTo>
                  <a:cubicBezTo>
                    <a:pt x="3315995" y="1348556"/>
                    <a:pt x="3276166" y="1399841"/>
                    <a:pt x="3222186" y="1431240"/>
                  </a:cubicBezTo>
                  <a:lnTo>
                    <a:pt x="3005733" y="1556306"/>
                  </a:lnTo>
                  <a:cubicBezTo>
                    <a:pt x="3013073" y="1611781"/>
                    <a:pt x="3023027" y="1666727"/>
                    <a:pt x="3023027" y="1724288"/>
                  </a:cubicBezTo>
                  <a:cubicBezTo>
                    <a:pt x="3023027" y="1781855"/>
                    <a:pt x="3013073" y="1836278"/>
                    <a:pt x="3005733" y="1891748"/>
                  </a:cubicBezTo>
                  <a:lnTo>
                    <a:pt x="3222186" y="2016814"/>
                  </a:lnTo>
                  <a:cubicBezTo>
                    <a:pt x="3334864" y="2081709"/>
                    <a:pt x="3373648" y="2225615"/>
                    <a:pt x="3308662" y="2338651"/>
                  </a:cubicBezTo>
                  <a:lnTo>
                    <a:pt x="3022504" y="2833696"/>
                  </a:lnTo>
                  <a:cubicBezTo>
                    <a:pt x="2991060" y="2888119"/>
                    <a:pt x="2939173" y="2927369"/>
                    <a:pt x="2878905" y="2943588"/>
                  </a:cubicBezTo>
                  <a:cubicBezTo>
                    <a:pt x="2858991" y="2948824"/>
                    <a:pt x="2838547" y="2951439"/>
                    <a:pt x="2818109" y="2951439"/>
                  </a:cubicBezTo>
                  <a:cubicBezTo>
                    <a:pt x="2776705" y="2951439"/>
                    <a:pt x="2735829" y="2940973"/>
                    <a:pt x="2699667" y="2920041"/>
                  </a:cubicBezTo>
                  <a:lnTo>
                    <a:pt x="2484789" y="2796015"/>
                  </a:lnTo>
                  <a:cubicBezTo>
                    <a:pt x="2394641" y="2864571"/>
                    <a:pt x="2298211" y="2925794"/>
                    <a:pt x="2192343" y="2970280"/>
                  </a:cubicBezTo>
                  <a:lnTo>
                    <a:pt x="2192343" y="3212566"/>
                  </a:lnTo>
                  <a:cubicBezTo>
                    <a:pt x="2192343" y="3342868"/>
                    <a:pt x="2086476" y="3448053"/>
                    <a:pt x="1956505" y="3448053"/>
                  </a:cubicBezTo>
                  <a:lnTo>
                    <a:pt x="1383667" y="3448053"/>
                  </a:lnTo>
                  <a:cubicBezTo>
                    <a:pt x="1253172" y="3448053"/>
                    <a:pt x="1147828" y="3342868"/>
                    <a:pt x="1147828" y="3212566"/>
                  </a:cubicBezTo>
                  <a:lnTo>
                    <a:pt x="1147828" y="2970280"/>
                  </a:lnTo>
                  <a:cubicBezTo>
                    <a:pt x="1041437" y="2925794"/>
                    <a:pt x="946054" y="2864571"/>
                    <a:pt x="854860" y="2796015"/>
                  </a:cubicBezTo>
                  <a:lnTo>
                    <a:pt x="639981" y="2920041"/>
                  </a:lnTo>
                  <a:cubicBezTo>
                    <a:pt x="603819" y="2940973"/>
                    <a:pt x="563466" y="2951439"/>
                    <a:pt x="522062" y="2951439"/>
                  </a:cubicBezTo>
                  <a:cubicBezTo>
                    <a:pt x="501624" y="2951439"/>
                    <a:pt x="481181" y="2948824"/>
                    <a:pt x="460743" y="2943588"/>
                  </a:cubicBezTo>
                  <a:cubicBezTo>
                    <a:pt x="400999" y="2927369"/>
                    <a:pt x="349111" y="2888119"/>
                    <a:pt x="318190" y="2833696"/>
                  </a:cubicBezTo>
                  <a:lnTo>
                    <a:pt x="31509" y="2338122"/>
                  </a:lnTo>
                  <a:cubicBezTo>
                    <a:pt x="-33477" y="2225615"/>
                    <a:pt x="5307" y="2081709"/>
                    <a:pt x="117985" y="2016291"/>
                  </a:cubicBezTo>
                  <a:lnTo>
                    <a:pt x="334438" y="1891748"/>
                  </a:lnTo>
                  <a:cubicBezTo>
                    <a:pt x="327098" y="1836278"/>
                    <a:pt x="317144" y="1781855"/>
                    <a:pt x="317144" y="1724288"/>
                  </a:cubicBezTo>
                  <a:cubicBezTo>
                    <a:pt x="317144" y="1666727"/>
                    <a:pt x="327098" y="1611781"/>
                    <a:pt x="334438" y="1556306"/>
                  </a:cubicBezTo>
                  <a:lnTo>
                    <a:pt x="117985" y="1431240"/>
                  </a:lnTo>
                  <a:cubicBezTo>
                    <a:pt x="5307" y="1366350"/>
                    <a:pt x="-33477" y="1222438"/>
                    <a:pt x="31509" y="1109408"/>
                  </a:cubicBezTo>
                  <a:lnTo>
                    <a:pt x="318190" y="614363"/>
                  </a:lnTo>
                  <a:cubicBezTo>
                    <a:pt x="349111" y="559934"/>
                    <a:pt x="400999" y="520690"/>
                    <a:pt x="460743" y="504465"/>
                  </a:cubicBezTo>
                  <a:cubicBezTo>
                    <a:pt x="481181" y="499235"/>
                    <a:pt x="501624" y="496620"/>
                    <a:pt x="522062" y="496620"/>
                  </a:cubicBezTo>
                  <a:cubicBezTo>
                    <a:pt x="562943" y="496620"/>
                    <a:pt x="603819" y="507080"/>
                    <a:pt x="639981" y="528013"/>
                  </a:cubicBezTo>
                  <a:lnTo>
                    <a:pt x="854860" y="652038"/>
                  </a:lnTo>
                  <a:cubicBezTo>
                    <a:pt x="946054" y="583488"/>
                    <a:pt x="1041961" y="522782"/>
                    <a:pt x="1147828" y="478302"/>
                  </a:cubicBezTo>
                  <a:lnTo>
                    <a:pt x="1147828" y="235487"/>
                  </a:lnTo>
                  <a:cubicBezTo>
                    <a:pt x="1147828" y="105185"/>
                    <a:pt x="1253172" y="0"/>
                    <a:pt x="1383667" y="0"/>
                  </a:cubicBezTo>
                  <a:close/>
                </a:path>
              </a:pathLst>
            </a:custGeom>
            <a:gradFill>
              <a:gsLst>
                <a:gs pos="0">
                  <a:srgbClr val="174EA3"/>
                </a:gs>
                <a:gs pos="100000">
                  <a:srgbClr val="0070C0"/>
                </a:gs>
              </a:gsLst>
              <a:lin ang="5400000" scaled="1"/>
            </a:gradFill>
            <a:ln>
              <a:solidFill>
                <a:schemeClr val="bg1"/>
              </a:solidFill>
            </a:ln>
            <a:effectLst>
              <a:outerShdw blurRad="50800" dist="38100" dir="2700000" algn="tl" rotWithShape="0">
                <a:prstClr val="black">
                  <a:alpha val="40000"/>
                </a:prstClr>
              </a:outerShd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11" name="组合 30"/>
            <p:cNvGrpSpPr/>
            <p:nvPr/>
          </p:nvGrpSpPr>
          <p:grpSpPr>
            <a:xfrm>
              <a:off x="7320086" y="3212985"/>
              <a:ext cx="1008070" cy="1993158"/>
              <a:chOff x="7275253" y="2863258"/>
              <a:chExt cx="1341688" cy="2281148"/>
            </a:xfrm>
          </p:grpSpPr>
          <p:sp>
            <p:nvSpPr>
              <p:cNvPr id="12" name="Shape 6928"/>
              <p:cNvSpPr/>
              <p:nvPr/>
            </p:nvSpPr>
            <p:spPr>
              <a:xfrm flipH="1">
                <a:off x="7444080" y="2863824"/>
                <a:ext cx="1172861"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sp>
            <p:nvSpPr>
              <p:cNvPr id="13" name="Shape 6929"/>
              <p:cNvSpPr/>
              <p:nvPr/>
            </p:nvSpPr>
            <p:spPr>
              <a:xfrm flipH="1">
                <a:off x="7275019" y="5145203"/>
                <a:ext cx="1341922"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grpSp>
      </p:grpSp>
      <p:sp>
        <p:nvSpPr>
          <p:cNvPr id="16" name="Freeform 870"/>
          <p:cNvSpPr>
            <a:spLocks noEditPoints="1"/>
          </p:cNvSpPr>
          <p:nvPr/>
        </p:nvSpPr>
        <p:spPr bwMode="auto">
          <a:xfrm>
            <a:off x="1967230" y="3126740"/>
            <a:ext cx="974090" cy="894080"/>
          </a:xfrm>
          <a:custGeom>
            <a:avLst/>
            <a:gdLst>
              <a:gd name="T0" fmla="*/ 196 w 290"/>
              <a:gd name="T1" fmla="*/ 9 h 266"/>
              <a:gd name="T2" fmla="*/ 251 w 290"/>
              <a:gd name="T3" fmla="*/ 22 h 266"/>
              <a:gd name="T4" fmla="*/ 266 w 290"/>
              <a:gd name="T5" fmla="*/ 6 h 266"/>
              <a:gd name="T6" fmla="*/ 273 w 290"/>
              <a:gd name="T7" fmla="*/ 86 h 266"/>
              <a:gd name="T8" fmla="*/ 214 w 290"/>
              <a:gd name="T9" fmla="*/ 130 h 266"/>
              <a:gd name="T10" fmla="*/ 214 w 290"/>
              <a:gd name="T11" fmla="*/ 142 h 266"/>
              <a:gd name="T12" fmla="*/ 169 w 290"/>
              <a:gd name="T13" fmla="*/ 170 h 266"/>
              <a:gd name="T14" fmla="*/ 98 w 290"/>
              <a:gd name="T15" fmla="*/ 249 h 266"/>
              <a:gd name="T16" fmla="*/ 62 w 290"/>
              <a:gd name="T17" fmla="*/ 261 h 266"/>
              <a:gd name="T18" fmla="*/ 14 w 290"/>
              <a:gd name="T19" fmla="*/ 166 h 266"/>
              <a:gd name="T20" fmla="*/ 61 w 290"/>
              <a:gd name="T21" fmla="*/ 130 h 266"/>
              <a:gd name="T22" fmla="*/ 106 w 290"/>
              <a:gd name="T23" fmla="*/ 93 h 266"/>
              <a:gd name="T24" fmla="*/ 151 w 290"/>
              <a:gd name="T25" fmla="*/ 61 h 266"/>
              <a:gd name="T26" fmla="*/ 196 w 290"/>
              <a:gd name="T27" fmla="*/ 9 h 266"/>
              <a:gd name="T28" fmla="*/ 204 w 290"/>
              <a:gd name="T29" fmla="*/ 17 h 266"/>
              <a:gd name="T30" fmla="*/ 165 w 290"/>
              <a:gd name="T31" fmla="*/ 65 h 266"/>
              <a:gd name="T32" fmla="*/ 196 w 290"/>
              <a:gd name="T33" fmla="*/ 83 h 266"/>
              <a:gd name="T34" fmla="*/ 242 w 290"/>
              <a:gd name="T35" fmla="*/ 31 h 266"/>
              <a:gd name="T36" fmla="*/ 204 w 290"/>
              <a:gd name="T37" fmla="*/ 17 h 266"/>
              <a:gd name="T38" fmla="*/ 202 w 290"/>
              <a:gd name="T39" fmla="*/ 92 h 266"/>
              <a:gd name="T40" fmla="*/ 212 w 290"/>
              <a:gd name="T41" fmla="*/ 116 h 266"/>
              <a:gd name="T42" fmla="*/ 265 w 290"/>
              <a:gd name="T43" fmla="*/ 77 h 266"/>
              <a:gd name="T44" fmla="*/ 265 w 290"/>
              <a:gd name="T45" fmla="*/ 25 h 266"/>
              <a:gd name="T46" fmla="*/ 202 w 290"/>
              <a:gd name="T47" fmla="*/ 92 h 266"/>
              <a:gd name="T48" fmla="*/ 124 w 290"/>
              <a:gd name="T49" fmla="*/ 102 h 266"/>
              <a:gd name="T50" fmla="*/ 54 w 290"/>
              <a:gd name="T51" fmla="*/ 148 h 266"/>
              <a:gd name="T52" fmla="*/ 81 w 290"/>
              <a:gd name="T53" fmla="*/ 194 h 266"/>
              <a:gd name="T54" fmla="*/ 94 w 290"/>
              <a:gd name="T55" fmla="*/ 190 h 266"/>
              <a:gd name="T56" fmla="*/ 83 w 290"/>
              <a:gd name="T57" fmla="*/ 162 h 266"/>
              <a:gd name="T58" fmla="*/ 159 w 290"/>
              <a:gd name="T59" fmla="*/ 110 h 266"/>
              <a:gd name="T60" fmla="*/ 124 w 290"/>
              <a:gd name="T61" fmla="*/ 102 h 266"/>
              <a:gd name="T62" fmla="*/ 98 w 290"/>
              <a:gd name="T63" fmla="*/ 166 h 266"/>
              <a:gd name="T64" fmla="*/ 108 w 290"/>
              <a:gd name="T65" fmla="*/ 218 h 266"/>
              <a:gd name="T66" fmla="*/ 178 w 290"/>
              <a:gd name="T67" fmla="*/ 145 h 266"/>
              <a:gd name="T68" fmla="*/ 168 w 290"/>
              <a:gd name="T69" fmla="*/ 121 h 266"/>
              <a:gd name="T70" fmla="*/ 98 w 290"/>
              <a:gd name="T71" fmla="*/ 166 h 266"/>
              <a:gd name="T72" fmla="*/ 25 w 290"/>
              <a:gd name="T73" fmla="*/ 171 h 266"/>
              <a:gd name="T74" fmla="*/ 61 w 290"/>
              <a:gd name="T75" fmla="*/ 249 h 266"/>
              <a:gd name="T76" fmla="*/ 87 w 290"/>
              <a:gd name="T77" fmla="*/ 244 h 266"/>
              <a:gd name="T78" fmla="*/ 96 w 290"/>
              <a:gd name="T79" fmla="*/ 199 h 266"/>
              <a:gd name="T80" fmla="*/ 67 w 290"/>
              <a:gd name="T81" fmla="*/ 225 h 266"/>
              <a:gd name="T82" fmla="*/ 34 w 290"/>
              <a:gd name="T83" fmla="*/ 197 h 266"/>
              <a:gd name="T84" fmla="*/ 64 w 290"/>
              <a:gd name="T85" fmla="*/ 175 h 266"/>
              <a:gd name="T86" fmla="*/ 39 w 290"/>
              <a:gd name="T87" fmla="*/ 156 h 266"/>
              <a:gd name="T88" fmla="*/ 25 w 290"/>
              <a:gd name="T89" fmla="*/ 171 h 266"/>
              <a:gd name="T90" fmla="*/ 46 w 290"/>
              <a:gd name="T91" fmla="*/ 202 h 266"/>
              <a:gd name="T92" fmla="*/ 64 w 290"/>
              <a:gd name="T93" fmla="*/ 218 h 266"/>
              <a:gd name="T94" fmla="*/ 68 w 290"/>
              <a:gd name="T95" fmla="*/ 187 h 266"/>
              <a:gd name="T96" fmla="*/ 46 w 290"/>
              <a:gd name="T97" fmla="*/ 202 h 266"/>
              <a:gd name="T98" fmla="*/ 188 w 290"/>
              <a:gd name="T99" fmla="*/ 175 h 266"/>
              <a:gd name="T100" fmla="*/ 208 w 290"/>
              <a:gd name="T101" fmla="*/ 263 h 266"/>
              <a:gd name="T102" fmla="*/ 213 w 290"/>
              <a:gd name="T103" fmla="*/ 241 h 266"/>
              <a:gd name="T104" fmla="*/ 232 w 290"/>
              <a:gd name="T105" fmla="*/ 246 h 266"/>
              <a:gd name="T106" fmla="*/ 206 w 290"/>
              <a:gd name="T107" fmla="*/ 180 h 266"/>
              <a:gd name="T108" fmla="*/ 218 w 290"/>
              <a:gd name="T109" fmla="*/ 148 h 266"/>
              <a:gd name="T110" fmla="*/ 188 w 290"/>
              <a:gd name="T111" fmla="*/ 175 h 266"/>
              <a:gd name="T112" fmla="*/ 210 w 290"/>
              <a:gd name="T113" fmla="*/ 184 h 266"/>
              <a:gd name="T114" fmla="*/ 270 w 290"/>
              <a:gd name="T115" fmla="*/ 228 h 266"/>
              <a:gd name="T116" fmla="*/ 260 w 290"/>
              <a:gd name="T117" fmla="*/ 206 h 266"/>
              <a:gd name="T118" fmla="*/ 280 w 290"/>
              <a:gd name="T119" fmla="*/ 200 h 266"/>
              <a:gd name="T120" fmla="*/ 224 w 290"/>
              <a:gd name="T121" fmla="*/ 167 h 266"/>
              <a:gd name="T122" fmla="*/ 210 w 290"/>
              <a:gd name="T123" fmla="*/ 18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 h="266">
                <a:moveTo>
                  <a:pt x="196" y="9"/>
                </a:moveTo>
                <a:cubicBezTo>
                  <a:pt x="215" y="0"/>
                  <a:pt x="236" y="10"/>
                  <a:pt x="251" y="22"/>
                </a:cubicBezTo>
                <a:cubicBezTo>
                  <a:pt x="256" y="17"/>
                  <a:pt x="261" y="12"/>
                  <a:pt x="266" y="6"/>
                </a:cubicBezTo>
                <a:cubicBezTo>
                  <a:pt x="283" y="28"/>
                  <a:pt x="290" y="63"/>
                  <a:pt x="273" y="86"/>
                </a:cubicBezTo>
                <a:cubicBezTo>
                  <a:pt x="254" y="102"/>
                  <a:pt x="233" y="115"/>
                  <a:pt x="214" y="130"/>
                </a:cubicBezTo>
                <a:cubicBezTo>
                  <a:pt x="214" y="133"/>
                  <a:pt x="214" y="139"/>
                  <a:pt x="214" y="142"/>
                </a:cubicBezTo>
                <a:cubicBezTo>
                  <a:pt x="200" y="153"/>
                  <a:pt x="189" y="172"/>
                  <a:pt x="169" y="170"/>
                </a:cubicBezTo>
                <a:cubicBezTo>
                  <a:pt x="143" y="194"/>
                  <a:pt x="120" y="222"/>
                  <a:pt x="98" y="249"/>
                </a:cubicBezTo>
                <a:cubicBezTo>
                  <a:pt x="90" y="260"/>
                  <a:pt x="75" y="266"/>
                  <a:pt x="62" y="261"/>
                </a:cubicBezTo>
                <a:cubicBezTo>
                  <a:pt x="23" y="250"/>
                  <a:pt x="0" y="204"/>
                  <a:pt x="14" y="166"/>
                </a:cubicBezTo>
                <a:cubicBezTo>
                  <a:pt x="22" y="146"/>
                  <a:pt x="45" y="142"/>
                  <a:pt x="61" y="130"/>
                </a:cubicBezTo>
                <a:cubicBezTo>
                  <a:pt x="77" y="119"/>
                  <a:pt x="98" y="112"/>
                  <a:pt x="106" y="93"/>
                </a:cubicBezTo>
                <a:cubicBezTo>
                  <a:pt x="118" y="78"/>
                  <a:pt x="133" y="65"/>
                  <a:pt x="151" y="61"/>
                </a:cubicBezTo>
                <a:cubicBezTo>
                  <a:pt x="169" y="46"/>
                  <a:pt x="181" y="26"/>
                  <a:pt x="196" y="9"/>
                </a:cubicBezTo>
                <a:close/>
                <a:moveTo>
                  <a:pt x="204" y="17"/>
                </a:moveTo>
                <a:cubicBezTo>
                  <a:pt x="192" y="33"/>
                  <a:pt x="179" y="50"/>
                  <a:pt x="165" y="65"/>
                </a:cubicBezTo>
                <a:cubicBezTo>
                  <a:pt x="176" y="70"/>
                  <a:pt x="186" y="76"/>
                  <a:pt x="196" y="83"/>
                </a:cubicBezTo>
                <a:cubicBezTo>
                  <a:pt x="211" y="66"/>
                  <a:pt x="231" y="51"/>
                  <a:pt x="242" y="31"/>
                </a:cubicBezTo>
                <a:cubicBezTo>
                  <a:pt x="232" y="20"/>
                  <a:pt x="218" y="17"/>
                  <a:pt x="204" y="17"/>
                </a:cubicBezTo>
                <a:close/>
                <a:moveTo>
                  <a:pt x="202" y="92"/>
                </a:moveTo>
                <a:cubicBezTo>
                  <a:pt x="205" y="100"/>
                  <a:pt x="209" y="108"/>
                  <a:pt x="212" y="116"/>
                </a:cubicBezTo>
                <a:cubicBezTo>
                  <a:pt x="229" y="103"/>
                  <a:pt x="249" y="92"/>
                  <a:pt x="265" y="77"/>
                </a:cubicBezTo>
                <a:cubicBezTo>
                  <a:pt x="275" y="62"/>
                  <a:pt x="270" y="41"/>
                  <a:pt x="265" y="25"/>
                </a:cubicBezTo>
                <a:cubicBezTo>
                  <a:pt x="245" y="48"/>
                  <a:pt x="224" y="71"/>
                  <a:pt x="202" y="92"/>
                </a:cubicBezTo>
                <a:close/>
                <a:moveTo>
                  <a:pt x="124" y="102"/>
                </a:moveTo>
                <a:cubicBezTo>
                  <a:pt x="102" y="118"/>
                  <a:pt x="78" y="134"/>
                  <a:pt x="54" y="148"/>
                </a:cubicBezTo>
                <a:cubicBezTo>
                  <a:pt x="68" y="159"/>
                  <a:pt x="77" y="176"/>
                  <a:pt x="81" y="194"/>
                </a:cubicBezTo>
                <a:cubicBezTo>
                  <a:pt x="85" y="192"/>
                  <a:pt x="90" y="191"/>
                  <a:pt x="94" y="190"/>
                </a:cubicBezTo>
                <a:cubicBezTo>
                  <a:pt x="90" y="181"/>
                  <a:pt x="86" y="172"/>
                  <a:pt x="83" y="162"/>
                </a:cubicBezTo>
                <a:cubicBezTo>
                  <a:pt x="108" y="145"/>
                  <a:pt x="138" y="133"/>
                  <a:pt x="159" y="110"/>
                </a:cubicBezTo>
                <a:cubicBezTo>
                  <a:pt x="149" y="105"/>
                  <a:pt x="135" y="92"/>
                  <a:pt x="124" y="102"/>
                </a:cubicBezTo>
                <a:close/>
                <a:moveTo>
                  <a:pt x="98" y="166"/>
                </a:moveTo>
                <a:cubicBezTo>
                  <a:pt x="105" y="183"/>
                  <a:pt x="109" y="200"/>
                  <a:pt x="108" y="218"/>
                </a:cubicBezTo>
                <a:cubicBezTo>
                  <a:pt x="129" y="192"/>
                  <a:pt x="154" y="168"/>
                  <a:pt x="178" y="145"/>
                </a:cubicBezTo>
                <a:cubicBezTo>
                  <a:pt x="174" y="137"/>
                  <a:pt x="171" y="129"/>
                  <a:pt x="168" y="121"/>
                </a:cubicBezTo>
                <a:cubicBezTo>
                  <a:pt x="145" y="137"/>
                  <a:pt x="123" y="154"/>
                  <a:pt x="98" y="166"/>
                </a:cubicBezTo>
                <a:close/>
                <a:moveTo>
                  <a:pt x="25" y="171"/>
                </a:moveTo>
                <a:cubicBezTo>
                  <a:pt x="15" y="201"/>
                  <a:pt x="31" y="238"/>
                  <a:pt x="61" y="249"/>
                </a:cubicBezTo>
                <a:cubicBezTo>
                  <a:pt x="70" y="252"/>
                  <a:pt x="81" y="252"/>
                  <a:pt x="87" y="244"/>
                </a:cubicBezTo>
                <a:cubicBezTo>
                  <a:pt x="97" y="231"/>
                  <a:pt x="97" y="214"/>
                  <a:pt x="96" y="199"/>
                </a:cubicBezTo>
                <a:cubicBezTo>
                  <a:pt x="86" y="208"/>
                  <a:pt x="77" y="217"/>
                  <a:pt x="67" y="225"/>
                </a:cubicBezTo>
                <a:cubicBezTo>
                  <a:pt x="49" y="231"/>
                  <a:pt x="37" y="212"/>
                  <a:pt x="34" y="197"/>
                </a:cubicBezTo>
                <a:cubicBezTo>
                  <a:pt x="44" y="190"/>
                  <a:pt x="54" y="183"/>
                  <a:pt x="64" y="175"/>
                </a:cubicBezTo>
                <a:cubicBezTo>
                  <a:pt x="57" y="168"/>
                  <a:pt x="50" y="158"/>
                  <a:pt x="39" y="156"/>
                </a:cubicBezTo>
                <a:cubicBezTo>
                  <a:pt x="32" y="159"/>
                  <a:pt x="26" y="164"/>
                  <a:pt x="25" y="171"/>
                </a:cubicBezTo>
                <a:close/>
                <a:moveTo>
                  <a:pt x="46" y="202"/>
                </a:moveTo>
                <a:cubicBezTo>
                  <a:pt x="51" y="208"/>
                  <a:pt x="57" y="213"/>
                  <a:pt x="64" y="218"/>
                </a:cubicBezTo>
                <a:cubicBezTo>
                  <a:pt x="68" y="208"/>
                  <a:pt x="70" y="198"/>
                  <a:pt x="68" y="187"/>
                </a:cubicBezTo>
                <a:cubicBezTo>
                  <a:pt x="61" y="192"/>
                  <a:pt x="53" y="197"/>
                  <a:pt x="46" y="202"/>
                </a:cubicBezTo>
                <a:close/>
                <a:moveTo>
                  <a:pt x="188" y="175"/>
                </a:moveTo>
                <a:cubicBezTo>
                  <a:pt x="183" y="206"/>
                  <a:pt x="191" y="237"/>
                  <a:pt x="208" y="263"/>
                </a:cubicBezTo>
                <a:cubicBezTo>
                  <a:pt x="209" y="256"/>
                  <a:pt x="211" y="248"/>
                  <a:pt x="213" y="241"/>
                </a:cubicBezTo>
                <a:cubicBezTo>
                  <a:pt x="219" y="243"/>
                  <a:pt x="225" y="245"/>
                  <a:pt x="232" y="246"/>
                </a:cubicBezTo>
                <a:cubicBezTo>
                  <a:pt x="218" y="227"/>
                  <a:pt x="207" y="205"/>
                  <a:pt x="206" y="180"/>
                </a:cubicBezTo>
                <a:cubicBezTo>
                  <a:pt x="215" y="171"/>
                  <a:pt x="219" y="160"/>
                  <a:pt x="218" y="148"/>
                </a:cubicBezTo>
                <a:cubicBezTo>
                  <a:pt x="207" y="156"/>
                  <a:pt x="197" y="164"/>
                  <a:pt x="188" y="175"/>
                </a:cubicBezTo>
                <a:close/>
                <a:moveTo>
                  <a:pt x="210" y="184"/>
                </a:moveTo>
                <a:cubicBezTo>
                  <a:pt x="226" y="204"/>
                  <a:pt x="247" y="218"/>
                  <a:pt x="270" y="228"/>
                </a:cubicBezTo>
                <a:cubicBezTo>
                  <a:pt x="267" y="221"/>
                  <a:pt x="264" y="214"/>
                  <a:pt x="260" y="206"/>
                </a:cubicBezTo>
                <a:cubicBezTo>
                  <a:pt x="267" y="204"/>
                  <a:pt x="274" y="202"/>
                  <a:pt x="280" y="200"/>
                </a:cubicBezTo>
                <a:cubicBezTo>
                  <a:pt x="259" y="193"/>
                  <a:pt x="239" y="183"/>
                  <a:pt x="224" y="167"/>
                </a:cubicBezTo>
                <a:cubicBezTo>
                  <a:pt x="220" y="173"/>
                  <a:pt x="215" y="179"/>
                  <a:pt x="210" y="184"/>
                </a:cubicBezTo>
                <a:close/>
              </a:path>
            </a:pathLst>
          </a:custGeom>
          <a:gradFill>
            <a:gsLst>
              <a:gs pos="0">
                <a:srgbClr val="007BD3"/>
              </a:gs>
              <a:gs pos="100000">
                <a:srgbClr val="034373"/>
              </a:gs>
            </a:gsLst>
            <a:lin ang="5400000" scaled="0"/>
          </a:gra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21" name="组合 20"/>
          <p:cNvGrpSpPr/>
          <p:nvPr/>
        </p:nvGrpSpPr>
        <p:grpSpPr>
          <a:xfrm>
            <a:off x="0" y="792000"/>
            <a:ext cx="5611240" cy="659766"/>
            <a:chOff x="-9" y="1110"/>
            <a:chExt cx="8837" cy="1039"/>
          </a:xfrm>
        </p:grpSpPr>
        <p:grpSp>
          <p:nvGrpSpPr>
            <p:cNvPr id="22" name="组合 21"/>
            <p:cNvGrpSpPr/>
            <p:nvPr/>
          </p:nvGrpSpPr>
          <p:grpSpPr>
            <a:xfrm>
              <a:off x="2004" y="1110"/>
              <a:ext cx="6824" cy="1039"/>
              <a:chOff x="574557" y="613893"/>
              <a:chExt cx="4332551" cy="659964"/>
            </a:xfrm>
          </p:grpSpPr>
          <p:sp>
            <p:nvSpPr>
              <p:cNvPr id="24" name="文本框 23"/>
              <p:cNvSpPr txBox="1"/>
              <p:nvPr/>
            </p:nvSpPr>
            <p:spPr>
              <a:xfrm>
                <a:off x="574557" y="613893"/>
                <a:ext cx="4332551" cy="58374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b="1" dirty="0" smtClean="0">
                    <a:solidFill>
                      <a:srgbClr val="0064D2"/>
                    </a:solidFill>
                    <a:latin typeface="+mn-ea"/>
                    <a:cs typeface="+mn-ea"/>
                    <a:sym typeface="+mn-lt"/>
                  </a:rPr>
                  <a:t>任务目标和</a:t>
                </a:r>
                <a:r>
                  <a:rPr lang="zh-CN" altLang="en-US" b="1" dirty="0" smtClean="0">
                    <a:solidFill>
                      <a:srgbClr val="0064D2"/>
                    </a:solidFill>
                    <a:latin typeface="+mn-ea"/>
                    <a:cs typeface="+mn-ea"/>
                    <a:sym typeface="+mn-lt"/>
                  </a:rPr>
                  <a:t>重难点</a:t>
                </a:r>
                <a:endParaRPr lang="zh-CN" altLang="en-US" b="1" dirty="0" smtClean="0">
                  <a:solidFill>
                    <a:srgbClr val="0064D2"/>
                  </a:solidFill>
                  <a:latin typeface="+mn-ea"/>
                  <a:cs typeface="+mn-ea"/>
                  <a:sym typeface="+mn-lt"/>
                </a:endParaRPr>
              </a:p>
            </p:txBody>
          </p:sp>
          <p:cxnSp>
            <p:nvCxnSpPr>
              <p:cNvPr id="25" name="直接连接符 24"/>
              <p:cNvCxnSpPr/>
              <p:nvPr/>
            </p:nvCxnSpPr>
            <p:spPr>
              <a:xfrm>
                <a:off x="873861" y="1273857"/>
                <a:ext cx="70113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9" y="1110"/>
              <a:ext cx="1429" cy="919"/>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02</a:t>
              </a:r>
              <a:endParaRPr lang="en-US" altLang="zh-CN" sz="3200" dirty="0">
                <a:solidFill>
                  <a:srgbClr val="3F396C"/>
                </a:solidFill>
                <a:latin typeface="思源宋体" panose="02020700000000000000" charset="-122"/>
                <a:ea typeface="思源宋体" panose="02020700000000000000" charset="-122"/>
              </a:endParaRPr>
            </a:p>
          </p:txBody>
        </p:sp>
      </p:grpSp>
      <p:sp>
        <p:nvSpPr>
          <p:cNvPr id="18" name="文本框 17"/>
          <p:cNvSpPr txBox="1"/>
          <p:nvPr/>
        </p:nvSpPr>
        <p:spPr>
          <a:xfrm>
            <a:off x="4849495" y="1638000"/>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任务目标</a:t>
            </a:r>
            <a:endParaRPr lang="zh-CN" altLang="zh-CN" sz="2400" b="1" dirty="0">
              <a:solidFill>
                <a:srgbClr val="FFC000"/>
              </a:solidFill>
              <a:latin typeface="+mn-ea"/>
              <a:cs typeface="+mn-ea"/>
              <a:sym typeface="+mn-lt"/>
            </a:endParaRPr>
          </a:p>
        </p:txBody>
      </p:sp>
      <p:sp>
        <p:nvSpPr>
          <p:cNvPr id="20" name="文本框 19"/>
          <p:cNvSpPr txBox="1"/>
          <p:nvPr/>
        </p:nvSpPr>
        <p:spPr>
          <a:xfrm>
            <a:off x="4848225" y="3963600"/>
            <a:ext cx="2085975" cy="4616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任务重难点</a:t>
            </a:r>
            <a:endParaRPr lang="zh-CN" altLang="zh-CN" sz="2400" b="1" dirty="0">
              <a:solidFill>
                <a:srgbClr val="FFC000"/>
              </a:solidFill>
              <a:latin typeface="+mn-ea"/>
              <a:cs typeface="+mn-ea"/>
              <a:sym typeface="+mn-lt"/>
            </a:endParaRPr>
          </a:p>
        </p:txBody>
      </p:sp>
      <p:sp>
        <p:nvSpPr>
          <p:cNvPr id="4" name="文本框 3"/>
          <p:cNvSpPr txBox="1"/>
          <p:nvPr/>
        </p:nvSpPr>
        <p:spPr>
          <a:xfrm>
            <a:off x="4850400" y="250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能根据任务特征做出合理的技术选型和搭配；</a:t>
            </a:r>
            <a:endParaRPr lang="zh-CN" dirty="0" smtClean="0">
              <a:latin typeface="Arial" panose="020B0604020202020204" pitchFamily="34" charset="0"/>
              <a:cs typeface="Times New Roman" panose="02020603050405020304" charset="0"/>
              <a:sym typeface="+mn-ea"/>
            </a:endParaRPr>
          </a:p>
        </p:txBody>
      </p:sp>
      <p:sp>
        <p:nvSpPr>
          <p:cNvPr id="2" name="文本框 1"/>
          <p:cNvSpPr txBox="1"/>
          <p:nvPr/>
        </p:nvSpPr>
        <p:spPr>
          <a:xfrm>
            <a:off x="4850400" y="203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能准确区分智能体与工作流的适用场景；</a:t>
            </a:r>
            <a:endParaRPr lang="zh-CN" dirty="0" smtClean="0">
              <a:latin typeface="Arial" panose="020B0604020202020204" pitchFamily="34" charset="0"/>
              <a:cs typeface="Times New Roman" panose="02020603050405020304" charset="0"/>
              <a:sym typeface="+mn-ea"/>
            </a:endParaRPr>
          </a:p>
        </p:txBody>
      </p:sp>
      <p:sp>
        <p:nvSpPr>
          <p:cNvPr id="3" name="文本框 2"/>
          <p:cNvSpPr txBox="1"/>
          <p:nvPr/>
        </p:nvSpPr>
        <p:spPr>
          <a:xfrm>
            <a:off x="4850400" y="2970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能根据实际场景编写有效的系统提示词；</a:t>
            </a:r>
            <a:endParaRPr lang="zh-CN" dirty="0" smtClean="0">
              <a:latin typeface="Arial" panose="020B0604020202020204" pitchFamily="34" charset="0"/>
              <a:cs typeface="Times New Roman" panose="02020603050405020304" charset="0"/>
              <a:sym typeface="+mn-ea"/>
            </a:endParaRPr>
          </a:p>
        </p:txBody>
      </p:sp>
      <p:sp>
        <p:nvSpPr>
          <p:cNvPr id="17" name="文本框 16"/>
          <p:cNvSpPr txBox="1"/>
          <p:nvPr/>
        </p:nvSpPr>
        <p:spPr>
          <a:xfrm>
            <a:off x="4850400" y="3438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能调整提示词和参数优化智能体；</a:t>
            </a:r>
            <a:endParaRPr lang="zh-CN" dirty="0" smtClean="0">
              <a:latin typeface="Arial" panose="020B0604020202020204" pitchFamily="34" charset="0"/>
              <a:cs typeface="Times New Roman" panose="02020603050405020304" charset="0"/>
              <a:sym typeface="+mn-ea"/>
            </a:endParaRPr>
          </a:p>
        </p:txBody>
      </p:sp>
      <p:sp>
        <p:nvSpPr>
          <p:cNvPr id="19" name="文本框 18"/>
          <p:cNvSpPr txBox="1"/>
          <p:nvPr/>
        </p:nvSpPr>
        <p:spPr>
          <a:xfrm>
            <a:off x="4848495" y="437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重点：掌握有效的系统提示词编写方法；</a:t>
            </a:r>
            <a:endParaRPr lang="zh-CN" altLang="en-US" dirty="0" smtClean="0">
              <a:latin typeface="Arial" panose="020B0604020202020204" pitchFamily="34" charset="0"/>
              <a:cs typeface="Times New Roman" panose="02020603050405020304" charset="0"/>
              <a:sym typeface="+mn-ea"/>
            </a:endParaRPr>
          </a:p>
        </p:txBody>
      </p:sp>
      <p:sp>
        <p:nvSpPr>
          <p:cNvPr id="28" name="文本框 27"/>
          <p:cNvSpPr txBox="1"/>
          <p:nvPr/>
        </p:nvSpPr>
        <p:spPr>
          <a:xfrm>
            <a:off x="4850400" y="484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难点：理解改变提示词和参数对模型输出的影响；</a:t>
            </a:r>
            <a:endParaRPr lang="zh-CN" altLang="en-US" dirty="0" smtClean="0">
              <a:latin typeface="Arial" panose="020B0604020202020204" pitchFamily="3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知识储备</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563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一、智能体的概念</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832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搭建简易工作流</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）是一系列预定义的、有顺序的步骤，逻辑由开发者预先设定，强调流程固定、结果稳定、执行路径清晰。它适合标准化、重复性高、规则明确的任务。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智能体（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）则是以大语言模型为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，具备理解目标、规划步骤、调用工具、结合上下文进行动态决策的系统。它不是严格按照固定路径运行，而是在目标驱动下进行适度的推理和选择，因此更适合处理复杂、开放、信息不完整的任务。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从下表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1-1- 1</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可以清晰看出二者的区别：</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工作流和智能体的区别</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维度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智能体（</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执行逻辑</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路径由开发者做确定性预设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路径由</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LLM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动态生成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灵活性</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一切处理基于固定的预设方案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能处理模糊需求，并根据反馈调整策略</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控制权</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人类完全控制流程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LLM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自主决定执行步骤。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容错率</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一个环节点出错，流程往往卡死</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具备</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反思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能力，尝试不同解决方案</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复杂任务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适合标准化、可重复的任务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适合开放式、需要决策的复杂任务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代表比喻</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必须在轨道上行驶的一列火车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有目标，根据路况实时打方向盘的赛车手</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关于智能体的定义，随着业界对相关技术研究的深入而不断调整，目前业界最权威、引用最广泛的定义框架主要来自</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OpenAI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的主管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Lilian Weng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的文章，以及吴恩达（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Andrew Ng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）对智能体设计模式的总结。我们可以通过比对这些定义架构的相同共和差异来进一步理解智能体。</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最经典框架：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 + P.M.T”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OpenAI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的应用研究主管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Lilian Weng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在其文章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 Powered Autonomous Agents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中提出了一个被广泛认可的公式：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Agent =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Planning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Memory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Tool Use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规划是指智能体能够将复杂的任务拆解为更小的、可管理的子目标。并且对过去的行为进行自我批评和反思，从错误中学习并改进策略；记忆是模仿人类认知的上下文及数据处理方式，分为短期记忆：利用模型的上下文窗口记录当前的对话历史和推理过程；和长期记忆：通过外部向量数据库实现，能够根据需要检索长期存储的信息；工具使用则是指智能体意识到自己能力的边界，通过调用外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API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获取实时信息（如搜索）、执行计算（如计算器）或操作软件（如写代码），进而解决相关问题的能力。</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吴恩达提出的四大设计模式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吴恩达在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2024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年多次演讲中强调，与其追求更大的模型，通过一次性实现完美输出，不如通过智能体工作流（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Agentic 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）迭代输出结果，从而提升表现。他总结了四种核心能力模式：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反思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(Reflection)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：智能体检查自己的工作，寻找改进方法。例如，写完代码后自己运行一遍，发现报错后自行修复。</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使用工具</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(Tool Use)</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：虽然与</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Lilian Weng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重合，但吴恩达更强调智能体作为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意图触发者</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，根据环境判断何时该使用什么工具。</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(Planning)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：能够自主决定达成目标所需的步骤序列，且能根据执行过程中的中间结果动态调整路径。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多智能体协作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(Multi-agent Collaboration)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：不同的智能体扮演不同的角色（如：一个写代码，一个负责测试），通过对话和分工共同完成任务。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学术与通用定义：认知神经科学视角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在更广泛的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AI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研究中，智能体被定义为具备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循环的实体：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(Perception)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：将非结构化数据（文本、图像、语音、传感器数据）转化为模型可理解的表示。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(Reasoning)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：基于当前目标和环境感知，通过大模型的逻辑推理选择最优策略。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：作用于环境，改变状态。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结合这些对智能体的相关定义和框架构建，得出智能体核心能力的图谱如表。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1-1- 2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智能体的核心能力</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核心模块</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关键能力描述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(Brain)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逻辑推理、意图识别、语言理解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(Memory)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短期上下文缓存、长期知识检索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(Planning)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任务拆解、动态路径调整、自我纠错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(Tools)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调用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、代码执行、控制物理设备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(Action)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将思考结果转化为外部世界的实际影响</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无论表述如何变化，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五大能力始终是智能体系统的核心支柱。感知让智能体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看得见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记得住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，规划让它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想得清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做得到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，协作让它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连得通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。理解这一共性，是掌握智能体开发的第一步。</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89112"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21144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等低代码平台出现之前，开发者构建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应用主要依赖</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等编程框架。</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作为模块化的开发者工具包，需要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JavaScript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编程经验，学习曲线较陡，适合深度定制和复杂场景开发。</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下方是为了实现最小对话智能体工作流的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开发代码案例：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虽然在逻辑上并不复杂，但是对初学者不够友好，且迭代开发较为繁琐。与之相对，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提供低代码拖拽界面和可视化工作流设计，大幅降低了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应用开发的门槛，适合快速原型验证和企业级快速部署。</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两者的本质区别在于开发范式：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是写代码编排智能体，如图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是通过拖拽节点的方式编排工作流，在工作流中嵌入智能体或大模型实现智能体工作流的开发。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对于初学者而言，</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的可视化方式能够让我们更快理解智能体工作流的逻辑结构，而不必被代码细节干扰。</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1-1- 1RAGFlow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的智能体工作流</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工作流是一种将一系列任务或操作按照一定的顺序和规则自动化执行的方法。在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编辑智能体工作流通过连接不同的节点，利用大语言模型的能力，实现复杂任务的自动化处理。这些节点可以包括数据输入、处理、输出等多个环节，用户可以根据自己的需求自由组合和配置，实现对话、搜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管理以及智能体等多种功能构建。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工作流的特点如下：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可视化编辑：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提供了直观的可视化工作流编辑器，用户可以通过拖拽节点和连线的方式轻松构建自己的工作流。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灵活性：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支持多种节点类型，包括大语言模型节点、知识库检索节点、条件判断节点等，用户可以根据自己的需求自由组合和配置。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开放性：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支持多种大语言模型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调用，包括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DeepSeek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Ollama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等，用户可以根据自己的需求选择合适的模型。同时，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也支持私有化部署，保护用户的数据安全。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中智能体菜单下的工作流（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）和对话流（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）两种工作流应用的区别是工作流面向单轮自动化编排任务，而对话流将记忆内置为上下文变量从而支持多轮对话工作。但不论哪种工作流应用，构建步骤如图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1-1- 2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工作流的步骤</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创建应用：在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平台上创建一个新的应用，选择工作流类型。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设计工作流：使用可视化工作流编辑器，拖拽节点和连线，设计自己的工作流。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配置节点：对每个节点进行配置，包括输入参数、输出参数、模型选择等。</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测试工作流：在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平台上测试工作流的运行情况，确保每个节点都能正确执行。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发布工作流：测试通过后，将工作流发布到生产环境，实现自动化处理。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，学员可以以较低门槛完成从设计搭建到调试发布的完整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应用平台建设。</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3778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400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16826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，一个简易问答型智能体工作流，至少包含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个环节：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1-1- 3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智能体工作流的最小组成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以上</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个环节构成了一个最小可运行智能体工作流。它的本质是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约束引导</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人工评判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的闭环。虽然结构简单，但已经具备了智能体工作流的两个核心要素：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确定性框架：通过系统提示词为模型划定行为边界，避免失控；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人工闭环：人类在最后环节进行价值判断，承担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评估者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角色。</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实际开发中，可以从这个最小结构出发，逐步增加节点：例如加入意图识别分支、知识库检索、代码计算等，从而演化为完整的工作流或智能体。这种由简入繁、迭代优化的思路，也是工程化落地的重要方法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基于上一节提出的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系统提示词约束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人工评估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最小可运行结构，在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中搭建这一流程只需用到以下核心组件：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开始节点是所有工作流的入口。在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的可视化工作流设计器中，每个工作流都以开始节点为起点。该节点负责接收用户的输入数据，用户的问题将通过这个节点传入后续节点。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的工作流中，开始节点提供的这三个功能：对话（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Job/Task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）和网络钩子（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），本质上定义了这个智能体的启动方式和交互模式。</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1)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对话（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聊天机器人模式</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，这是最常用的模式，适用于构建交互式智能体。</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工作逻辑：它是双向、实时、有上下文的。用户说一句话，智能体回一句话。</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输入内容：主要变量通常是用户的提问（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query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会话管理：它能处理聊天记录（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Memory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），让智能体记得你上一句话说了什么。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交互界面：这种模式通常直接对接对话框界面。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企业内部客服机器人。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个人知识库助手。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角色扮演（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Roleplay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）机器人。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开始节点的对话模式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(Job / Task)——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批处理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自动化模式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，这种模式通常是单次执行、流程导向的自动化处理。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工作逻辑：接收一个特定的输入，按照你设计的逻辑跑完整个流程，最后给出一个结果。它不强调来回对话，而是强调完成任务。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输入内容：通常是结构化的数据或参数，比如一个特定的文档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、一个待总结的网页链接等。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无状态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单次执行：它通常不关心历史聊天记录。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高效性：适合处理大批量的、重复性的逻辑。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文档自动化处理：比如你上传一个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页的报告，触发一个任务模式的工作流，让它自动提取关键数据并生成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Excel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定时报表生成：每天凌晨自动检索知识库，总结昨天的信息。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开始节点的任务模式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3)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网络钩子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系统集成模式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，这是为自动化系统准备的接口模式。它让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能够被其他软件调用。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工作逻辑：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会生成一个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URL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地址。每当外部系统向这个地址发送一个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HTTP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请求时，工作流就会启动。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输入内容：由外部系统传过来的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数据包。你可以自定义解析这些数据。</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特有属性：</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被动触发：智能体在后台静静等待，直到接收到外部信号。</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跨系统联动：它是打破</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与其他软件之间壁垒的桥梁。</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使用场景：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联动钉钉</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微信：当用户在钉钉群里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机器人时，钉钉服务器发一个</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给</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处理完后再回传。</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自动化流水线：比如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GitHub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有代码更新了，触发</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自动读取新代码并更新技术文档知识库。</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开始节点的网络钩子模式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大语言模型节点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节点是整个工作流的大脑。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，在该节点中，你需要完成三件事：①选择要使用的大模型（如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GPT-4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DeepSeek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Qwen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等）；②配置系统提示词（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System 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），对模型的角色和行为进行约束；③调整模型参数（如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Temperature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），控制输出的确定性与多样性。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对于本任务的最小工作流，只需要配置好系统提示词，并将开始节点传入的用户问题作为上下文变量输入到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节点即可。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的大模型节点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输出节点负责输出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节点生成的最终回答，如图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在简单问答工作流中，通常只需要将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节点的输出直接连接到结束节点，工作流执行完毕后返回结果。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的输出节点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任务实施</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一、熟悉</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平台并创建基础应用</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步骤一：创建应用并进入工作流编排。进入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平台，在上方菜单栏中选择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，如果还未创建智能体应用，会如下图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所示，此时点击加号创建一个智能体应用，在弹出窗口中选择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智能体流程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类型，命名为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我的第一个智能体工作流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。进入工作流画布，此时系统已自动生成开始节点，默认的工作类型是对话式。如果不是，可以根据图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所示的点击顺序修改工作类型。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创建第一个智能体工作流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切换开始节点为会话模式</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步骤二：配置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添加大模型节点如图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，将鼠标光标放在开始模块处，模块右边会出现加号，点击这个符号弹出节点库列表，从中选择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中，大模型节点被称作智能体，但我们实际知道该节点承担的作用是整个工作流的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，因此在后文中不论提及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还是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都是指向这个节点。</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该模块会自动连接到开始模块的尾端，并将其摆放在适合位置。在该节点中完成三件事：选择模型、编写系统提示词以及配置模型参数。点击箭头①处的智能体节点，可以弹出如图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右边所示的模块详情标签，点击箭头②处的模型栏目，会弹出模型配置的标签。在③处可以选择接入工作流的大模型；在方框④处可以配置模型输出的部分参数。</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在大模型的参数列表中，我们需要关注的参数有三个：①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温度（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temperature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）：用于控制随机性和多样性的程度。较高的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temperature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值会降低概率分布的峰值，使得更多的低概率词被选择，生成结果更加多样化；而较低的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temperature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值则会增强概率分布的峰值，使得高概率词更容易被选择，生成结果更加确定。</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最大标记（或作最大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token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）：用于指定模型在生成内容时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的最大数量，它定义了生成的上限。③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Top 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：生成过程中核采样方法概率阈值，例如，取值为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0.8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时，仅保留概率加起来大于等于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0.8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的最可能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的最小集合作为候选集。取值范围为（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，取值越大，生成的随机性越高；取值越低，生成的确定性越高。</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初次使用该部分内容均采用图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的默认配置即可完成任务实施。图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配置大模型及参数在箭头②处模型选择框的下方，我们可以编写系统提示词，按照结构化格式设定智能体的角色、任务边界、输出要求，以至于获得更好的回复和工作处理。</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当然在本节任务中，我们仅需要实现一个最小的智能体对话工作流，因此编写系统提示词可以省略，观察并使用默认的提示词即可。在后面的练习中我们会更加详细地介绍这部分内容。</a:t>
            </a:r>
            <a:endParaRPr 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步骤三：关联用户输入。点击智能体节点，如图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箭头①所示，在系统提示词的下方有用户提示词表单，点击右上角的变量符号（箭头②处），可快速插入变量。将开始节点传递的用户问题变量（通常为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sys.query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）填入，确保模型能够接收到用户的问题。在默认配置中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sys.query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变量已经填入用户提示词，如果还需添加其他变量，可按照该流程操作。</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关联用户输入</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步骤四：连接结束节点并发布。按照和第二步一样的方式，如图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点击智能体节点右边的加号，在弹出页中选择回复消息，创建一个流程结束节点。同样点击这个节点模块，在弹出的标签中，点击箭头②所示的变量图标，将智能体输出的内容添加到消息窗口中。</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添加回复节点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配置回复消息最后，确认工作流连线为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开始节点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回复消息节点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，点击右上角中的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运行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按钮，即可在对话窗口中输入问题测试，如图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，在对话框输入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介绍一下什么是智能体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，可以看到模型的思考和回复过程。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智能体工作流的测试运行</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在对话框中输入任意问题，如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介绍一下什么是智能体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系统将调用大模型生成符合预期的回答，并在界面中返回结果。可以通过人工评估输出质量，不断优化提示问题和参数，直到满足要求。本节会带领学员学会从输出结果中反推应用问题，并建立基本的评价标准，而不是凭感觉判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好不好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现在回到智能体节点，修改系统提示词如图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你是一个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助手，请回答用户关于智能门锁的问题。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这是一个最简单的提示词，在下文中我们会称为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配置大模型的系统提示词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设定系统提示词后，对以下三个问题进行测试：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大家可以比较一下，针对同一问题，智能体的回复有什么区别。和默认提示词比较可以看出，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版提示词是一组提示性比较弱的提示词，大家可以先测试运行思考这组提示词可能缺少哪些关键信息，或者如果你来构造提示词，会考虑添加哪些信息，填在表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1-1- 3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提示词优化记录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序号</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问题现象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可能原因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优化方案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
2
3</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评估智能体回答的质量，可以参考表：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提示词优化指标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指标名称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关键点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说明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准确性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回答是否基本准确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是否存在明显错误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完整性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是否覆盖关键点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是否漏掉重要步骤或条件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稳定性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多次测试是否一致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是否同类问题差异过大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边界感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信息不足时是否乱猜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是否会主动澄清或拒绝编造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可用性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是否可以用于真实场景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能否便于客服或系统直接使用</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针对测试使用的三个问题，采用设计的五维评估指标，打分从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，并总结问发生的原因，填写表：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模型回复总结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测试问题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准确性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完整性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稳定性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边界感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可用性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总结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门锁连不上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Wi-Fi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刚换电池仍提示低电量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忘记管理员密码</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三、提示词基础优化</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通过客观记录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的表现，我们发现了它存在的问题并建立了优化的基准，大家可以针对刚才发现的问题，增加关键约束，将提示词从基本可用的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版更新为基础可控的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版。可以参考下方的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提示词样例：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将工作流应用中的系统提示词替换为上述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版，使用与第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阶段完全相同的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个问题，对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版应用进行测试。量化评估优化效果，对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版的输出进行打分，直观感受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改进带来的价值。并对比计算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在每个维度和总分上的差异，填写下方的表：</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提示词迭代表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版本号</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核心修改内容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主要优化目的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评估总分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最显著的变化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V1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最简角色描述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先跑通应用，获取基线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V2
…</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每次只针对一条约束条件进行增补，逐步观察并统计模型输出变化。</a:t>
            </a:r>
            <a:endParaRPr 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四、模型参数的影响</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该步骤将带领学生理解模型参数（如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Temperature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）是智能体工作流建设的微调旋钮，而非行为总开关。在上文我们介绍了本任务中主要关注的几个模型参数，大家也可以在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的智能体模块标签页中看到，除了上文介绍的参数，如图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还提供了丰富的智能体参数供我们选择：</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模型参数设置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在这一环节，我们以温度（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Temperature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）为例，请大家使用最新版本的提示词，向智能体提问阶段</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中的三个问题，不同的是，我们需要把温度分别设定为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1-1- 7</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中记录模型在保守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灵活设定下的回复情况：</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参数调整对模型输出的影响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参数设置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输出特点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评价</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Temperature=0.2
Temperature=0.8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观察统计结果可以发现，通过调节参数我们可以设定模型的回复风格，从而应对不同场景下的工作。但是智能体回复的行为总则依然是提示词。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任务小结</a:t>
              </a:r>
              <a:endParaRPr lang="zh-CN" altLang="en-US" sz="2800" b="1" dirty="0">
                <a:solidFill>
                  <a:srgbClr val="0064D2"/>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1025" y="1375410"/>
            <a:ext cx="8822055" cy="1753200"/>
          </a:xfrm>
          <a:prstGeom prst="rect">
            <a:avLst/>
          </a:prstGeom>
          <a:noFill/>
        </p:spPr>
        <p:txBody>
          <a:bodyPr wrap="square" rtlCol="0" anchor="t">
            <a:noAutofit/>
          </a:bodyPr>
          <a:lstStyle/>
          <a:p>
            <a:pPr indent="457200" algn="l" fontAlgn="auto">
              <a:lnSpc>
                <a:spcPct val="150000"/>
              </a:lnSpc>
            </a:pPr>
            <a:r>
              <a:rPr lang="zh-CN" dirty="0">
                <a:latin typeface="Arial" panose="020B0604020202020204" pitchFamily="34" charset="0"/>
              </a:rPr>
              <a:t>通过本任务，学员能够完成基础智能问答助手的搭建，理解智能体开发是围绕业务目标进行场景设定、工作流搭建、提示词配置、测试验证和持续改进的过程。</a:t>
            </a:r>
            <a:endParaRPr lang="zh-CN" dirty="0">
              <a:latin typeface="Arial" panose="020B0604020202020204" pitchFamily="34" charset="0"/>
            </a:endParaRPr>
          </a:p>
        </p:txBody>
      </p:sp>
      <p:sp>
        <p:nvSpPr>
          <p:cNvPr id="6" name="矩形 5"/>
          <p:cNvSpPr/>
          <p:nvPr/>
        </p:nvSpPr>
        <p:spPr>
          <a:xfrm>
            <a:off x="2223770" y="3274695"/>
            <a:ext cx="7743825" cy="3267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 name="文本框 3"/>
          <p:cNvSpPr txBox="1"/>
          <p:nvPr/>
        </p:nvSpPr>
        <p:spPr>
          <a:xfrm>
            <a:off x="0" y="792000"/>
            <a:ext cx="1351262"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5" name="文本框 4"/>
          <p:cNvSpPr txBox="1"/>
          <p:nvPr/>
        </p:nvSpPr>
        <p:spPr>
          <a:xfrm>
            <a:off x="1278000" y="792000"/>
            <a:ext cx="1808480" cy="583565"/>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小结</a:t>
            </a:r>
            <a:endParaRPr lang="zh-CN" b="1" dirty="0">
              <a:solidFill>
                <a:schemeClr val="accent1">
                  <a:lumMod val="75000"/>
                </a:schemeClr>
              </a:solidFill>
              <a:latin typeface="微软雅黑" panose="020B0503020204020204" pitchFamily="34" charset="-122"/>
              <a:ea typeface="微软雅黑" panose="020B0503020204020204" pitchFamily="34" charset="-122"/>
              <a:sym typeface="+mn-lt"/>
            </a:endParaRPr>
          </a:p>
        </p:txBody>
      </p:sp>
      <p:sp>
        <p:nvSpPr>
          <p:cNvPr id="2" name="文本框 1"/>
          <p:cNvSpPr txBox="1"/>
          <p:nvPr/>
        </p:nvSpPr>
        <p:spPr>
          <a:xfrm>
            <a:off x="3976370" y="4642485"/>
            <a:ext cx="4239260" cy="532130"/>
          </a:xfrm>
          <a:prstGeom prst="rect">
            <a:avLst/>
          </a:prstGeom>
          <a:noFill/>
        </p:spPr>
        <p:txBody>
          <a:bodyPr wrap="square" rtlCol="0">
            <a:no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{{image:summary_image}}</a:t>
            </a:r>
            <a:endParaRPr lang="en-US" altLang="zh-CN"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altLang="en-US" b="1" dirty="0" smtClean="0">
                <a:solidFill>
                  <a:srgbClr val="0064D2"/>
                </a:solidFill>
                <a:latin typeface="微软雅黑" panose="020B0503020204020204" pitchFamily="34" charset="-122"/>
                <a:ea typeface="微软雅黑" panose="020B0503020204020204" pitchFamily="34" charset="-122"/>
                <a:sym typeface="+mn-ea"/>
              </a:rPr>
              <a:t>重</a:t>
            </a:r>
            <a:r>
              <a:rPr lang="zh-CN" altLang="en-US" b="1" dirty="0">
                <a:solidFill>
                  <a:srgbClr val="0064D2"/>
                </a:solidFill>
                <a:latin typeface="微软雅黑" panose="020B0503020204020204" pitchFamily="34" charset="-122"/>
                <a:ea typeface="微软雅黑" panose="020B0503020204020204" pitchFamily="34" charset="-122"/>
                <a:sym typeface="+mn-ea"/>
              </a:rPr>
              <a:t>难点</a:t>
            </a:r>
            <a:r>
              <a:rPr lang="zh-CN" altLang="en-US" b="1" dirty="0" smtClean="0">
                <a:solidFill>
                  <a:srgbClr val="0064D2"/>
                </a:solidFill>
                <a:latin typeface="微软雅黑" panose="020B0503020204020204" pitchFamily="34" charset="-122"/>
                <a:ea typeface="微软雅黑" panose="020B0503020204020204" pitchFamily="34" charset="-122"/>
                <a:sym typeface="+mn-ea"/>
              </a:rPr>
              <a:t>总结</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8" name="www.koppt.cn"/>
          <p:cNvSpPr/>
          <p:nvPr/>
        </p:nvSpPr>
        <p:spPr>
          <a:xfrm>
            <a:off x="1321200" y="2391777"/>
            <a:ext cx="1693017" cy="426365"/>
          </a:xfrm>
          <a:prstGeom prst="roundRect">
            <a:avLst>
              <a:gd name="adj" fmla="val 50000"/>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重点内容总结</a:t>
            </a:r>
            <a:endParaRPr lang="zh-CN" altLang="en-US" sz="1600" dirty="0">
              <a:latin typeface="+mj-ea"/>
              <a:ea typeface="+mj-ea"/>
            </a:endParaRPr>
          </a:p>
        </p:txBody>
      </p:sp>
      <p:sp>
        <p:nvSpPr>
          <p:cNvPr id="9" name="www.koppt.cn"/>
          <p:cNvSpPr/>
          <p:nvPr/>
        </p:nvSpPr>
        <p:spPr>
          <a:xfrm>
            <a:off x="6665277" y="2391776"/>
            <a:ext cx="1806257" cy="426365"/>
          </a:xfrm>
          <a:prstGeom prst="roundRect">
            <a:avLst>
              <a:gd name="adj" fmla="val 50000"/>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难点内容总结</a:t>
            </a:r>
            <a:endParaRPr lang="zh-CN" altLang="en-US" sz="1600" dirty="0">
              <a:latin typeface="+mj-ea"/>
              <a:ea typeface="+mj-ea"/>
            </a:endParaRPr>
          </a:p>
        </p:txBody>
      </p:sp>
      <p:sp>
        <p:nvSpPr>
          <p:cNvPr id="4" name="矩形 3"/>
          <p:cNvSpPr/>
          <p:nvPr/>
        </p:nvSpPr>
        <p:spPr>
          <a:xfrm>
            <a:off x="1169670" y="3154045"/>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系统提示词编写方法；</a:t>
            </a:r>
            <a:endParaRPr lang="zh-CN" sz="2000" dirty="0">
              <a:latin typeface="Arial" panose="020B0604020202020204" pitchFamily="34" charset="0"/>
            </a:endParaRPr>
          </a:p>
        </p:txBody>
      </p:sp>
      <p:sp>
        <p:nvSpPr>
          <p:cNvPr id="11" name="矩形 10"/>
          <p:cNvSpPr/>
          <p:nvPr/>
        </p:nvSpPr>
        <p:spPr>
          <a:xfrm>
            <a:off x="6511925" y="3155315"/>
            <a:ext cx="5040000" cy="53975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提示词和参数对模型输出的影响；</a:t>
            </a:r>
            <a:endParaRPr lang="zh-CN" sz="2000" dirty="0">
              <a:latin typeface="Arial" panose="020B0604020202020204" pitchFamily="34" charset="0"/>
              <a:sym typeface="+mn-ea"/>
            </a:endParaRPr>
          </a:p>
        </p:txBody>
      </p:sp>
      <p:sp>
        <p:nvSpPr>
          <p:cNvPr id="2" name="矩形 1"/>
          <p:cNvSpPr/>
          <p:nvPr/>
        </p:nvSpPr>
        <p:spPr>
          <a:xfrm>
            <a:off x="1169670" y="369360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智能体与工作流概念辨析；</a:t>
            </a:r>
            <a:endParaRPr lang="zh-CN" sz="2000" dirty="0">
              <a:latin typeface="Arial" panose="020B0604020202020204" pitchFamily="34" charset="0"/>
            </a:endParaRPr>
          </a:p>
        </p:txBody>
      </p:sp>
      <p:sp>
        <p:nvSpPr>
          <p:cNvPr id="5" name="矩形 4"/>
          <p:cNvSpPr/>
          <p:nvPr/>
        </p:nvSpPr>
        <p:spPr>
          <a:xfrm>
            <a:off x="1169670" y="423487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en-US" sz="2000" dirty="0">
                <a:latin typeface="Arial" panose="020B0604020202020204" pitchFamily="34" charset="0"/>
                <a:cs typeface="Arial" panose="020B0604020202020204" pitchFamily="34" charset="0"/>
              </a:rPr>
              <a:t>RAGFlow</a:t>
            </a:r>
            <a:r>
              <a:rPr lang="zh-CN" altLang="en-US" sz="2000" dirty="0">
                <a:latin typeface="Arial" panose="020B0604020202020204" pitchFamily="34" charset="0"/>
                <a:cs typeface="Arial" panose="020B0604020202020204" pitchFamily="34" charset="0"/>
              </a:rPr>
              <a:t>平台可视化编排；</a:t>
            </a:r>
            <a:endParaRPr lang="zh-CN" altLang="en-US" sz="2000" dirty="0">
              <a:latin typeface="Arial" panose="020B0604020202020204" pitchFamily="34" charset="0"/>
              <a:cs typeface="Arial" panose="020B0604020202020204" pitchFamily="34" charset="0"/>
            </a:endParaRPr>
          </a:p>
        </p:txBody>
      </p:sp>
      <p:sp>
        <p:nvSpPr>
          <p:cNvPr id="6" name="矩形 5"/>
          <p:cNvSpPr/>
          <p:nvPr/>
        </p:nvSpPr>
        <p:spPr>
          <a:xfrm>
            <a:off x="6511925" y="369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评估指标建立与优化迭代；</a:t>
            </a:r>
            <a:endParaRPr lang="zh-CN" sz="2000" dirty="0">
              <a:latin typeface="Arial" panose="020B0604020202020204" pitchFamily="34" charset="0"/>
              <a:sym typeface="+mn-ea"/>
            </a:endParaRPr>
          </a:p>
        </p:txBody>
      </p:sp>
      <p:sp>
        <p:nvSpPr>
          <p:cNvPr id="7" name="矩形 6"/>
          <p:cNvSpPr/>
          <p:nvPr/>
        </p:nvSpPr>
        <p:spPr>
          <a:xfrm>
            <a:off x="6511925" y="423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智能体动态决策逻辑理解；</a:t>
            </a:r>
            <a:endParaRPr lang="zh-CN" sz="2000" dirty="0">
              <a:latin typeface="Arial" panose="020B0604020202020204" pitchFamily="34" charset="0"/>
              <a:sym typeface="+mn-ea"/>
            </a:endParaRPr>
          </a:p>
        </p:txBody>
      </p:sp>
    </p:spTree>
    <p:custDataLst>
      <p:tags r:id="rId2"/>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任务拓展</a:t>
              </a:r>
              <a:endParaRPr lang="zh-CN" altLang="en-US" sz="2800" b="1" dirty="0">
                <a:solidFill>
                  <a:srgbClr val="0064D2"/>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b="1" dirty="0" smtClean="0">
                <a:solidFill>
                  <a:srgbClr val="0064D2"/>
                </a:solidFill>
                <a:latin typeface="微软雅黑" panose="020B0503020204020204" pitchFamily="34" charset="-122"/>
                <a:ea typeface="微软雅黑" panose="020B0503020204020204" pitchFamily="34" charset="-122"/>
                <a:sym typeface="+mn-ea"/>
              </a:rPr>
              <a:t>任务</a:t>
            </a:r>
            <a:r>
              <a:rPr lang="zh-CN" altLang="en-US" b="1" dirty="0" smtClean="0">
                <a:solidFill>
                  <a:srgbClr val="0064D2"/>
                </a:solidFill>
                <a:latin typeface="微软雅黑" panose="020B0503020204020204" pitchFamily="34" charset="-122"/>
                <a:ea typeface="微软雅黑" panose="020B0503020204020204" pitchFamily="34" charset="-122"/>
                <a:sym typeface="+mn-ea"/>
              </a:rPr>
              <a:t>拓展</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06</a:t>
            </a:r>
            <a:endParaRPr lang="en-US" altLang="zh-CN" sz="3200" dirty="0">
              <a:solidFill>
                <a:srgbClr val="3F396C"/>
              </a:solidFill>
              <a:latin typeface="思源宋体" panose="02020700000000000000" charset="-122"/>
              <a:ea typeface="思源宋体" panose="02020700000000000000" charset="-122"/>
            </a:endParaRPr>
          </a:p>
        </p:txBody>
      </p:sp>
      <p:sp>
        <p:nvSpPr>
          <p:cNvPr id="5" name="矩形 4"/>
          <p:cNvSpPr/>
          <p:nvPr/>
        </p:nvSpPr>
        <p:spPr>
          <a:xfrm>
            <a:off x="1652270" y="1375410"/>
            <a:ext cx="7481570" cy="2309495"/>
          </a:xfrm>
          <a:prstGeom prst="rect">
            <a:avLst/>
          </a:prstGeom>
        </p:spPr>
        <p:txBody>
          <a:bodyPr wrap="square">
            <a:noAutofit/>
          </a:bodyPr>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针对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企业设备报修工单助手</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构建智能体，思考这个场景下需要的功能，以及配合设定的系统提示词和参数，并仿照实操过程建立版本迭代流程。设定其他参数，调节智能体的回答风格，总结并评价输出结果。</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圆角 4"/>
          <p:cNvSpPr/>
          <p:nvPr>
            <p:custDataLst>
              <p:tags r:id="rId2"/>
            </p:custDataLst>
          </p:nvPr>
        </p:nvSpPr>
        <p:spPr>
          <a:xfrm rot="20700000">
            <a:off x="2093869" y="4066512"/>
            <a:ext cx="480695" cy="255270"/>
          </a:xfrm>
          <a:prstGeom prst="roundRect">
            <a:avLst>
              <a:gd name="adj" fmla="val 50000"/>
            </a:avLst>
          </a:prstGeom>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3" name="文本框 12"/>
          <p:cNvSpPr txBox="1"/>
          <p:nvPr>
            <p:custDataLst>
              <p:tags r:id="rId3"/>
            </p:custDataLst>
          </p:nvPr>
        </p:nvSpPr>
        <p:spPr>
          <a:xfrm>
            <a:off x="3348000" y="3924935"/>
            <a:ext cx="5789295" cy="2376170"/>
          </a:xfrm>
          <a:prstGeom prst="rect">
            <a:avLst/>
          </a:prstGeom>
          <a:noFill/>
        </p:spPr>
        <p:txBody>
          <a:bodyPr wrap="square" lIns="91440" tIns="45720" rIns="91440" bIns="45720" rtlCol="0"/>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分析场景需求，设计提示词和参数，建立版本迭代流程，通过测试评估优化输出质量。</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组合 1"/>
          <p:cNvGrpSpPr/>
          <p:nvPr/>
        </p:nvGrpSpPr>
        <p:grpSpPr>
          <a:xfrm>
            <a:off x="669290" y="4500880"/>
            <a:ext cx="2085975" cy="1280160"/>
            <a:chOff x="1467" y="5006"/>
            <a:chExt cx="3285" cy="2016"/>
          </a:xfrm>
        </p:grpSpPr>
        <p:sp>
          <p:nvSpPr>
            <p:cNvPr id="8" name="任意多边形 216"/>
            <p:cNvSpPr/>
            <p:nvPr>
              <p:custDataLst>
                <p:tags r:id="rId4"/>
              </p:custDataLst>
            </p:nvPr>
          </p:nvSpPr>
          <p:spPr>
            <a:xfrm>
              <a:off x="1467" y="5006"/>
              <a:ext cx="2487" cy="2017"/>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blipFill>
              <a:blip r:embed="rId5">
                <a:extLst>
                  <a:ext uri="{28A0092B-C50C-407E-A947-70E740481C1C}">
                    <a14:useLocalDpi xmlns:a14="http://schemas.microsoft.com/office/drawing/2010/main" val="0"/>
                  </a:ext>
                </a:extLst>
              </a:blip>
              <a:stretch>
                <a:fillRect/>
              </a:stretch>
            </a:blip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30"/>
            <p:cNvSpPr/>
            <p:nvPr>
              <p:custDataLst>
                <p:tags r:id="rId6"/>
              </p:custDataLst>
            </p:nvPr>
          </p:nvSpPr>
          <p:spPr>
            <a:xfrm>
              <a:off x="1615" y="5125"/>
              <a:ext cx="2193" cy="1779"/>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solidFill>
              <a:srgbClr val="FFFFFF">
                <a:alpha val="90000"/>
              </a:srgbClr>
            </a:solid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圆角 27"/>
            <p:cNvSpPr/>
            <p:nvPr>
              <p:custDataLst>
                <p:tags r:id="rId7"/>
              </p:custDataLst>
            </p:nvPr>
          </p:nvSpPr>
          <p:spPr>
            <a:xfrm rot="20817892">
              <a:off x="3767" y="5140"/>
              <a:ext cx="793" cy="371"/>
            </a:xfrm>
            <a:prstGeom prst="roundRect">
              <a:avLst>
                <a:gd name="adj" fmla="val 50000"/>
              </a:avLst>
            </a:prstGeom>
            <a:solidFill>
              <a:srgbClr val="1E74AD"/>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solidFill>
                  <a:srgbClr val="FFFFFF"/>
                </a:solidFill>
              </a:endParaRPr>
            </a:p>
          </p:txBody>
        </p:sp>
        <p:sp>
          <p:nvSpPr>
            <p:cNvPr id="12" name="矩形: 圆角 28"/>
            <p:cNvSpPr/>
            <p:nvPr>
              <p:custDataLst>
                <p:tags r:id="rId8"/>
              </p:custDataLst>
            </p:nvPr>
          </p:nvSpPr>
          <p:spPr>
            <a:xfrm>
              <a:off x="3954" y="6217"/>
              <a:ext cx="799" cy="432"/>
            </a:xfrm>
            <a:prstGeom prst="roundRect">
              <a:avLst>
                <a:gd name="adj" fmla="val 50000"/>
              </a:avLst>
            </a:prstGeom>
            <a:solidFill>
              <a:srgbClr val="0DBBAF"/>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4" name="文本框 13"/>
            <p:cNvSpPr txBox="1"/>
            <p:nvPr>
              <p:custDataLst>
                <p:tags r:id="rId9"/>
              </p:custDataLst>
            </p:nvPr>
          </p:nvSpPr>
          <p:spPr>
            <a:xfrm>
              <a:off x="2242" y="5531"/>
              <a:ext cx="1244" cy="966"/>
            </a:xfrm>
            <a:prstGeom prst="rect">
              <a:avLst/>
            </a:prstGeom>
            <a:noFill/>
          </p:spPr>
          <p:txBody>
            <a:bodyPr wrap="square" rtlCol="0">
              <a:noAutofit/>
            </a:bodyPr>
            <a:lstStyle/>
            <a:p>
              <a:r>
                <a:rPr lang="zh-CN" altLang="en-US" sz="1600" b="1" spc="300" dirty="0">
                  <a:latin typeface="Arial" panose="020B0604020202020204" pitchFamily="34" charset="0"/>
                  <a:ea typeface="微软雅黑" panose="020B0503020204020204" pitchFamily="34" charset="-122"/>
                  <a:sym typeface="Arial" panose="020B0604020202020204" pitchFamily="34" charset="0"/>
                </a:rPr>
                <a:t>解题</a:t>
              </a:r>
              <a:br>
                <a:rPr lang="zh-CN" altLang="en-US" sz="1600" b="1" spc="300" dirty="0">
                  <a:latin typeface="Arial" panose="020B0604020202020204" pitchFamily="34" charset="0"/>
                  <a:ea typeface="微软雅黑" panose="020B0503020204020204" pitchFamily="34" charset="-122"/>
                  <a:sym typeface="Arial" panose="020B0604020202020204" pitchFamily="34" charset="0"/>
                </a:rPr>
              </a:br>
              <a:r>
                <a:rPr lang="zh-CN" altLang="en-US" sz="1600" b="1" spc="300" dirty="0">
                  <a:latin typeface="Arial" panose="020B0604020202020204" pitchFamily="34" charset="0"/>
                  <a:ea typeface="微软雅黑" panose="020B0503020204020204" pitchFamily="34" charset="-122"/>
                  <a:sym typeface="Arial" panose="020B0604020202020204" pitchFamily="34" charset="0"/>
                </a:rPr>
                <a:t>思路</a:t>
              </a:r>
              <a:endParaRPr lang="zh-CN" altLang="en-US" sz="1600" b="1" spc="3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组合 14"/>
          <p:cNvGrpSpPr/>
          <p:nvPr/>
        </p:nvGrpSpPr>
        <p:grpSpPr>
          <a:xfrm>
            <a:off x="9264015" y="3105150"/>
            <a:ext cx="2187575" cy="3347085"/>
            <a:chOff x="17395952" y="4962815"/>
            <a:chExt cx="1235881" cy="2128737"/>
          </a:xfrm>
        </p:grpSpPr>
        <p:pic>
          <p:nvPicPr>
            <p:cNvPr id="16" name="图片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395952" y="4962815"/>
              <a:ext cx="1235881" cy="2128737"/>
            </a:xfrm>
            <a:prstGeom prst="rect">
              <a:avLst/>
            </a:prstGeom>
          </p:spPr>
        </p:pic>
        <p:sp>
          <p:nvSpPr>
            <p:cNvPr id="17" name="文本框 16"/>
            <p:cNvSpPr txBox="1"/>
            <p:nvPr/>
          </p:nvSpPr>
          <p:spPr>
            <a:xfrm>
              <a:off x="17713801" y="5281459"/>
              <a:ext cx="600541" cy="371146"/>
            </a:xfrm>
            <a:prstGeom prst="rect">
              <a:avLst/>
            </a:prstGeom>
            <a:noFill/>
          </p:spPr>
          <p:txBody>
            <a:bodyPr wrap="square" rtlCol="0">
              <a:spAutoFit/>
            </a:bodyPr>
            <a:lstStyle/>
            <a:p>
              <a:r>
                <a:rPr lang="zh-CN" altLang="en-US" sz="3200" dirty="0"/>
                <a:t>提示</a:t>
              </a:r>
              <a:endParaRPr lang="zh-CN" altLang="en-US" sz="3200" dirty="0"/>
            </a:p>
          </p:txBody>
        </p:sp>
      </p:gr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p:bldLst>
  </p:timing>
</p:sld>
</file>

<file path=ppt/slides/slide8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2802890" y="2288540"/>
            <a:ext cx="7174865" cy="768350"/>
          </a:xfrm>
          <a:prstGeom prst="rect">
            <a:avLst/>
          </a:prstGeom>
          <a:noFill/>
        </p:spPr>
        <p:txBody>
          <a:bodyPr wrap="square" rtlCol="0">
            <a:spAutoFit/>
            <a:scene3d>
              <a:camera prst="orthographicFront"/>
              <a:lightRig rig="threePt" dir="t"/>
            </a:scene3d>
            <a:sp3d contourW="12700"/>
          </a:bodyPr>
          <a:lstStyle/>
          <a:p>
            <a:pPr algn="ctr">
              <a:buClrTx/>
              <a:buSzTx/>
              <a:buFontTx/>
            </a:pPr>
            <a:r>
              <a:rPr lang="zh-CN" altLang="zh-CN" sz="4400" b="1" dirty="0">
                <a:latin typeface="+mj-ea"/>
                <a:ea typeface="+mj-ea"/>
                <a:cs typeface="+mj-ea"/>
                <a:sym typeface="+mn-ea"/>
              </a:rPr>
              <a:t>谢谢大家学习</a:t>
            </a:r>
            <a:endParaRPr lang="zh-CN" altLang="zh-CN" sz="4400" b="1" dirty="0">
              <a:latin typeface="+mj-ea"/>
              <a:ea typeface="+mj-ea"/>
              <a:cs typeface="+mj-ea"/>
              <a:sym typeface="+mn-ea"/>
            </a:endParaRPr>
          </a:p>
        </p:txBody>
      </p:sp>
      <p:sp>
        <p:nvSpPr>
          <p:cNvPr id="2" name="矩形 1"/>
          <p:cNvSpPr/>
          <p:nvPr/>
        </p:nvSpPr>
        <p:spPr>
          <a:xfrm>
            <a:off x="3127676" y="4489933"/>
            <a:ext cx="6096000" cy="1135054"/>
          </a:xfrm>
          <a:prstGeom prst="rect">
            <a:avLst/>
          </a:prstGeom>
        </p:spPr>
        <p:txBody>
          <a:bodyPr>
            <a:spAutoFit/>
          </a:bodyPr>
          <a:lstStyle/>
          <a:p>
            <a:pPr indent="266700" algn="ctr" latinLnBrk="1">
              <a:lnSpc>
                <a:spcPct val="150000"/>
              </a:lnSpc>
              <a:spcAft>
                <a:spcPts val="0"/>
              </a:spcAft>
            </a:pPr>
            <a:r>
              <a:rPr lang="en-US" altLang="zh-CN" sz="2400" b="1" kern="100" dirty="0">
                <a:solidFill>
                  <a:srgbClr val="2F5496"/>
                </a:solidFill>
                <a:latin typeface="+mn-ea"/>
              </a:rPr>
              <a:t>The wise lead The willing follow</a:t>
            </a:r>
            <a:endParaRPr lang="zh-CN" altLang="zh-CN" sz="2400" b="1" kern="100" dirty="0">
              <a:latin typeface="+mn-ea"/>
            </a:endParaRPr>
          </a:p>
          <a:p>
            <a:pPr algn="ctr">
              <a:lnSpc>
                <a:spcPct val="150000"/>
              </a:lnSpc>
            </a:pPr>
            <a:r>
              <a:rPr lang="zh-CN" altLang="zh-CN" sz="2400" b="1" kern="100" dirty="0">
                <a:solidFill>
                  <a:srgbClr val="2F5496"/>
                </a:solidFill>
                <a:latin typeface="+mn-ea"/>
                <a:cs typeface="Times New Roman" panose="02020603050405020304" charset="0"/>
              </a:rPr>
              <a:t>让学习者与优秀者同行</a:t>
            </a:r>
            <a:endParaRPr lang="zh-CN" altLang="en-US" sz="2400" b="1" dirty="0">
              <a:latin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p="http://schemas.openxmlformats.org/presentationml/2006/main">
  <p:tag name="KSO_WM_FULL_TEXT_BEAUTIFY_COPY_ID" val="35"/>
</p:tagLst>
</file>

<file path=ppt/tags/tag133.xml><?xml version="1.0" encoding="utf-8"?>
<p:tagLst xmlns:p="http://schemas.openxmlformats.org/presentationml/2006/main">
  <p:tag name="KSO_WM_FULL_TEXT_BEAUTIFY_COPY_ID" val="5"/>
</p:tagLst>
</file>

<file path=ppt/tags/tag134.xml><?xml version="1.0" encoding="utf-8"?>
<p:tagLst xmlns:p="http://schemas.openxmlformats.org/presentationml/2006/main">
  <p:tag name="KSO_WM_FULL_TEXT_BEAUTIFY_COPY_ID" val="10"/>
</p:tagLst>
</file>

<file path=ppt/tags/tag135.xml><?xml version="1.0" encoding="utf-8"?>
<p:tagLst xmlns:p="http://schemas.openxmlformats.org/presentationml/2006/main">
  <p:tag name="KSO_WM_FULL_TEXT_BEAUTIFY_COPY_ID" val="150995359"/>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ISLIDE.PICTURE" val="#237962;"/>
  <p:tag name="ISLIDE.VECTOR" val="#431601;"/>
</p:tagLst>
</file>

<file path=ppt/tags/tag139.xml><?xml version="1.0" encoding="utf-8"?>
<p:tagLst xmlns:p="http://schemas.openxmlformats.org/presentationml/2006/main">
  <p:tag name="KSO_WM_DIAGRAM_VIRTUALLY_FRAME" val="{&quot;height&quot;:211.4951181102362,&quot;left&quot;:80.3,&quot;top&quot;:189.55929133858268,&quot;width&quot;:763.3545669291337}"/>
</p:tagLst>
</file>

<file path=ppt/tags/tag140.xml><?xml version="1.0" encoding="utf-8"?>
<p:tagLst xmlns:p="http://schemas.openxmlformats.org/presentationml/2006/main">
  <p:tag name="KSO_WM_DIAGRAM_VIRTUALLY_FRAME" val="{&quot;height&quot;:211.4951181102362,&quot;left&quot;:80.3,&quot;top&quot;:189.55929133858268,&quot;width&quot;:763.3545669291337}"/>
</p:tagLst>
</file>

<file path=ppt/tags/tag141.xml><?xml version="1.0" encoding="utf-8"?>
<p:tagLst xmlns:p="http://schemas.openxmlformats.org/presentationml/2006/main">
  <p:tag name="KSO_WM_DIAGRAM_VIRTUALLY_FRAME" val="{&quot;height&quot;:211.4951181102362,&quot;left&quot;:80.3,&quot;top&quot;:189.55929133858268,&quot;width&quot;:763.3545669291337}"/>
</p:tagLst>
</file>

<file path=ppt/tags/tag142.xml><?xml version="1.0" encoding="utf-8"?>
<p:tagLst xmlns:p="http://schemas.openxmlformats.org/presentationml/2006/main">
  <p:tag name="KSO_WM_DIAGRAM_VIRTUALLY_FRAME" val="{&quot;height&quot;:211.4951181102362,&quot;left&quot;:80.3,&quot;top&quot;:189.55929133858268,&quot;width&quot;:763.3545669291337}"/>
</p:tagLst>
</file>

<file path=ppt/tags/tag143.xml><?xml version="1.0" encoding="utf-8"?>
<p:tagLst xmlns:p="http://schemas.openxmlformats.org/presentationml/2006/main">
  <p:tag name="KSO_WM_DIAGRAM_VIRTUALLY_FRAME" val="{&quot;height&quot;:211.4951181102362,&quot;left&quot;:80.3,&quot;top&quot;:189.55929133858268,&quot;width&quot;:763.3545669291337}"/>
</p:tagLst>
</file>

<file path=ppt/tags/tag144.xml><?xml version="1.0" encoding="utf-8"?>
<p:tagLst xmlns:p="http://schemas.openxmlformats.org/presentationml/2006/main">
  <p:tag name="KSO_WM_DIAGRAM_VIRTUALLY_FRAME" val="{&quot;height&quot;:211.4951181102362,&quot;left&quot;:80.3,&quot;top&quot;:189.55929133858268,&quot;width&quot;:763.3545669291337}"/>
</p:tagLst>
</file>

<file path=ppt/tags/tag145.xml><?xml version="1.0" encoding="utf-8"?>
<p:tagLst xmlns:p="http://schemas.openxmlformats.org/presentationml/2006/main">
  <p:tag name="KSO_WM_DIAGRAM_VIRTUALLY_FRAME" val="{&quot;height&quot;:211.4951181102362,&quot;left&quot;:80.3,&quot;top&quot;:189.55929133858268,&quot;width&quot;:763.3545669291337}"/>
</p:tagLst>
</file>

<file path=ppt/tags/tag146.xml><?xml version="1.0" encoding="utf-8"?>
<p:tagLst xmlns:p="http://schemas.openxmlformats.org/presentationml/2006/main">
  <p:tag name="KSO_WM_DIAGRAM_VIRTUALLY_FRAME" val="{&quot;height&quot;:211.4951181102362,&quot;left&quot;:80.3,&quot;top&quot;:189.55929133858268,&quot;width&quot;:763.3545669291337}"/>
</p:tagLst>
</file>

<file path=ppt/tags/tag147.xml><?xml version="1.0" encoding="utf-8"?>
<p:tagLst xmlns:p="http://schemas.openxmlformats.org/presentationml/2006/main">
  <p:tag name="KSO_WM_DIAGRAM_VIRTUALLY_FRAME" val="{&quot;height&quot;:211.4951181102362,&quot;left&quot;:80.3,&quot;top&quot;:189.55929133858268,&quot;width&quot;:763.3545669291337}"/>
</p:tagLst>
</file>

<file path=ppt/tags/tag148.xml><?xml version="1.0" encoding="utf-8"?>
<p:tagLst xmlns:p="http://schemas.openxmlformats.org/presentationml/2006/main">
  <p:tag name="KSO_WM_DIAGRAM_VIRTUALLY_FRAME" val="{&quot;height&quot;:211.4951181102362,&quot;left&quot;:80.3,&quot;top&quot;:189.55929133858268,&quot;width&quot;:763.3545669291337}"/>
</p:tagLst>
</file>

<file path=ppt/tags/tag149.xml><?xml version="1.0" encoding="utf-8"?>
<p:tagLst xmlns:p="http://schemas.openxmlformats.org/presentationml/2006/main">
  <p:tag name="KSO_WM_DIAGRAM_VIRTUALLY_FRAME" val="{&quot;height&quot;:211.4951181102362,&quot;left&quot;:80.3,&quot;top&quot;:189.55929133858268,&quot;width&quot;:763.3545669291337}"/>
</p:tagLst>
</file>

<file path=ppt/tags/tag150.xml><?xml version="1.0" encoding="utf-8"?>
<p:tagLst xmlns:p="http://schemas.openxmlformats.org/presentationml/2006/main">
  <p:tag name="KSO_WM_DIAGRAM_VIRTUALLY_FRAME" val="{&quot;height&quot;:211.4951181102362,&quot;left&quot;:80.3,&quot;top&quot;:189.55929133858268,&quot;width&quot;:763.3545669291337}"/>
</p:tagLst>
</file>

<file path=ppt/tags/tag151.xml><?xml version="1.0" encoding="utf-8"?>
<p:tagLst xmlns:p="http://schemas.openxmlformats.org/presentationml/2006/main">
  <p:tag name="KSO_WM_DIAGRAM_VIRTUALLY_FRAME" val="{&quot;height&quot;:211.4951181102362,&quot;left&quot;:80.3,&quot;top&quot;:189.55929133858268,&quot;width&quot;:763.3545669291337}"/>
</p:tagLst>
</file>

<file path=ppt/tags/tag152.xml><?xml version="1.0" encoding="utf-8"?>
<p:tagLst xmlns:p="http://schemas.openxmlformats.org/presentationml/2006/main">
  <p:tag name="KSO_WM_DIAGRAM_VIRTUALLY_FRAME" val="{&quot;height&quot;:211.4951181102362,&quot;left&quot;:80.3,&quot;top&quot;:189.55929133858268,&quot;width&quot;:763.3545669291337}"/>
</p:tagLst>
</file>

<file path=ppt/tags/tag153.xml><?xml version="1.0" encoding="utf-8"?>
<p:tagLst xmlns:p="http://schemas.openxmlformats.org/presentationml/2006/main">
  <p:tag name="KSO_WM_DIAGRAM_VIRTUALLY_FRAME" val="{&quot;height&quot;:211.4951181102362,&quot;left&quot;:80.3,&quot;top&quot;:189.55929133858268,&quot;width&quot;:763.3545669291337}"/>
</p:tagLst>
</file>

<file path=ppt/tags/tag154.xml><?xml version="1.0" encoding="utf-8"?>
<p:tagLst xmlns:p="http://schemas.openxmlformats.org/presentationml/2006/main">
  <p:tag name="KSO_WM_DIAGRAM_VIRTUALLY_FRAME" val="{&quot;height&quot;:211.4951181102362,&quot;left&quot;:80.3,&quot;top&quot;:189.55929133858268,&quot;width&quot;:763.3545669291337}"/>
</p:tagLst>
</file>

<file path=ppt/tags/tag155.xml><?xml version="1.0" encoding="utf-8"?>
<p:tagLst xmlns:p="http://schemas.openxmlformats.org/presentationml/2006/main">
  <p:tag name="KSO_WM_DIAGRAM_VIRTUALLY_FRAME" val="{&quot;height&quot;:211.4951181102362,&quot;left&quot;:80.3,&quot;top&quot;:189.55929133858268,&quot;width&quot;:763.3545669291337}"/>
</p:tagLst>
</file>

<file path=ppt/tags/tag156.xml><?xml version="1.0" encoding="utf-8"?>
<p:tagLst xmlns:p="http://schemas.openxmlformats.org/presentationml/2006/main">
  <p:tag name="KSO_WM_DIAGRAM_VIRTUALLY_FRAME" val="{&quot;height&quot;:211.4951181102362,&quot;left&quot;:80.3,&quot;top&quot;:189.55929133858268,&quot;width&quot;:763.3545669291337}"/>
</p:tagLst>
</file>

<file path=ppt/tags/tag157.xml><?xml version="1.0" encoding="utf-8"?>
<p:tagLst xmlns:p="http://schemas.openxmlformats.org/presentationml/2006/main">
  <p:tag name="KSO_WM_DIAGRAM_VIRTUALLY_FRAME" val="{&quot;height&quot;:211.4951181102362,&quot;left&quot;:80.3,&quot;top&quot;:189.55929133858268,&quot;width&quot;:763.3545669291337}"/>
</p:tagLst>
</file>

<file path=ppt/tags/tag158.xml><?xml version="1.0" encoding="utf-8"?>
<p:tagLst xmlns:p="http://schemas.openxmlformats.org/presentationml/2006/main">
  <p:tag name="KSO_WM_DIAGRAM_VIRTUALLY_FRAME" val="{&quot;height&quot;:211.4951181102362,&quot;left&quot;:80.3,&quot;top&quot;:189.55929133858268,&quot;width&quot;:763.3545669291337}"/>
</p:tagLst>
</file>

<file path=ppt/tags/tag159.xml><?xml version="1.0" encoding="utf-8"?>
<p:tagLst xmlns:p="http://schemas.openxmlformats.org/presentationml/2006/main">
  <p:tag name="KSO_WM_DIAGRAM_VIRTUALLY_FRAME" val="{&quot;height&quot;:211.4951181102362,&quot;left&quot;:80.3,&quot;top&quot;:189.55929133858268,&quot;width&quot;:763.3545669291337}"/>
</p:tagLst>
</file>

<file path=ppt/tags/tag160.xml><?xml version="1.0" encoding="utf-8"?>
<p:tagLst xmlns:p="http://schemas.openxmlformats.org/presentationml/2006/main">
  <p:tag name="KSO_WM_DIAGRAM_VIRTUALLY_FRAME" val="{&quot;height&quot;:211.4951181102362,&quot;left&quot;:80.3,&quot;top&quot;:189.55929133858268,&quot;width&quot;:763.3545669291337}"/>
</p:tagLst>
</file>

<file path=ppt/tags/tag161.xml><?xml version="1.0" encoding="utf-8"?>
<p:tagLst xmlns:p="http://schemas.openxmlformats.org/presentationml/2006/main">
  <p:tag name="KSO_WM_DIAGRAM_VIRTUALLY_FRAME" val="{&quot;height&quot;:211.4951181102362,&quot;left&quot;:80.3,&quot;top&quot;:189.55929133858268,&quot;width&quot;:763.3545669291337}"/>
</p:tagLst>
</file>

<file path=ppt/tags/tag162.xml><?xml version="1.0" encoding="utf-8"?>
<p:tagLst xmlns:p="http://schemas.openxmlformats.org/presentationml/2006/main">
  <p:tag name="KSO_WM_DIAGRAM_VIRTUALLY_FRAME" val="{&quot;height&quot;:211.4951181102362,&quot;left&quot;:80.3,&quot;top&quot;:189.55929133858268,&quot;width&quot;:763.3545669291337}"/>
</p:tagLst>
</file>

<file path=ppt/tags/tag1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1.xml><?xml version="1.0" encoding="utf-8"?>
<p:tagLst xmlns:p="http://schemas.openxmlformats.org/presentationml/2006/main">
  <p:tag name="KSO_WM_DIAGRAM_VIRTUALLY_FRAME" val="{&quot;height&quot;:333.6,&quot;left&quot;:18.55,&quot;top&quot;:138.6,&quot;width&quot;:957.2494488188977}"/>
</p:tagLst>
</file>

<file path=ppt/tags/tag212.xml><?xml version="1.0" encoding="utf-8"?>
<p:tagLst xmlns:p="http://schemas.openxmlformats.org/presentationml/2006/main">
  <p:tag name="KSO_WM_DIAGRAM_VIRTUALLY_FRAME" val="{&quot;height&quot;:333.6,&quot;left&quot;:18.55,&quot;top&quot;:138.6,&quot;width&quot;:957.2494488188977}"/>
</p:tagLst>
</file>

<file path=ppt/tags/tag213.xml><?xml version="1.0" encoding="utf-8"?>
<p:tagLst xmlns:p="http://schemas.openxmlformats.org/presentationml/2006/main">
  <p:tag name="KSO_WM_DIAGRAM_VIRTUALLY_FRAME" val="{&quot;height&quot;:333.6,&quot;left&quot;:18.55,&quot;top&quot;:138.6,&quot;width&quot;:957.2494488188977}"/>
</p:tagLst>
</file>

<file path=ppt/tags/tag214.xml><?xml version="1.0" encoding="utf-8"?>
<p:tagLst xmlns:p="http://schemas.openxmlformats.org/presentationml/2006/main">
  <p:tag name="KSO_WM_DIAGRAM_VIRTUALLY_FRAME" val="{&quot;height&quot;:333.6,&quot;left&quot;:18.55,&quot;top&quot;:138.6,&quot;width&quot;:957.2494488188977}"/>
</p:tagLst>
</file>

<file path=ppt/tags/tag215.xml><?xml version="1.0" encoding="utf-8"?>
<p:tagLst xmlns:p="http://schemas.openxmlformats.org/presentationml/2006/main">
  <p:tag name="KSO_WM_DIAGRAM_VIRTUALLY_FRAME" val="{&quot;height&quot;:333.6,&quot;left&quot;:18.55,&quot;top&quot;:138.6,&quot;width&quot;:957.2494488188977}"/>
</p:tagLst>
</file>

<file path=ppt/tags/tag216.xml><?xml version="1.0" encoding="utf-8"?>
<p:tagLst xmlns:p="http://schemas.openxmlformats.org/presentationml/2006/main">
  <p:tag name="KSO_WM_DIAGRAM_VIRTUALLY_FRAME" val="{&quot;height&quot;:333.6,&quot;left&quot;:18.55,&quot;top&quot;:138.6,&quot;width&quot;:957.2494488188977}"/>
</p:tagLst>
</file>

<file path=ppt/tags/tag217.xml><?xml version="1.0" encoding="utf-8"?>
<p:tagLst xmlns:p="http://schemas.openxmlformats.org/presentationml/2006/main">
  <p:tag name="KSO_WM_DIAGRAM_VIRTUALLY_FRAME" val="{&quot;height&quot;:333.6,&quot;left&quot;:18.55,&quot;top&quot;:138.6,&quot;width&quot;:957.2494488188977}"/>
</p:tagLst>
</file>

<file path=ppt/tags/tag218.xml><?xml version="1.0" encoding="utf-8"?>
<p:tagLst xmlns:p="http://schemas.openxmlformats.org/presentationml/2006/main">
  <p:tag name="KSO_WM_DIAGRAM_VIRTUALLY_FRAME" val="{&quot;height&quot;:333.6,&quot;left&quot;:18.55,&quot;top&quot;:138.6,&quot;width&quot;:957.2494488188977}"/>
</p:tagLst>
</file>

<file path=ppt/tags/tag219.xml><?xml version="1.0" encoding="utf-8"?>
<p:tagLst xmlns:p="http://schemas.openxmlformats.org/presentationml/2006/main">
  <p:tag name="KSO_WM_DIAGRAM_VIRTUALLY_FRAME" val="{&quot;height&quot;:333.6,&quot;left&quot;:18.55,&quot;top&quot;:138.6,&quot;width&quot;:957.2494488188977}"/>
</p:tagLst>
</file>

<file path=ppt/tags/tag220.xml><?xml version="1.0" encoding="utf-8"?>
<p:tagLst xmlns:p="http://schemas.openxmlformats.org/presentationml/2006/main">
  <p:tag name="KSO_WM_DIAGRAM_VIRTUALLY_FRAME" val="{&quot;height&quot;:333.6,&quot;left&quot;:18.55,&quot;top&quot;:138.6,&quot;width&quot;:957.2494488188977}"/>
</p:tagLst>
</file>

<file path=ppt/tags/tag221.xml><?xml version="1.0" encoding="utf-8"?>
<p:tagLst xmlns:p="http://schemas.openxmlformats.org/presentationml/2006/main">
  <p:tag name="KSO_WM_DIAGRAM_VIRTUALLY_FRAME" val="{&quot;height&quot;:333.6,&quot;left&quot;:18.55,&quot;top&quot;:138.6,&quot;width&quot;:957.2494488188977}"/>
</p:tagLst>
</file>

<file path=ppt/tags/tag222.xml><?xml version="1.0" encoding="utf-8"?>
<p:tagLst xmlns:p="http://schemas.openxmlformats.org/presentationml/2006/main">
  <p:tag name="KSO_WM_DIAGRAM_VIRTUALLY_FRAME" val="{&quot;height&quot;:333.6,&quot;left&quot;:18.55,&quot;top&quot;:138.6,&quot;width&quot;:957.2494488188977}"/>
</p:tagLst>
</file>

<file path=ppt/tags/tag223.xml><?xml version="1.0" encoding="utf-8"?>
<p:tagLst xmlns:p="http://schemas.openxmlformats.org/presentationml/2006/main">
  <p:tag name="KSO_WM_DIAGRAM_VIRTUALLY_FRAME" val="{&quot;height&quot;:333.6,&quot;left&quot;:18.55,&quot;top&quot;:138.6,&quot;width&quot;:957.2494488188977}"/>
</p:tagLst>
</file>

<file path=ppt/tags/tag224.xml><?xml version="1.0" encoding="utf-8"?>
<p:tagLst xmlns:p="http://schemas.openxmlformats.org/presentationml/2006/main">
  <p:tag name="KSO_WM_DIAGRAM_VIRTUALLY_FRAME" val="{&quot;height&quot;:333.6,&quot;left&quot;:18.55,&quot;top&quot;:138.6,&quot;width&quot;:957.2494488188977}"/>
</p:tagLst>
</file>

<file path=ppt/tags/tag225.xml><?xml version="1.0" encoding="utf-8"?>
<p:tagLst xmlns:p="http://schemas.openxmlformats.org/presentationml/2006/main">
  <p:tag name="KSO_WM_DIAGRAM_VIRTUALLY_FRAME" val="{&quot;height&quot;:333.6,&quot;left&quot;:18.55,&quot;top&quot;:138.6,&quot;width&quot;:957.2494488188977}"/>
</p:tagLst>
</file>

<file path=ppt/tags/tag226.xml><?xml version="1.0" encoding="utf-8"?>
<p:tagLst xmlns:p="http://schemas.openxmlformats.org/presentationml/2006/main">
  <p:tag name="KSO_WM_DIAGRAM_VIRTUALLY_FRAME" val="{&quot;height&quot;:333.6,&quot;left&quot;:18.55,&quot;top&quot;:138.6,&quot;width&quot;:957.2494488188977}"/>
</p:tagLst>
</file>

<file path=ppt/tags/tag227.xml><?xml version="1.0" encoding="utf-8"?>
<p:tagLst xmlns:p="http://schemas.openxmlformats.org/presentationml/2006/main">
  <p:tag name="KSO_WM_DIAGRAM_VIRTUALLY_FRAME" val="{&quot;height&quot;:333.6,&quot;left&quot;:18.55,&quot;top&quot;:138.6,&quot;width&quot;:957.2494488188977}"/>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3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DIAGRAM_VIRTUALLY_FRAME" val="{&quot;height&quot;:312,&quot;left&quot;:46.386771653543285,&quot;top&quot;:138.6,&quot;width&quot;:929.4126771653544}"/>
</p:tagLst>
</file>

<file path=ppt/tags/tag273.xml><?xml version="1.0" encoding="utf-8"?>
<p:tagLst xmlns:p="http://schemas.openxmlformats.org/presentationml/2006/main">
  <p:tag name="KSO_WM_DIAGRAM_VIRTUALLY_FRAME" val="{&quot;height&quot;:312,&quot;left&quot;:46.386771653543285,&quot;top&quot;:138.6,&quot;width&quot;:929.4126771653544}"/>
</p:tagLst>
</file>

<file path=ppt/tags/tag274.xml><?xml version="1.0" encoding="utf-8"?>
<p:tagLst xmlns:p="http://schemas.openxmlformats.org/presentationml/2006/main">
  <p:tag name="KSO_WM_DIAGRAM_VIRTUALLY_FRAME" val="{&quot;height&quot;:312,&quot;left&quot;:46.386771653543285,&quot;top&quot;:138.6,&quot;width&quot;:929.4126771653544}"/>
</p:tagLst>
</file>

<file path=ppt/tags/tag275.xml><?xml version="1.0" encoding="utf-8"?>
<p:tagLst xmlns:p="http://schemas.openxmlformats.org/presentationml/2006/main">
  <p:tag name="KSO_WM_DIAGRAM_VIRTUALLY_FRAME" val="{&quot;height&quot;:312,&quot;left&quot;:46.386771653543285,&quot;top&quot;:138.6,&quot;width&quot;:929.4126771653544}"/>
</p:tagLst>
</file>

<file path=ppt/tags/tag276.xml><?xml version="1.0" encoding="utf-8"?>
<p:tagLst xmlns:p="http://schemas.openxmlformats.org/presentationml/2006/main">
  <p:tag name="KSO_WM_DIAGRAM_VIRTUALLY_FRAME" val="{&quot;height&quot;:312,&quot;left&quot;:46.386771653543285,&quot;top&quot;:138.6,&quot;width&quot;:929.4126771653544}"/>
</p:tagLst>
</file>

<file path=ppt/tags/tag277.xml><?xml version="1.0" encoding="utf-8"?>
<p:tagLst xmlns:p="http://schemas.openxmlformats.org/presentationml/2006/main">
  <p:tag name="KSO_WM_DIAGRAM_VIRTUALLY_FRAME" val="{&quot;height&quot;:312,&quot;left&quot;:46.386771653543285,&quot;top&quot;:138.6,&quot;width&quot;:929.4126771653544}"/>
</p:tagLst>
</file>

<file path=ppt/tags/tag278.xml><?xml version="1.0" encoding="utf-8"?>
<p:tagLst xmlns:p="http://schemas.openxmlformats.org/presentationml/2006/main">
  <p:tag name="KSO_WM_DIAGRAM_VIRTUALLY_FRAME" val="{&quot;height&quot;:312,&quot;left&quot;:46.386771653543285,&quot;top&quot;:138.6,&quot;width&quot;:929.4126771653544}"/>
</p:tagLst>
</file>

<file path=ppt/tags/tag279.xml><?xml version="1.0" encoding="utf-8"?>
<p:tagLst xmlns:p="http://schemas.openxmlformats.org/presentationml/2006/main">
  <p:tag name="KSO_WM_DIAGRAM_VIRTUALLY_FRAME" val="{&quot;height&quot;:312,&quot;left&quot;:46.386771653543285,&quot;top&quot;:138.6,&quot;width&quot;:929.4126771653544}"/>
</p:tagLst>
</file>

<file path=ppt/tags/tag280.xml><?xml version="1.0" encoding="utf-8"?>
<p:tagLst xmlns:p="http://schemas.openxmlformats.org/presentationml/2006/main">
  <p:tag name="KSO_WM_DIAGRAM_VIRTUALLY_FRAME" val="{&quot;height&quot;:312,&quot;left&quot;:46.386771653543285,&quot;top&quot;:138.6,&quot;width&quot;:929.4126771653544}"/>
</p:tagLst>
</file>

<file path=ppt/tags/tag281.xml><?xml version="1.0" encoding="utf-8"?>
<p:tagLst xmlns:p="http://schemas.openxmlformats.org/presentationml/2006/main">
  <p:tag name="KSO_WM_DIAGRAM_VIRTUALLY_FRAME" val="{&quot;height&quot;:312,&quot;left&quot;:46.386771653543285,&quot;top&quot;:138.6,&quot;width&quot;:929.4126771653544}"/>
</p:tagLst>
</file>

<file path=ppt/tags/tag282.xml><?xml version="1.0" encoding="utf-8"?>
<p:tagLst xmlns:p="http://schemas.openxmlformats.org/presentationml/2006/main">
  <p:tag name="KSO_WM_DIAGRAM_VIRTUALLY_FRAME" val="{&quot;height&quot;:312,&quot;left&quot;:46.386771653543285,&quot;top&quot;:138.6,&quot;width&quot;:929.4126771653544}"/>
</p:tagLst>
</file>

<file path=ppt/tags/tag283.xml><?xml version="1.0" encoding="utf-8"?>
<p:tagLst xmlns:p="http://schemas.openxmlformats.org/presentationml/2006/main">
  <p:tag name="KSO_WM_DIAGRAM_VIRTUALLY_FRAME" val="{&quot;height&quot;:312,&quot;left&quot;:46.386771653543285,&quot;top&quot;:138.6,&quot;width&quot;:929.4126771653544}"/>
</p:tagLst>
</file>

<file path=ppt/tags/tag284.xml><?xml version="1.0" encoding="utf-8"?>
<p:tagLst xmlns:p="http://schemas.openxmlformats.org/presentationml/2006/main">
  <p:tag name="KSO_WM_DIAGRAM_VIRTUALLY_FRAME" val="{&quot;height&quot;:312,&quot;left&quot;:46.386771653543285,&quot;top&quot;:138.6,&quot;width&quot;:929.4126771653544}"/>
</p:tagLst>
</file>

<file path=ppt/tags/tag285.xml><?xml version="1.0" encoding="utf-8"?>
<p:tagLst xmlns:p="http://schemas.openxmlformats.org/presentationml/2006/main">
  <p:tag name="KSO_WM_DIAGRAM_VIRTUALLY_FRAME" val="{&quot;height&quot;:312,&quot;left&quot;:46.386771653543285,&quot;top&quot;:138.6,&quot;width&quot;:929.4126771653544}"/>
</p:tagLst>
</file>

<file path=ppt/tags/tag286.xml><?xml version="1.0" encoding="utf-8"?>
<p:tagLst xmlns:p="http://schemas.openxmlformats.org/presentationml/2006/main">
  <p:tag name="KSO_WM_DIAGRAM_VIRTUALLY_FRAME" val="{&quot;height&quot;:312,&quot;left&quot;:46.386771653543285,&quot;top&quot;:138.6,&quot;width&quot;:929.4126771653544}"/>
</p:tagLst>
</file>

<file path=ppt/tags/tag287.xml><?xml version="1.0" encoding="utf-8"?>
<p:tagLst xmlns:p="http://schemas.openxmlformats.org/presentationml/2006/main">
  <p:tag name="KSO_WM_DIAGRAM_VIRTUALLY_FRAME" val="{&quot;height&quot;:312,&quot;left&quot;:46.386771653543285,&quot;top&quot;:138.6,&quot;width&quot;:929.4126771653544}"/>
</p:tagLst>
</file>

<file path=ppt/tags/tag288.xml><?xml version="1.0" encoding="utf-8"?>
<p:tagLst xmlns:p="http://schemas.openxmlformats.org/presentationml/2006/main">
  <p:tag name="KSO_WM_DIAGRAM_VIRTUALLY_FRAME" val="{&quot;height&quot;:312,&quot;left&quot;:46.386771653543285,&quot;top&quot;:138.6,&quot;width&quot;:929.4126771653544}"/>
</p:tagLst>
</file>

<file path=ppt/tags/tag28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9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2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DIAGRAM_VIRTUALLY_FRAME" val="{&quot;height&quot;:304.7015748031496,&quot;left&quot;:45.236771653543286,&quot;top&quot;:138.6,&quot;width&quot;:896.7277974382536}"/>
</p:tagLst>
</file>

<file path=ppt/tags/tag331.xml><?xml version="1.0" encoding="utf-8"?>
<p:tagLst xmlns:p="http://schemas.openxmlformats.org/presentationml/2006/main">
  <p:tag name="KSO_WM_DIAGRAM_VIRTUALLY_FRAME" val="{&quot;height&quot;:304.7015748031496,&quot;left&quot;:45.236771653543286,&quot;top&quot;:138.6,&quot;width&quot;:896.7277974382536}"/>
</p:tagLst>
</file>

<file path=ppt/tags/tag332.xml><?xml version="1.0" encoding="utf-8"?>
<p:tagLst xmlns:p="http://schemas.openxmlformats.org/presentationml/2006/main">
  <p:tag name="KSO_WM_DIAGRAM_VIRTUALLY_FRAME" val="{&quot;height&quot;:304.7015748031496,&quot;left&quot;:45.236771653543286,&quot;top&quot;:138.6,&quot;width&quot;:896.7277974382536}"/>
</p:tagLst>
</file>

<file path=ppt/tags/tag333.xml><?xml version="1.0" encoding="utf-8"?>
<p:tagLst xmlns:p="http://schemas.openxmlformats.org/presentationml/2006/main">
  <p:tag name="KSO_WM_DIAGRAM_VIRTUALLY_FRAME" val="{&quot;height&quot;:304.7015748031496,&quot;left&quot;:45.236771653543286,&quot;top&quot;:138.6,&quot;width&quot;:896.7277974382536}"/>
</p:tagLst>
</file>

<file path=ppt/tags/tag334.xml><?xml version="1.0" encoding="utf-8"?>
<p:tagLst xmlns:p="http://schemas.openxmlformats.org/presentationml/2006/main">
  <p:tag name="KSO_WM_DIAGRAM_VIRTUALLY_FRAME" val="{&quot;height&quot;:304.7015748031496,&quot;left&quot;:45.236771653543286,&quot;top&quot;:138.6,&quot;width&quot;:896.7277974382536}"/>
</p:tagLst>
</file>

<file path=ppt/tags/tag335.xml><?xml version="1.0" encoding="utf-8"?>
<p:tagLst xmlns:p="http://schemas.openxmlformats.org/presentationml/2006/main">
  <p:tag name="KSO_WM_DIAGRAM_VIRTUALLY_FRAME" val="{&quot;height&quot;:304.7015748031496,&quot;left&quot;:45.236771653543286,&quot;top&quot;:138.6,&quot;width&quot;:896.7277974382536}"/>
</p:tagLst>
</file>

<file path=ppt/tags/tag336.xml><?xml version="1.0" encoding="utf-8"?>
<p:tagLst xmlns:p="http://schemas.openxmlformats.org/presentationml/2006/main">
  <p:tag name="KSO_WM_DIAGRAM_VIRTUALLY_FRAME" val="{&quot;height&quot;:304.7015748031496,&quot;left&quot;:45.236771653543286,&quot;top&quot;:138.6,&quot;width&quot;:896.7277974382536}"/>
</p:tagLst>
</file>

<file path=ppt/tags/tag337.xml><?xml version="1.0" encoding="utf-8"?>
<p:tagLst xmlns:p="http://schemas.openxmlformats.org/presentationml/2006/main">
  <p:tag name="KSO_WM_DIAGRAM_VIRTUALLY_FRAME" val="{&quot;height&quot;:304.7015748031496,&quot;left&quot;:45.236771653543286,&quot;top&quot;:138.6,&quot;width&quot;:896.7277974382536}"/>
</p:tagLst>
</file>

<file path=ppt/tags/tag338.xml><?xml version="1.0" encoding="utf-8"?>
<p:tagLst xmlns:p="http://schemas.openxmlformats.org/presentationml/2006/main">
  <p:tag name="KSO_WM_DIAGRAM_VIRTUALLY_FRAME" val="{&quot;height&quot;:304.7015748031496,&quot;left&quot;:45.236771653543286,&quot;top&quot;:138.6,&quot;width&quot;:896.7277974382536}"/>
</p:tagLst>
</file>

<file path=ppt/tags/tag339.xml><?xml version="1.0" encoding="utf-8"?>
<p:tagLst xmlns:p="http://schemas.openxmlformats.org/presentationml/2006/main">
  <p:tag name="KSO_WM_DIAGRAM_VIRTUALLY_FRAME" val="{&quot;height&quot;:304.7015748031496,&quot;left&quot;:45.236771653543286,&quot;top&quot;:138.6,&quot;width&quot;:896.7277974382536}"/>
</p:tagLst>
</file>

<file path=ppt/tags/tag340.xml><?xml version="1.0" encoding="utf-8"?>
<p:tagLst xmlns:p="http://schemas.openxmlformats.org/presentationml/2006/main">
  <p:tag name="KSO_WM_DIAGRAM_VIRTUALLY_FRAME" val="{&quot;height&quot;:304.7015748031496,&quot;left&quot;:45.236771653543286,&quot;top&quot;:138.6,&quot;width&quot;:896.7277974382536}"/>
</p:tagLst>
</file>

<file path=ppt/tags/tag341.xml><?xml version="1.0" encoding="utf-8"?>
<p:tagLst xmlns:p="http://schemas.openxmlformats.org/presentationml/2006/main">
  <p:tag name="KSO_WM_DIAGRAM_VIRTUALLY_FRAME" val="{&quot;height&quot;:304.7015748031496,&quot;left&quot;:45.236771653543286,&quot;top&quot;:138.6,&quot;width&quot;:896.7277974382536}"/>
</p:tagLst>
</file>

<file path=ppt/tags/tag342.xml><?xml version="1.0" encoding="utf-8"?>
<p:tagLst xmlns:p="http://schemas.openxmlformats.org/presentationml/2006/main">
  <p:tag name="KSO_WM_DIAGRAM_VIRTUALLY_FRAME" val="{&quot;height&quot;:304.7015748031496,&quot;left&quot;:45.236771653543286,&quot;top&quot;:138.6,&quot;width&quot;:896.7277974382536}"/>
</p:tagLst>
</file>

<file path=ppt/tags/tag343.xml><?xml version="1.0" encoding="utf-8"?>
<p:tagLst xmlns:p="http://schemas.openxmlformats.org/presentationml/2006/main">
  <p:tag name="KSO_WM_DIAGRAM_VIRTUALLY_FRAME" val="{&quot;height&quot;:304.7015748031496,&quot;left&quot;:45.236771653543286,&quot;top&quot;:138.6,&quot;width&quot;:896.7277974382536}"/>
</p:tagLst>
</file>

<file path=ppt/tags/tag344.xml><?xml version="1.0" encoding="utf-8"?>
<p:tagLst xmlns:p="http://schemas.openxmlformats.org/presentationml/2006/main">
  <p:tag name="KSO_WM_DIAGRAM_VIRTUALLY_FRAME" val="{&quot;height&quot;:304.7015748031496,&quot;left&quot;:45.236771653543286,&quot;top&quot;:138.6,&quot;width&quot;:896.7277974382536}"/>
</p:tagLst>
</file>

<file path=ppt/tags/tag345.xml><?xml version="1.0" encoding="utf-8"?>
<p:tagLst xmlns:p="http://schemas.openxmlformats.org/presentationml/2006/main">
  <p:tag name="KSO_WM_DIAGRAM_VIRTUALLY_FRAME" val="{&quot;height&quot;:304.7015748031496,&quot;left&quot;:45.236771653543286,&quot;top&quot;:138.6,&quot;width&quot;:896.7277974382536}"/>
</p:tagLst>
</file>

<file path=ppt/tags/tag346.xml><?xml version="1.0" encoding="utf-8"?>
<p:tagLst xmlns:p="http://schemas.openxmlformats.org/presentationml/2006/main">
  <p:tag name="KSO_WM_DIAGRAM_VIRTUALLY_FRAME" val="{&quot;height&quot;:304.7015748031496,&quot;left&quot;:45.236771653543286,&quot;top&quot;:138.6,&quot;width&quot;:896.7277974382536}"/>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5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7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5.xml><?xml version="1.0" encoding="utf-8"?>
<p:tagLst xmlns:p="http://schemas.openxmlformats.org/presentationml/2006/main">
  <p:tag name="KSO_WM_DIAGRAM_VIRTUALLY_FRAME" val="{&quot;height&quot;:283.4,&quot;left&quot;:42.29937007874014,&quot;top&quot;:157.55,&quot;width&quot;:912.1340097406343}"/>
</p:tagLst>
</file>

<file path=ppt/tags/tag416.xml><?xml version="1.0" encoding="utf-8"?>
<p:tagLst xmlns:p="http://schemas.openxmlformats.org/presentationml/2006/main">
  <p:tag name="KSO_WM_DIAGRAM_VIRTUALLY_FRAME" val="{&quot;height&quot;:283.4,&quot;left&quot;:42.29937007874014,&quot;top&quot;:157.55,&quot;width&quot;:912.1340097406343}"/>
</p:tagLst>
</file>

<file path=ppt/tags/tag417.xml><?xml version="1.0" encoding="utf-8"?>
<p:tagLst xmlns:p="http://schemas.openxmlformats.org/presentationml/2006/main">
  <p:tag name="KSO_WM_DIAGRAM_VIRTUALLY_FRAME" val="{&quot;height&quot;:283.4,&quot;left&quot;:42.29937007874014,&quot;top&quot;:157.55,&quot;width&quot;:912.1340097406343}"/>
</p:tagLst>
</file>

<file path=ppt/tags/tag418.xml><?xml version="1.0" encoding="utf-8"?>
<p:tagLst xmlns:p="http://schemas.openxmlformats.org/presentationml/2006/main">
  <p:tag name="KSO_WM_DIAGRAM_VIRTUALLY_FRAME" val="{&quot;height&quot;:283.4,&quot;left&quot;:42.29937007874014,&quot;top&quot;:157.55,&quot;width&quot;:912.1340097406343}"/>
</p:tagLst>
</file>

<file path=ppt/tags/tag419.xml><?xml version="1.0" encoding="utf-8"?>
<p:tagLst xmlns:p="http://schemas.openxmlformats.org/presentationml/2006/main">
  <p:tag name="KSO_WM_DIAGRAM_VIRTUALLY_FRAME" val="{&quot;height&quot;:283.4,&quot;left&quot;:42.29937007874014,&quot;top&quot;:157.55,&quot;width&quot;:912.1340097406343}"/>
</p:tagLst>
</file>

<file path=ppt/tags/tag420.xml><?xml version="1.0" encoding="utf-8"?>
<p:tagLst xmlns:p="http://schemas.openxmlformats.org/presentationml/2006/main">
  <p:tag name="KSO_WM_DIAGRAM_VIRTUALLY_FRAME" val="{&quot;height&quot;:283.4,&quot;left&quot;:42.29937007874014,&quot;top&quot;:157.55,&quot;width&quot;:912.1340097406343}"/>
</p:tagLst>
</file>

<file path=ppt/tags/tag421.xml><?xml version="1.0" encoding="utf-8"?>
<p:tagLst xmlns:p="http://schemas.openxmlformats.org/presentationml/2006/main">
  <p:tag name="KSO_WM_DIAGRAM_VIRTUALLY_FRAME" val="{&quot;height&quot;:283.4,&quot;left&quot;:42.29937007874014,&quot;top&quot;:157.55,&quot;width&quot;:912.1340097406343}"/>
</p:tagLst>
</file>

<file path=ppt/tags/tag422.xml><?xml version="1.0" encoding="utf-8"?>
<p:tagLst xmlns:p="http://schemas.openxmlformats.org/presentationml/2006/main">
  <p:tag name="KSO_WM_DIAGRAM_VIRTUALLY_FRAME" val="{&quot;height&quot;:283.4,&quot;left&quot;:42.29937007874014,&quot;top&quot;:157.55,&quot;width&quot;:912.1340097406343}"/>
</p:tagLst>
</file>

<file path=ppt/tags/tag423.xml><?xml version="1.0" encoding="utf-8"?>
<p:tagLst xmlns:p="http://schemas.openxmlformats.org/presentationml/2006/main">
  <p:tag name="KSO_WM_DIAGRAM_VIRTUALLY_FRAME" val="{&quot;height&quot;:283.4,&quot;left&quot;:42.29937007874014,&quot;top&quot;:157.55,&quot;width&quot;:912.1340097406343}"/>
</p:tagLst>
</file>

<file path=ppt/tags/tag424.xml><?xml version="1.0" encoding="utf-8"?>
<p:tagLst xmlns:p="http://schemas.openxmlformats.org/presentationml/2006/main">
  <p:tag name="KSO_WM_DIAGRAM_VIRTUALLY_FRAME" val="{&quot;height&quot;:283.4,&quot;left&quot;:42.29937007874014,&quot;top&quot;:157.55,&quot;width&quot;:912.1340097406343}"/>
</p:tagLst>
</file>

<file path=ppt/tags/tag42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5.xml><?xml version="1.0" encoding="utf-8"?>
<p:tagLst xmlns:p="http://schemas.openxmlformats.org/presentationml/2006/main">
  <p:tag name="KSO_WM_DIAGRAM_VIRTUALLY_FRAME" val="{&quot;height&quot;:283.4,&quot;left&quot;:42.29937007874014,&quot;top&quot;:157.55,&quot;width&quot;:912.1340097406343}"/>
</p:tagLst>
</file>

<file path=ppt/tags/tag436.xml><?xml version="1.0" encoding="utf-8"?>
<p:tagLst xmlns:p="http://schemas.openxmlformats.org/presentationml/2006/main">
  <p:tag name="KSO_WM_DIAGRAM_VIRTUALLY_FRAME" val="{&quot;height&quot;:283.4,&quot;left&quot;:42.29937007874014,&quot;top&quot;:157.55,&quot;width&quot;:912.1340097406343}"/>
</p:tagLst>
</file>

<file path=ppt/tags/tag437.xml><?xml version="1.0" encoding="utf-8"?>
<p:tagLst xmlns:p="http://schemas.openxmlformats.org/presentationml/2006/main">
  <p:tag name="KSO_WM_DIAGRAM_VIRTUALLY_FRAME" val="{&quot;height&quot;:283.4,&quot;left&quot;:42.29937007874014,&quot;top&quot;:157.55,&quot;width&quot;:912.1340097406343}"/>
</p:tagLst>
</file>

<file path=ppt/tags/tag438.xml><?xml version="1.0" encoding="utf-8"?>
<p:tagLst xmlns:p="http://schemas.openxmlformats.org/presentationml/2006/main">
  <p:tag name="KSO_WM_DIAGRAM_VIRTUALLY_FRAME" val="{&quot;height&quot;:283.4,&quot;left&quot;:42.29937007874014,&quot;top&quot;:157.55,&quot;width&quot;:912.1340097406343}"/>
</p:tagLst>
</file>

<file path=ppt/tags/tag439.xml><?xml version="1.0" encoding="utf-8"?>
<p:tagLst xmlns:p="http://schemas.openxmlformats.org/presentationml/2006/main">
  <p:tag name="KSO_WM_DIAGRAM_VIRTUALLY_FRAME" val="{&quot;height&quot;:283.4,&quot;left&quot;:42.29937007874014,&quot;top&quot;:157.55,&quot;width&quot;:912.1340097406343}"/>
</p:tagLst>
</file>

<file path=ppt/tags/tag440.xml><?xml version="1.0" encoding="utf-8"?>
<p:tagLst xmlns:p="http://schemas.openxmlformats.org/presentationml/2006/main">
  <p:tag name="KSO_WM_DIAGRAM_VIRTUALLY_FRAME" val="{&quot;height&quot;:283.4,&quot;left&quot;:42.29937007874014,&quot;top&quot;:157.55,&quot;width&quot;:912.1340097406343}"/>
</p:tagLst>
</file>

<file path=ppt/tags/tag441.xml><?xml version="1.0" encoding="utf-8"?>
<p:tagLst xmlns:p="http://schemas.openxmlformats.org/presentationml/2006/main">
  <p:tag name="KSO_WM_DIAGRAM_VIRTUALLY_FRAME" val="{&quot;height&quot;:283.4,&quot;left&quot;:42.29937007874014,&quot;top&quot;:157.55,&quot;width&quot;:912.1340097406343}"/>
</p:tagLst>
</file>

<file path=ppt/tags/tag442.xml><?xml version="1.0" encoding="utf-8"?>
<p:tagLst xmlns:p="http://schemas.openxmlformats.org/presentationml/2006/main">
  <p:tag name="KSO_WM_DIAGRAM_VIRTUALLY_FRAME" val="{&quot;height&quot;:283.4,&quot;left&quot;:42.29937007874014,&quot;top&quot;:157.55,&quot;width&quot;:912.1340097406343}"/>
</p:tagLst>
</file>

<file path=ppt/tags/tag443.xml><?xml version="1.0" encoding="utf-8"?>
<p:tagLst xmlns:p="http://schemas.openxmlformats.org/presentationml/2006/main">
  <p:tag name="KSO_WM_DIAGRAM_VIRTUALLY_FRAME" val="{&quot;height&quot;:283.4,&quot;left&quot;:42.29937007874014,&quot;top&quot;:157.55,&quot;width&quot;:912.1340097406343}"/>
</p:tagLst>
</file>

<file path=ppt/tags/tag444.xml><?xml version="1.0" encoding="utf-8"?>
<p:tagLst xmlns:p="http://schemas.openxmlformats.org/presentationml/2006/main">
  <p:tag name="KSO_WM_DIAGRAM_VIRTUALLY_FRAME" val="{&quot;height&quot;:283.4,&quot;left&quot;:42.29937007874014,&quot;top&quot;:157.55,&quot;width&quot;:912.1340097406343}"/>
</p:tagLst>
</file>

<file path=ppt/tags/tag44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5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5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5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55.xml><?xml version="1.0" encoding="utf-8"?>
<p:tagLst xmlns:p="http://schemas.openxmlformats.org/presentationml/2006/main">
  <p:tag name="KSO_WM_DIAGRAM_VIRTUALLY_FRAME" val="{&quot;height&quot;:283.4,&quot;left&quot;:42.29937007874014,&quot;top&quot;:157.55,&quot;width&quot;:912.1340097406343}"/>
</p:tagLst>
</file>

<file path=ppt/tags/tag456.xml><?xml version="1.0" encoding="utf-8"?>
<p:tagLst xmlns:p="http://schemas.openxmlformats.org/presentationml/2006/main">
  <p:tag name="KSO_WM_DIAGRAM_VIRTUALLY_FRAME" val="{&quot;height&quot;:283.4,&quot;left&quot;:42.29937007874014,&quot;top&quot;:157.55,&quot;width&quot;:912.1340097406343}"/>
</p:tagLst>
</file>

<file path=ppt/tags/tag457.xml><?xml version="1.0" encoding="utf-8"?>
<p:tagLst xmlns:p="http://schemas.openxmlformats.org/presentationml/2006/main">
  <p:tag name="KSO_WM_DIAGRAM_VIRTUALLY_FRAME" val="{&quot;height&quot;:283.4,&quot;left&quot;:42.29937007874014,&quot;top&quot;:157.55,&quot;width&quot;:912.1340097406343}"/>
</p:tagLst>
</file>

<file path=ppt/tags/tag458.xml><?xml version="1.0" encoding="utf-8"?>
<p:tagLst xmlns:p="http://schemas.openxmlformats.org/presentationml/2006/main">
  <p:tag name="KSO_WM_DIAGRAM_VIRTUALLY_FRAME" val="{&quot;height&quot;:283.4,&quot;left&quot;:42.29937007874014,&quot;top&quot;:157.55,&quot;width&quot;:912.1340097406343}"/>
</p:tagLst>
</file>

<file path=ppt/tags/tag459.xml><?xml version="1.0" encoding="utf-8"?>
<p:tagLst xmlns:p="http://schemas.openxmlformats.org/presentationml/2006/main">
  <p:tag name="KSO_WM_DIAGRAM_VIRTUALLY_FRAME" val="{&quot;height&quot;:283.4,&quot;left&quot;:42.29937007874014,&quot;top&quot;:157.55,&quot;width&quot;:912.1340097406343}"/>
</p:tagLst>
</file>

<file path=ppt/tags/tag460.xml><?xml version="1.0" encoding="utf-8"?>
<p:tagLst xmlns:p="http://schemas.openxmlformats.org/presentationml/2006/main">
  <p:tag name="KSO_WM_DIAGRAM_VIRTUALLY_FRAME" val="{&quot;height&quot;:283.4,&quot;left&quot;:42.29937007874014,&quot;top&quot;:157.55,&quot;width&quot;:912.1340097406343}"/>
</p:tagLst>
</file>

<file path=ppt/tags/tag461.xml><?xml version="1.0" encoding="utf-8"?>
<p:tagLst xmlns:p="http://schemas.openxmlformats.org/presentationml/2006/main">
  <p:tag name="KSO_WM_DIAGRAM_VIRTUALLY_FRAME" val="{&quot;height&quot;:283.4,&quot;left&quot;:42.29937007874014,&quot;top&quot;:157.55,&quot;width&quot;:912.1340097406343}"/>
</p:tagLst>
</file>

<file path=ppt/tags/tag462.xml><?xml version="1.0" encoding="utf-8"?>
<p:tagLst xmlns:p="http://schemas.openxmlformats.org/presentationml/2006/main">
  <p:tag name="KSO_WM_DIAGRAM_VIRTUALLY_FRAME" val="{&quot;height&quot;:283.4,&quot;left&quot;:42.29937007874014,&quot;top&quot;:157.55,&quot;width&quot;:912.1340097406343}"/>
</p:tagLst>
</file>

<file path=ppt/tags/tag463.xml><?xml version="1.0" encoding="utf-8"?>
<p:tagLst xmlns:p="http://schemas.openxmlformats.org/presentationml/2006/main">
  <p:tag name="KSO_WM_DIAGRAM_VIRTUALLY_FRAME" val="{&quot;height&quot;:283.4,&quot;left&quot;:42.29937007874014,&quot;top&quot;:157.55,&quot;width&quot;:912.1340097406343}"/>
</p:tagLst>
</file>

<file path=ppt/tags/tag464.xml><?xml version="1.0" encoding="utf-8"?>
<p:tagLst xmlns:p="http://schemas.openxmlformats.org/presentationml/2006/main">
  <p:tag name="KSO_WM_DIAGRAM_VIRTUALLY_FRAME" val="{&quot;height&quot;:283.4,&quot;left&quot;:42.29937007874014,&quot;top&quot;:157.55,&quot;width&quot;:912.1340097406343}"/>
</p:tagLst>
</file>

<file path=ppt/tags/tag46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6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6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6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6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7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7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7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75.xml><?xml version="1.0" encoding="utf-8"?>
<p:tagLst xmlns:p="http://schemas.openxmlformats.org/presentationml/2006/main">
  <p:tag name="KSO_WM_DIAGRAM_VIRTUALLY_FRAME" val="{&quot;height&quot;:283.4,&quot;left&quot;:42.29937007874014,&quot;top&quot;:157.55,&quot;width&quot;:912.1340097406343}"/>
</p:tagLst>
</file>

<file path=ppt/tags/tag476.xml><?xml version="1.0" encoding="utf-8"?>
<p:tagLst xmlns:p="http://schemas.openxmlformats.org/presentationml/2006/main">
  <p:tag name="KSO_WM_DIAGRAM_VIRTUALLY_FRAME" val="{&quot;height&quot;:283.4,&quot;left&quot;:42.29937007874014,&quot;top&quot;:157.55,&quot;width&quot;:912.1340097406343}"/>
</p:tagLst>
</file>

<file path=ppt/tags/tag477.xml><?xml version="1.0" encoding="utf-8"?>
<p:tagLst xmlns:p="http://schemas.openxmlformats.org/presentationml/2006/main">
  <p:tag name="KSO_WM_DIAGRAM_VIRTUALLY_FRAME" val="{&quot;height&quot;:283.4,&quot;left&quot;:42.29937007874014,&quot;top&quot;:157.55,&quot;width&quot;:912.1340097406343}"/>
</p:tagLst>
</file>

<file path=ppt/tags/tag478.xml><?xml version="1.0" encoding="utf-8"?>
<p:tagLst xmlns:p="http://schemas.openxmlformats.org/presentationml/2006/main">
  <p:tag name="KSO_WM_DIAGRAM_VIRTUALLY_FRAME" val="{&quot;height&quot;:283.4,&quot;left&quot;:42.29937007874014,&quot;top&quot;:157.55,&quot;width&quot;:912.1340097406343}"/>
</p:tagLst>
</file>

<file path=ppt/tags/tag479.xml><?xml version="1.0" encoding="utf-8"?>
<p:tagLst xmlns:p="http://schemas.openxmlformats.org/presentationml/2006/main">
  <p:tag name="KSO_WM_DIAGRAM_VIRTUALLY_FRAME" val="{&quot;height&quot;:283.4,&quot;left&quot;:42.29937007874014,&quot;top&quot;:157.55,&quot;width&quot;:912.1340097406343}"/>
</p:tagLst>
</file>

<file path=ppt/tags/tag480.xml><?xml version="1.0" encoding="utf-8"?>
<p:tagLst xmlns:p="http://schemas.openxmlformats.org/presentationml/2006/main">
  <p:tag name="KSO_WM_DIAGRAM_VIRTUALLY_FRAME" val="{&quot;height&quot;:283.4,&quot;left&quot;:42.29937007874014,&quot;top&quot;:157.55,&quot;width&quot;:912.1340097406343}"/>
</p:tagLst>
</file>

<file path=ppt/tags/tag481.xml><?xml version="1.0" encoding="utf-8"?>
<p:tagLst xmlns:p="http://schemas.openxmlformats.org/presentationml/2006/main">
  <p:tag name="KSO_WM_DIAGRAM_VIRTUALLY_FRAME" val="{&quot;height&quot;:283.4,&quot;left&quot;:42.29937007874014,&quot;top&quot;:157.55,&quot;width&quot;:912.1340097406343}"/>
</p:tagLst>
</file>

<file path=ppt/tags/tag482.xml><?xml version="1.0" encoding="utf-8"?>
<p:tagLst xmlns:p="http://schemas.openxmlformats.org/presentationml/2006/main">
  <p:tag name="KSO_WM_DIAGRAM_VIRTUALLY_FRAME" val="{&quot;height&quot;:283.4,&quot;left&quot;:42.29937007874014,&quot;top&quot;:157.55,&quot;width&quot;:912.1340097406343}"/>
</p:tagLst>
</file>

<file path=ppt/tags/tag483.xml><?xml version="1.0" encoding="utf-8"?>
<p:tagLst xmlns:p="http://schemas.openxmlformats.org/presentationml/2006/main">
  <p:tag name="KSO_WM_DIAGRAM_VIRTUALLY_FRAME" val="{&quot;height&quot;:283.4,&quot;left&quot;:42.29937007874014,&quot;top&quot;:157.55,&quot;width&quot;:912.1340097406343}"/>
</p:tagLst>
</file>

<file path=ppt/tags/tag484.xml><?xml version="1.0" encoding="utf-8"?>
<p:tagLst xmlns:p="http://schemas.openxmlformats.org/presentationml/2006/main">
  <p:tag name="KSO_WM_DIAGRAM_VIRTUALLY_FRAME" val="{&quot;height&quot;:283.4,&quot;left&quot;:42.29937007874014,&quot;top&quot;:157.55,&quot;width&quot;:912.1340097406343}"/>
</p:tagLst>
</file>

<file path=ppt/tags/tag4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8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9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9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9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19.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520.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52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2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3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545.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1_1"/>
  <p:tag name="KSO_WM_TEMPLATE_CATEGORY" val="diagram"/>
  <p:tag name="KSO_WM_TEMPLATE_INDEX" val="20169686"/>
  <p:tag name="KSO_WM_UNIT_LAYERLEVEL" val="1_1_1_1"/>
  <p:tag name="KSO_WM_TAG_VERSION" val="1.0"/>
  <p:tag name="KSO_WM_UNIT_FILL_FORE_SCHEMECOLOR_INDEX" val="5"/>
  <p:tag name="KSO_WM_UNIT_FILL_TYPE" val="1"/>
  <p:tag name="KSO_WM_UNIT_TEXT_FILL_FORE_SCHEMECOLOR_INDEX" val="2"/>
  <p:tag name="KSO_WM_UNIT_TEXT_FILL_TYPE" val="1"/>
</p:tagLst>
</file>

<file path=ppt/tags/tag547.xml><?xml version="1.0" encoding="utf-8"?>
<p:tagLst xmlns:p="http://schemas.openxmlformats.org/presentationml/2006/main">
  <p:tag name="KSO_WM_UNIT_PRESET_TEXT" val="单击此处添加文本具体内容，简明扼要地阐述你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n1-1"/>
  <p:tag name="KSO_WM_UNIT_ID" val="diagram20169686_2*n_h_h_f*1_2_1_1"/>
  <p:tag name="KSO_WM_TEMPLATE_CATEGORY" val="diagram"/>
  <p:tag name="KSO_WM_TEMPLATE_INDEX" val="20169686"/>
  <p:tag name="KSO_WM_UNIT_LAYERLEVEL" val="1_1_1_1"/>
  <p:tag name="KSO_WM_TAG_VERSION" val="1.0"/>
  <p:tag name="KSO_WM_UNIT_TEXT_FILL_FORE_SCHEMECOLOR_INDEX" val="13"/>
  <p:tag name="KSO_WM_UNIT_TEXT_FILL_TYPE"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1"/>
  <p:tag name="KSO_WM_TEMPLATE_CATEGORY" val="diagram"/>
  <p:tag name="KSO_WM_TEMPLATE_INDEX" val="20169686"/>
  <p:tag name="KSO_WM_UNIT_LAYERLEVEL" val="1_1_1"/>
  <p:tag name="KSO_WM_TAG_VERSION" val="1.0"/>
  <p:tag name="KSO_WM_UNIT_TEXT_FILL_FORE_SCHEMECOLOR_INDEX" val="2"/>
  <p:tag name="KSO_WM_UNIT_TEXT_FILL_TYPE" val="1"/>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2"/>
  <p:tag name="KSO_WM_TEMPLATE_CATEGORY" val="diagram"/>
  <p:tag name="KSO_WM_TEMPLATE_INDEX" val="20169686"/>
  <p:tag name="KSO_WM_UNIT_LAYERLEVEL" val="1_1_1"/>
  <p:tag name="KSO_WM_TAG_VERSION" val="1.0"/>
  <p:tag name="KSO_WM_UNIT_FILL_FORE_SCHEMECOLOR_INDEX" val="14"/>
  <p:tag name="KSO_WM_UNIT_FILL_TYPE" val="1"/>
  <p:tag name="KSO_WM_UNIT_TEXT_FILL_FORE_SCHEMECOLOR_INDEX" val="2"/>
  <p:tag name="KSO_WM_UNIT_TEXT_FILL_TYPE" val="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2_1"/>
  <p:tag name="KSO_WM_TEMPLATE_CATEGORY" val="diagram"/>
  <p:tag name="KSO_WM_TEMPLATE_INDEX" val="20169686"/>
  <p:tag name="KSO_WM_UNIT_LAYERLEVEL" val="1_1_1_1"/>
  <p:tag name="KSO_WM_TAG_VERSION" val="1.0"/>
  <p:tag name="KSO_WM_UNIT_FILL_FORE_SCHEMECOLOR_INDEX" val="6"/>
  <p:tag name="KSO_WM_UNIT_FILL_TYPE" val="1"/>
  <p:tag name="KSO_WM_UNIT_TEXT_FILL_FORE_SCHEMECOLOR_INDEX" val="14"/>
  <p:tag name="KSO_WM_UNIT_TEXT_FILL_TYPE"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3_1"/>
  <p:tag name="KSO_WM_TEMPLATE_CATEGORY" val="diagram"/>
  <p:tag name="KSO_WM_TEMPLATE_INDEX" val="20169686"/>
  <p:tag name="KSO_WM_UNIT_LAYERLEVEL" val="1_1_1_1"/>
  <p:tag name="KSO_WM_TAG_VERSION" val="1.0"/>
  <p:tag name="KSO_WM_UNIT_FILL_FORE_SCHEMECOLOR_INDEX" val="7"/>
  <p:tag name="KSO_WM_UNIT_FILL_TYPE" val="1"/>
  <p:tag name="KSO_WM_UNIT_TEXT_FILL_FORE_SCHEMECOLOR_INDEX" val="2"/>
  <p:tag name="KSO_WM_UNIT_TEXT_FILL_TYPE"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3"/>
  <p:tag name="KSO_WM_TEMPLATE_CATEGORY" val="diagram"/>
  <p:tag name="KSO_WM_TEMPLATE_INDEX" val="20169686"/>
  <p:tag name="KSO_WM_UNIT_LAYERLEVEL" val="1_1_1"/>
  <p:tag name="KSO_WM_TAG_VERSION" val="1.0"/>
  <p:tag name="KSO_WM_UNIT_TEXT_FILL_FORE_SCHEMECOLOR_INDEX" val="13"/>
  <p:tag name="KSO_WM_UNIT_TEXT_FILL_TYPE" val="1"/>
</p:tagLst>
</file>

<file path=ppt/tags/tag553.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554.xml><?xml version="1.0" encoding="utf-8"?>
<p:tagLst xmlns:p="http://schemas.openxmlformats.org/presentationml/2006/main">
  <p:tag name="KSO_WM_FULL_TEXT_BEAUTIFY_COPY_ID" val="35"/>
</p:tagLst>
</file>

<file path=ppt/tags/tag555.xml><?xml version="1.0" encoding="utf-8"?>
<p:tagLst xmlns:p="http://schemas.openxmlformats.org/presentationml/2006/main">
  <p:tag name="KSO_WM_FULL_TEXT_BEAUTIFY_COPY_ID" val="150995359"/>
</p:tagLst>
</file>

<file path=ppt/tags/tag556.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bIns="36195" rtlCol="0" anchor="ctr" anchorCtr="1">
        <a:spAutoFit/>
        <a:scene3d>
          <a:camera prst="orthographicFront"/>
          <a:lightRig rig="threePt" dir="t"/>
        </a:scene3d>
        <a:sp3d contourW="12700"/>
      </a:bodyPr>
      <a:lstStyle>
        <a:defPPr algn="ctr">
          <a:buClrTx/>
          <a:buSzTx/>
          <a:buFontTx/>
          <a:defRPr lang="zh-CN" altLang="en-US" sz="3200" b="1" dirty="0" smtClean="0">
            <a:latin typeface="+mj-ea"/>
            <a:ea typeface="+mj-ea"/>
            <a:cs typeface="+mj-ea"/>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10259</Words>
  <Application>WPS 演示</Application>
  <PresentationFormat>宽屏</PresentationFormat>
  <Paragraphs>893</Paragraphs>
  <Slides>86</Slides>
  <Notes>35</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86</vt:i4>
      </vt:variant>
    </vt:vector>
  </HeadingPairs>
  <TitlesOfParts>
    <vt:vector size="103" baseType="lpstr">
      <vt:lpstr>Arial</vt:lpstr>
      <vt:lpstr>宋体</vt:lpstr>
      <vt:lpstr>Wingdings</vt:lpstr>
      <vt:lpstr>微软雅黑</vt:lpstr>
      <vt:lpstr>Wingdings</vt:lpstr>
      <vt:lpstr>Kaiti SC Bold</vt:lpstr>
      <vt:lpstr>JetBrainsMono NF</vt:lpstr>
      <vt:lpstr>Segoe UI</vt:lpstr>
      <vt:lpstr>Arial</vt:lpstr>
      <vt:lpstr>思源宋体</vt:lpstr>
      <vt:lpstr>Helvetica</vt:lpstr>
      <vt:lpstr>Times New Roman</vt:lpstr>
      <vt:lpstr>DIN-BoldItalic</vt:lpstr>
      <vt:lpstr>等线</vt:lpstr>
      <vt:lpstr>1_自定义设计方案</vt:lpstr>
      <vt:lpstr>自定义设计方案</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1177</cp:revision>
  <dcterms:created xsi:type="dcterms:W3CDTF">2019-06-19T02:08:00Z</dcterms:created>
  <dcterms:modified xsi:type="dcterms:W3CDTF">2026-05-23T11:55:21Z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29CC994CBA7D4455B5600FA8B29735E8_13</vt:lpwstr>
  </property>
</Properties>
</file>