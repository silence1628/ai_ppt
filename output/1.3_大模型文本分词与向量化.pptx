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71" r:id="rId4"/>
  </p:sldMasterIdLst>
  <p:notesMasterIdLst>
    <p:notesMasterId r:id="rId6"/>
  </p:notesMasterIdLst>
  <p:handoutMasterIdLst>
    <p:handoutMasterId r:id="rId92"/>
  </p:handoutMasterIdLst>
  <p:sldIdLst>
    <p:sldId id="415" r:id="rId5"/>
    <p:sldId id="2437" r:id="rId7"/>
    <p:sldId id="2439" r:id="rId8"/>
    <p:sldId id="1383" r:id="rId9"/>
    <p:sldId id="2824" r:id="rId10"/>
    <p:sldId id="2825" r:id="rId11"/>
    <p:sldId id="2826" r:id="rId12"/>
    <p:sldId id="2827" r:id="rId13"/>
    <p:sldId id="2828" r:id="rId14"/>
    <p:sldId id="2892" r:id="rId15"/>
    <p:sldId id="2893" r:id="rId16"/>
    <p:sldId id="2894" r:id="rId17"/>
    <p:sldId id="2895" r:id="rId18"/>
    <p:sldId id="2896" r:id="rId19"/>
    <p:sldId id="2897" r:id="rId20"/>
    <p:sldId id="2898" r:id="rId21"/>
    <p:sldId id="2899" r:id="rId22"/>
    <p:sldId id="2900" r:id="rId23"/>
    <p:sldId id="2901" r:id="rId24"/>
    <p:sldId id="2902" r:id="rId25"/>
    <p:sldId id="2903" r:id="rId26"/>
    <p:sldId id="2904" r:id="rId27"/>
    <p:sldId id="2905" r:id="rId28"/>
    <p:sldId id="2906" r:id="rId29"/>
    <p:sldId id="2907" r:id="rId30"/>
    <p:sldId id="2830" r:id="rId31"/>
    <p:sldId id="2838" r:id="rId32"/>
    <p:sldId id="2839" r:id="rId33"/>
    <p:sldId id="2840" r:id="rId34"/>
    <p:sldId id="2841" r:id="rId35"/>
    <p:sldId id="2842" r:id="rId36"/>
    <p:sldId id="2843" r:id="rId37"/>
    <p:sldId id="2844" r:id="rId38"/>
    <p:sldId id="2845" r:id="rId39"/>
    <p:sldId id="2846" r:id="rId40"/>
    <p:sldId id="2847" r:id="rId41"/>
    <p:sldId id="2848" r:id="rId42"/>
    <p:sldId id="2849" r:id="rId43"/>
    <p:sldId id="2850" r:id="rId44"/>
    <p:sldId id="2851" r:id="rId45"/>
    <p:sldId id="2852" r:id="rId46"/>
    <p:sldId id="2853" r:id="rId47"/>
    <p:sldId id="2854" r:id="rId48"/>
    <p:sldId id="2855" r:id="rId49"/>
    <p:sldId id="2856" r:id="rId50"/>
    <p:sldId id="2857" r:id="rId51"/>
    <p:sldId id="2858" r:id="rId52"/>
    <p:sldId id="2859" r:id="rId53"/>
    <p:sldId id="2860" r:id="rId54"/>
    <p:sldId id="2861" r:id="rId55"/>
    <p:sldId id="2862" r:id="rId56"/>
    <p:sldId id="2863" r:id="rId57"/>
    <p:sldId id="2864" r:id="rId58"/>
    <p:sldId id="2865" r:id="rId59"/>
    <p:sldId id="2866" r:id="rId60"/>
    <p:sldId id="2867" r:id="rId61"/>
    <p:sldId id="2868" r:id="rId62"/>
    <p:sldId id="2869" r:id="rId63"/>
    <p:sldId id="2870" r:id="rId64"/>
    <p:sldId id="2871" r:id="rId65"/>
    <p:sldId id="2872" r:id="rId66"/>
    <p:sldId id="2873" r:id="rId67"/>
    <p:sldId id="2874" r:id="rId68"/>
    <p:sldId id="2875" r:id="rId69"/>
    <p:sldId id="2876" r:id="rId70"/>
    <p:sldId id="2877" r:id="rId71"/>
    <p:sldId id="2878" r:id="rId72"/>
    <p:sldId id="2879" r:id="rId73"/>
    <p:sldId id="2880" r:id="rId74"/>
    <p:sldId id="2881" r:id="rId75"/>
    <p:sldId id="2882" r:id="rId76"/>
    <p:sldId id="2883" r:id="rId77"/>
    <p:sldId id="2884" r:id="rId78"/>
    <p:sldId id="2885" r:id="rId79"/>
    <p:sldId id="2886" r:id="rId80"/>
    <p:sldId id="2887" r:id="rId81"/>
    <p:sldId id="2888" r:id="rId82"/>
    <p:sldId id="2889" r:id="rId83"/>
    <p:sldId id="2890" r:id="rId84"/>
    <p:sldId id="2891" r:id="rId85"/>
    <p:sldId id="2832" r:id="rId86"/>
    <p:sldId id="2833" r:id="rId87"/>
    <p:sldId id="2835" r:id="rId88"/>
    <p:sldId id="2836" r:id="rId89"/>
    <p:sldId id="2837" r:id="rId90"/>
    <p:sldId id="1698" r:id="rId91"/>
  </p:sldIdLst>
  <p:sldSz cx="12192000" cy="6858000"/>
  <p:notesSz cx="6858000" cy="9144000"/>
  <p:custDataLst>
    <p:tags r:id="rId9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202e774-de37-4b27-8700-364557680ee2}">
          <p14:sldIdLst>
            <p14:sldId id="415"/>
            <p14:sldId id="2437"/>
            <p14:sldId id="2439"/>
            <p14:sldId id="1383"/>
            <p14:sldId id="2824"/>
            <p14:sldId id="2825"/>
            <p14:sldId id="2826"/>
            <p14:sldId id="2827"/>
            <p14:sldId id="2828"/>
            <p14:sldId id="2892"/>
            <p14:sldId id="2893"/>
            <p14:sldId id="2894"/>
            <p14:sldId id="2895"/>
            <p14:sldId id="2896"/>
            <p14:sldId id="2897"/>
            <p14:sldId id="2898"/>
            <p14:sldId id="2899"/>
            <p14:sldId id="2900"/>
            <p14:sldId id="2901"/>
            <p14:sldId id="2902"/>
            <p14:sldId id="2903"/>
            <p14:sldId id="2904"/>
            <p14:sldId id="2905"/>
            <p14:sldId id="2906"/>
            <p14:sldId id="2907"/>
            <p14:sldId id="2830"/>
            <p14:sldId id="2838"/>
            <p14:sldId id="2839"/>
            <p14:sldId id="2840"/>
            <p14:sldId id="2841"/>
            <p14:sldId id="2842"/>
            <p14:sldId id="2843"/>
            <p14:sldId id="2844"/>
            <p14:sldId id="2845"/>
            <p14:sldId id="2846"/>
            <p14:sldId id="2847"/>
            <p14:sldId id="2848"/>
            <p14:sldId id="2849"/>
            <p14:sldId id="2850"/>
            <p14:sldId id="2851"/>
            <p14:sldId id="2852"/>
            <p14:sldId id="2853"/>
            <p14:sldId id="2854"/>
            <p14:sldId id="2855"/>
            <p14:sldId id="2856"/>
            <p14:sldId id="2857"/>
            <p14:sldId id="2858"/>
            <p14:sldId id="2859"/>
            <p14:sldId id="2860"/>
            <p14:sldId id="2861"/>
            <p14:sldId id="2862"/>
            <p14:sldId id="2863"/>
            <p14:sldId id="2864"/>
            <p14:sldId id="2865"/>
            <p14:sldId id="2866"/>
            <p14:sldId id="2867"/>
            <p14:sldId id="2868"/>
            <p14:sldId id="2869"/>
            <p14:sldId id="2870"/>
            <p14:sldId id="2871"/>
            <p14:sldId id="2872"/>
            <p14:sldId id="2873"/>
            <p14:sldId id="2874"/>
            <p14:sldId id="2875"/>
            <p14:sldId id="2876"/>
            <p14:sldId id="2877"/>
            <p14:sldId id="2878"/>
            <p14:sldId id="2879"/>
            <p14:sldId id="2880"/>
            <p14:sldId id="2881"/>
            <p14:sldId id="2882"/>
            <p14:sldId id="2883"/>
            <p14:sldId id="2884"/>
            <p14:sldId id="2885"/>
            <p14:sldId id="2886"/>
            <p14:sldId id="2887"/>
            <p14:sldId id="2888"/>
            <p14:sldId id="2889"/>
            <p14:sldId id="2890"/>
            <p14:sldId id="2891"/>
            <p14:sldId id="2832"/>
            <p14:sldId id="2833"/>
            <p14:sldId id="2835"/>
            <p14:sldId id="2836"/>
            <p14:sldId id="2837"/>
            <p14:sldId id="16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7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28"/>
        <p:guide pos="3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7" Type="http://schemas.openxmlformats.org/officeDocument/2006/relationships/tags" Target="tags/tag462.xml"/><Relationship Id="rId96" Type="http://schemas.openxmlformats.org/officeDocument/2006/relationships/commentAuthors" Target="commentAuthors.xml"/><Relationship Id="rId95" Type="http://schemas.openxmlformats.org/officeDocument/2006/relationships/tableStyles" Target="tableStyles.xml"/><Relationship Id="rId94" Type="http://schemas.openxmlformats.org/officeDocument/2006/relationships/viewProps" Target="viewProps.xml"/><Relationship Id="rId93" Type="http://schemas.openxmlformats.org/officeDocument/2006/relationships/presProps" Target="presProps.xml"/><Relationship Id="rId92" Type="http://schemas.openxmlformats.org/officeDocument/2006/relationships/handoutMaster" Target="handoutMasters/handoutMaster1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" Type="http://schemas.openxmlformats.org/officeDocument/2006/relationships/slide" Target="slides/slide4.xml"/><Relationship Id="rId89" Type="http://schemas.openxmlformats.org/officeDocument/2006/relationships/slide" Target="slides/slide84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3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2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6CDB3-D59E-4E14-99D6-5B04FA313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9" Type="http://schemas.openxmlformats.org/officeDocument/2006/relationships/theme" Target="../theme/theme3.xml"/><Relationship Id="rId18" Type="http://schemas.openxmlformats.org/officeDocument/2006/relationships/image" Target="../media/image2.png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7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36.xm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3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38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tags" Target="../tags/tag140.xml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10.xml"/><Relationship Id="rId23" Type="http://schemas.openxmlformats.org/officeDocument/2006/relationships/tags" Target="../tags/tag20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8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tags" Target="../tags/tag18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230.xml"/><Relationship Id="rId2" Type="http://schemas.openxmlformats.org/officeDocument/2006/relationships/tags" Target="../tags/tag212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tags" Target="../tags/tag21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40.xml"/><Relationship Id="rId1" Type="http://schemas.openxmlformats.org/officeDocument/2006/relationships/tags" Target="../tags/tag2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260.xml"/><Relationship Id="rId2" Type="http://schemas.openxmlformats.org/officeDocument/2006/relationships/tags" Target="../tags/tag242.xml"/><Relationship Id="rId19" Type="http://schemas.openxmlformats.org/officeDocument/2006/relationships/tags" Target="../tags/tag259.xml"/><Relationship Id="rId18" Type="http://schemas.openxmlformats.org/officeDocument/2006/relationships/tags" Target="../tags/tag258.xml"/><Relationship Id="rId17" Type="http://schemas.openxmlformats.org/officeDocument/2006/relationships/tags" Target="../tags/tag257.xml"/><Relationship Id="rId16" Type="http://schemas.openxmlformats.org/officeDocument/2006/relationships/tags" Target="../tags/tag256.xml"/><Relationship Id="rId15" Type="http://schemas.openxmlformats.org/officeDocument/2006/relationships/tags" Target="../tags/tag255.xml"/><Relationship Id="rId14" Type="http://schemas.openxmlformats.org/officeDocument/2006/relationships/tags" Target="../tags/tag254.xml"/><Relationship Id="rId13" Type="http://schemas.openxmlformats.org/officeDocument/2006/relationships/tags" Target="../tags/tag253.xml"/><Relationship Id="rId12" Type="http://schemas.openxmlformats.org/officeDocument/2006/relationships/tags" Target="../tags/tag252.xml"/><Relationship Id="rId11" Type="http://schemas.openxmlformats.org/officeDocument/2006/relationships/tags" Target="../tags/tag251.xml"/><Relationship Id="rId10" Type="http://schemas.openxmlformats.org/officeDocument/2006/relationships/tags" Target="../tags/tag250.xml"/><Relationship Id="rId1" Type="http://schemas.openxmlformats.org/officeDocument/2006/relationships/tags" Target="../tags/tag24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79.xml"/><Relationship Id="rId8" Type="http://schemas.openxmlformats.org/officeDocument/2006/relationships/tags" Target="../tags/tag278.xml"/><Relationship Id="rId7" Type="http://schemas.openxmlformats.org/officeDocument/2006/relationships/tags" Target="../tags/tag277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290.xml"/><Relationship Id="rId2" Type="http://schemas.openxmlformats.org/officeDocument/2006/relationships/tags" Target="../tags/tag272.xml"/><Relationship Id="rId19" Type="http://schemas.openxmlformats.org/officeDocument/2006/relationships/tags" Target="../tags/tag289.xml"/><Relationship Id="rId18" Type="http://schemas.openxmlformats.org/officeDocument/2006/relationships/tags" Target="../tags/tag288.xml"/><Relationship Id="rId17" Type="http://schemas.openxmlformats.org/officeDocument/2006/relationships/tags" Target="../tags/tag287.xml"/><Relationship Id="rId16" Type="http://schemas.openxmlformats.org/officeDocument/2006/relationships/tags" Target="../tags/tag286.xml"/><Relationship Id="rId15" Type="http://schemas.openxmlformats.org/officeDocument/2006/relationships/tags" Target="../tags/tag285.xml"/><Relationship Id="rId14" Type="http://schemas.openxmlformats.org/officeDocument/2006/relationships/tags" Target="../tags/tag284.xml"/><Relationship Id="rId13" Type="http://schemas.openxmlformats.org/officeDocument/2006/relationships/tags" Target="../tags/tag283.xml"/><Relationship Id="rId12" Type="http://schemas.openxmlformats.org/officeDocument/2006/relationships/tags" Target="../tags/tag282.xml"/><Relationship Id="rId11" Type="http://schemas.openxmlformats.org/officeDocument/2006/relationships/tags" Target="../tags/tag281.xml"/><Relationship Id="rId10" Type="http://schemas.openxmlformats.org/officeDocument/2006/relationships/tags" Target="../tags/tag280.xml"/><Relationship Id="rId1" Type="http://schemas.openxmlformats.org/officeDocument/2006/relationships/tags" Target="../tags/tag27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99.xml"/><Relationship Id="rId8" Type="http://schemas.openxmlformats.org/officeDocument/2006/relationships/tags" Target="../tags/tag298.xml"/><Relationship Id="rId7" Type="http://schemas.openxmlformats.org/officeDocument/2006/relationships/tags" Target="../tags/tag297.xml"/><Relationship Id="rId6" Type="http://schemas.openxmlformats.org/officeDocument/2006/relationships/tags" Target="../tags/tag296.xml"/><Relationship Id="rId5" Type="http://schemas.openxmlformats.org/officeDocument/2006/relationships/tags" Target="../tags/tag295.xml"/><Relationship Id="rId4" Type="http://schemas.openxmlformats.org/officeDocument/2006/relationships/tags" Target="../tags/tag294.xml"/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300.xml"/><Relationship Id="rId1" Type="http://schemas.openxmlformats.org/officeDocument/2006/relationships/tags" Target="../tags/tag29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" Type="http://schemas.openxmlformats.org/officeDocument/2006/relationships/tags" Target="../tags/tag30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12.xml"/><Relationship Id="rId8" Type="http://schemas.openxmlformats.org/officeDocument/2006/relationships/tags" Target="../tags/tag311.xml"/><Relationship Id="rId7" Type="http://schemas.openxmlformats.org/officeDocument/2006/relationships/tags" Target="../tags/tag310.xml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323.xml"/><Relationship Id="rId2" Type="http://schemas.openxmlformats.org/officeDocument/2006/relationships/tags" Target="../tags/tag305.xml"/><Relationship Id="rId19" Type="http://schemas.openxmlformats.org/officeDocument/2006/relationships/tags" Target="../tags/tag322.xml"/><Relationship Id="rId18" Type="http://schemas.openxmlformats.org/officeDocument/2006/relationships/tags" Target="../tags/tag321.xml"/><Relationship Id="rId17" Type="http://schemas.openxmlformats.org/officeDocument/2006/relationships/tags" Target="../tags/tag320.xml"/><Relationship Id="rId16" Type="http://schemas.openxmlformats.org/officeDocument/2006/relationships/tags" Target="../tags/tag319.xml"/><Relationship Id="rId15" Type="http://schemas.openxmlformats.org/officeDocument/2006/relationships/tags" Target="../tags/tag318.xml"/><Relationship Id="rId14" Type="http://schemas.openxmlformats.org/officeDocument/2006/relationships/tags" Target="../tags/tag317.xml"/><Relationship Id="rId13" Type="http://schemas.openxmlformats.org/officeDocument/2006/relationships/tags" Target="../tags/tag316.xml"/><Relationship Id="rId12" Type="http://schemas.openxmlformats.org/officeDocument/2006/relationships/tags" Target="../tags/tag315.xml"/><Relationship Id="rId11" Type="http://schemas.openxmlformats.org/officeDocument/2006/relationships/tags" Target="../tags/tag314.xml"/><Relationship Id="rId10" Type="http://schemas.openxmlformats.org/officeDocument/2006/relationships/tags" Target="../tags/tag313.xml"/><Relationship Id="rId1" Type="http://schemas.openxmlformats.org/officeDocument/2006/relationships/tags" Target="../tags/tag304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32.xml"/><Relationship Id="rId8" Type="http://schemas.openxmlformats.org/officeDocument/2006/relationships/tags" Target="../tags/tag331.xml"/><Relationship Id="rId7" Type="http://schemas.openxmlformats.org/officeDocument/2006/relationships/tags" Target="../tags/tag330.xml"/><Relationship Id="rId6" Type="http://schemas.openxmlformats.org/officeDocument/2006/relationships/tags" Target="../tags/tag329.xml"/><Relationship Id="rId5" Type="http://schemas.openxmlformats.org/officeDocument/2006/relationships/tags" Target="../tags/tag328.xml"/><Relationship Id="rId4" Type="http://schemas.openxmlformats.org/officeDocument/2006/relationships/tags" Target="../tags/tag327.xml"/><Relationship Id="rId3" Type="http://schemas.openxmlformats.org/officeDocument/2006/relationships/tags" Target="../tags/tag326.xml"/><Relationship Id="rId2" Type="http://schemas.openxmlformats.org/officeDocument/2006/relationships/tags" Target="../tags/tag325.xml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333.xml"/><Relationship Id="rId1" Type="http://schemas.openxmlformats.org/officeDocument/2006/relationships/tags" Target="../tags/tag3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336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345.xml"/><Relationship Id="rId8" Type="http://schemas.openxmlformats.org/officeDocument/2006/relationships/tags" Target="../tags/tag344.xml"/><Relationship Id="rId7" Type="http://schemas.openxmlformats.org/officeDocument/2006/relationships/tags" Target="../tags/tag343.xml"/><Relationship Id="rId6" Type="http://schemas.openxmlformats.org/officeDocument/2006/relationships/tags" Target="../tags/tag342.xml"/><Relationship Id="rId5" Type="http://schemas.openxmlformats.org/officeDocument/2006/relationships/tags" Target="../tags/tag341.xml"/><Relationship Id="rId4" Type="http://schemas.openxmlformats.org/officeDocument/2006/relationships/tags" Target="../tags/tag340.xml"/><Relationship Id="rId3" Type="http://schemas.openxmlformats.org/officeDocument/2006/relationships/tags" Target="../tags/tag339.xml"/><Relationship Id="rId26" Type="http://schemas.openxmlformats.org/officeDocument/2006/relationships/notesSlide" Target="../notesSlides/notesSlide20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360.xml"/><Relationship Id="rId23" Type="http://schemas.openxmlformats.org/officeDocument/2006/relationships/tags" Target="../tags/tag359.xml"/><Relationship Id="rId22" Type="http://schemas.openxmlformats.org/officeDocument/2006/relationships/tags" Target="../tags/tag358.xml"/><Relationship Id="rId21" Type="http://schemas.openxmlformats.org/officeDocument/2006/relationships/tags" Target="../tags/tag357.xml"/><Relationship Id="rId20" Type="http://schemas.openxmlformats.org/officeDocument/2006/relationships/tags" Target="../tags/tag356.xml"/><Relationship Id="rId2" Type="http://schemas.openxmlformats.org/officeDocument/2006/relationships/tags" Target="../tags/tag338.xml"/><Relationship Id="rId19" Type="http://schemas.openxmlformats.org/officeDocument/2006/relationships/tags" Target="../tags/tag355.xml"/><Relationship Id="rId18" Type="http://schemas.openxmlformats.org/officeDocument/2006/relationships/tags" Target="../tags/tag354.xml"/><Relationship Id="rId17" Type="http://schemas.openxmlformats.org/officeDocument/2006/relationships/tags" Target="../tags/tag353.xml"/><Relationship Id="rId16" Type="http://schemas.openxmlformats.org/officeDocument/2006/relationships/tags" Target="../tags/tag352.xml"/><Relationship Id="rId15" Type="http://schemas.openxmlformats.org/officeDocument/2006/relationships/tags" Target="../tags/tag351.xml"/><Relationship Id="rId14" Type="http://schemas.openxmlformats.org/officeDocument/2006/relationships/tags" Target="../tags/tag350.xml"/><Relationship Id="rId13" Type="http://schemas.openxmlformats.org/officeDocument/2006/relationships/tags" Target="../tags/tag349.xml"/><Relationship Id="rId12" Type="http://schemas.openxmlformats.org/officeDocument/2006/relationships/tags" Target="../tags/tag348.xml"/><Relationship Id="rId11" Type="http://schemas.openxmlformats.org/officeDocument/2006/relationships/tags" Target="../tags/tag347.xml"/><Relationship Id="rId10" Type="http://schemas.openxmlformats.org/officeDocument/2006/relationships/tags" Target="../tags/tag346.xml"/><Relationship Id="rId1" Type="http://schemas.openxmlformats.org/officeDocument/2006/relationships/tags" Target="../tags/tag337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369.xml"/><Relationship Id="rId8" Type="http://schemas.openxmlformats.org/officeDocument/2006/relationships/tags" Target="../tags/tag368.xml"/><Relationship Id="rId7" Type="http://schemas.openxmlformats.org/officeDocument/2006/relationships/tags" Target="../tags/tag367.xml"/><Relationship Id="rId6" Type="http://schemas.openxmlformats.org/officeDocument/2006/relationships/tags" Target="../tags/tag366.xml"/><Relationship Id="rId5" Type="http://schemas.openxmlformats.org/officeDocument/2006/relationships/tags" Target="../tags/tag365.xml"/><Relationship Id="rId4" Type="http://schemas.openxmlformats.org/officeDocument/2006/relationships/tags" Target="../tags/tag364.xml"/><Relationship Id="rId3" Type="http://schemas.openxmlformats.org/officeDocument/2006/relationships/tags" Target="../tags/tag363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380.xml"/><Relationship Id="rId2" Type="http://schemas.openxmlformats.org/officeDocument/2006/relationships/tags" Target="../tags/tag362.xml"/><Relationship Id="rId19" Type="http://schemas.openxmlformats.org/officeDocument/2006/relationships/tags" Target="../tags/tag379.xml"/><Relationship Id="rId18" Type="http://schemas.openxmlformats.org/officeDocument/2006/relationships/tags" Target="../tags/tag378.xml"/><Relationship Id="rId17" Type="http://schemas.openxmlformats.org/officeDocument/2006/relationships/tags" Target="../tags/tag377.xml"/><Relationship Id="rId16" Type="http://schemas.openxmlformats.org/officeDocument/2006/relationships/tags" Target="../tags/tag376.xml"/><Relationship Id="rId15" Type="http://schemas.openxmlformats.org/officeDocument/2006/relationships/tags" Target="../tags/tag375.xml"/><Relationship Id="rId14" Type="http://schemas.openxmlformats.org/officeDocument/2006/relationships/tags" Target="../tags/tag374.xml"/><Relationship Id="rId13" Type="http://schemas.openxmlformats.org/officeDocument/2006/relationships/tags" Target="../tags/tag373.xml"/><Relationship Id="rId12" Type="http://schemas.openxmlformats.org/officeDocument/2006/relationships/tags" Target="../tags/tag372.xml"/><Relationship Id="rId11" Type="http://schemas.openxmlformats.org/officeDocument/2006/relationships/tags" Target="../tags/tag371.xml"/><Relationship Id="rId10" Type="http://schemas.openxmlformats.org/officeDocument/2006/relationships/tags" Target="../tags/tag370.xml"/><Relationship Id="rId1" Type="http://schemas.openxmlformats.org/officeDocument/2006/relationships/tags" Target="../tags/tag36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389.xml"/><Relationship Id="rId8" Type="http://schemas.openxmlformats.org/officeDocument/2006/relationships/tags" Target="../tags/tag388.xml"/><Relationship Id="rId7" Type="http://schemas.openxmlformats.org/officeDocument/2006/relationships/tags" Target="../tags/tag387.xml"/><Relationship Id="rId6" Type="http://schemas.openxmlformats.org/officeDocument/2006/relationships/tags" Target="../tags/tag386.xml"/><Relationship Id="rId5" Type="http://schemas.openxmlformats.org/officeDocument/2006/relationships/tags" Target="../tags/tag385.xml"/><Relationship Id="rId4" Type="http://schemas.openxmlformats.org/officeDocument/2006/relationships/tags" Target="../tags/tag384.xml"/><Relationship Id="rId3" Type="http://schemas.openxmlformats.org/officeDocument/2006/relationships/tags" Target="../tags/tag383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400.xml"/><Relationship Id="rId2" Type="http://schemas.openxmlformats.org/officeDocument/2006/relationships/tags" Target="../tags/tag382.xml"/><Relationship Id="rId19" Type="http://schemas.openxmlformats.org/officeDocument/2006/relationships/tags" Target="../tags/tag399.xml"/><Relationship Id="rId18" Type="http://schemas.openxmlformats.org/officeDocument/2006/relationships/tags" Target="../tags/tag398.xml"/><Relationship Id="rId17" Type="http://schemas.openxmlformats.org/officeDocument/2006/relationships/tags" Target="../tags/tag397.xml"/><Relationship Id="rId16" Type="http://schemas.openxmlformats.org/officeDocument/2006/relationships/tags" Target="../tags/tag396.xml"/><Relationship Id="rId15" Type="http://schemas.openxmlformats.org/officeDocument/2006/relationships/tags" Target="../tags/tag395.xml"/><Relationship Id="rId14" Type="http://schemas.openxmlformats.org/officeDocument/2006/relationships/tags" Target="../tags/tag394.xml"/><Relationship Id="rId13" Type="http://schemas.openxmlformats.org/officeDocument/2006/relationships/tags" Target="../tags/tag393.xml"/><Relationship Id="rId12" Type="http://schemas.openxmlformats.org/officeDocument/2006/relationships/tags" Target="../tags/tag392.xml"/><Relationship Id="rId11" Type="http://schemas.openxmlformats.org/officeDocument/2006/relationships/tags" Target="../tags/tag391.xml"/><Relationship Id="rId10" Type="http://schemas.openxmlformats.org/officeDocument/2006/relationships/tags" Target="../tags/tag390.xml"/><Relationship Id="rId1" Type="http://schemas.openxmlformats.org/officeDocument/2006/relationships/tags" Target="../tags/tag38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1.xml.rels><?xml version="1.0" encoding="UTF-8" standalone="yes"?>
<Relationships xmlns="http://schemas.openxmlformats.org/package/2006/relationships"><Relationship Id="rId9" Type="http://schemas.openxmlformats.org/officeDocument/2006/relationships/tags" Target="../tags/tag409.xml"/><Relationship Id="rId8" Type="http://schemas.openxmlformats.org/officeDocument/2006/relationships/tags" Target="../tags/tag408.xml"/><Relationship Id="rId7" Type="http://schemas.openxmlformats.org/officeDocument/2006/relationships/tags" Target="../tags/tag407.xml"/><Relationship Id="rId6" Type="http://schemas.openxmlformats.org/officeDocument/2006/relationships/tags" Target="../tags/tag406.xml"/><Relationship Id="rId5" Type="http://schemas.openxmlformats.org/officeDocument/2006/relationships/tags" Target="../tags/tag405.xml"/><Relationship Id="rId4" Type="http://schemas.openxmlformats.org/officeDocument/2006/relationships/tags" Target="../tags/tag404.xml"/><Relationship Id="rId3" Type="http://schemas.openxmlformats.org/officeDocument/2006/relationships/tags" Target="../tags/tag403.xml"/><Relationship Id="rId26" Type="http://schemas.openxmlformats.org/officeDocument/2006/relationships/notesSlide" Target="../notesSlides/notesSlide21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424.xml"/><Relationship Id="rId23" Type="http://schemas.openxmlformats.org/officeDocument/2006/relationships/tags" Target="../tags/tag423.xml"/><Relationship Id="rId22" Type="http://schemas.openxmlformats.org/officeDocument/2006/relationships/tags" Target="../tags/tag422.xml"/><Relationship Id="rId21" Type="http://schemas.openxmlformats.org/officeDocument/2006/relationships/tags" Target="../tags/tag421.xml"/><Relationship Id="rId20" Type="http://schemas.openxmlformats.org/officeDocument/2006/relationships/tags" Target="../tags/tag420.xml"/><Relationship Id="rId2" Type="http://schemas.openxmlformats.org/officeDocument/2006/relationships/tags" Target="../tags/tag402.xml"/><Relationship Id="rId19" Type="http://schemas.openxmlformats.org/officeDocument/2006/relationships/tags" Target="../tags/tag419.xml"/><Relationship Id="rId18" Type="http://schemas.openxmlformats.org/officeDocument/2006/relationships/tags" Target="../tags/tag418.xml"/><Relationship Id="rId17" Type="http://schemas.openxmlformats.org/officeDocument/2006/relationships/tags" Target="../tags/tag417.xml"/><Relationship Id="rId16" Type="http://schemas.openxmlformats.org/officeDocument/2006/relationships/tags" Target="../tags/tag416.xml"/><Relationship Id="rId15" Type="http://schemas.openxmlformats.org/officeDocument/2006/relationships/tags" Target="../tags/tag415.xml"/><Relationship Id="rId14" Type="http://schemas.openxmlformats.org/officeDocument/2006/relationships/tags" Target="../tags/tag414.xml"/><Relationship Id="rId13" Type="http://schemas.openxmlformats.org/officeDocument/2006/relationships/tags" Target="../tags/tag413.xml"/><Relationship Id="rId12" Type="http://schemas.openxmlformats.org/officeDocument/2006/relationships/tags" Target="../tags/tag412.xml"/><Relationship Id="rId11" Type="http://schemas.openxmlformats.org/officeDocument/2006/relationships/tags" Target="../tags/tag411.xml"/><Relationship Id="rId10" Type="http://schemas.openxmlformats.org/officeDocument/2006/relationships/tags" Target="../tags/tag410.xml"/><Relationship Id="rId1" Type="http://schemas.openxmlformats.org/officeDocument/2006/relationships/tags" Target="../tags/tag40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426.xml"/><Relationship Id="rId1" Type="http://schemas.openxmlformats.org/officeDocument/2006/relationships/tags" Target="../tags/tag425.xml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tags" Target="../tags/tag435.xml"/><Relationship Id="rId8" Type="http://schemas.openxmlformats.org/officeDocument/2006/relationships/tags" Target="../tags/tag434.xml"/><Relationship Id="rId7" Type="http://schemas.openxmlformats.org/officeDocument/2006/relationships/tags" Target="../tags/tag433.xml"/><Relationship Id="rId6" Type="http://schemas.openxmlformats.org/officeDocument/2006/relationships/tags" Target="../tags/tag432.xml"/><Relationship Id="rId5" Type="http://schemas.openxmlformats.org/officeDocument/2006/relationships/tags" Target="../tags/tag431.xml"/><Relationship Id="rId4" Type="http://schemas.openxmlformats.org/officeDocument/2006/relationships/tags" Target="../tags/tag430.xml"/><Relationship Id="rId3" Type="http://schemas.openxmlformats.org/officeDocument/2006/relationships/tags" Target="../tags/tag429.xml"/><Relationship Id="rId26" Type="http://schemas.openxmlformats.org/officeDocument/2006/relationships/notesSlide" Target="../notesSlides/notesSlide23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450.xml"/><Relationship Id="rId23" Type="http://schemas.openxmlformats.org/officeDocument/2006/relationships/tags" Target="../tags/tag449.xml"/><Relationship Id="rId22" Type="http://schemas.openxmlformats.org/officeDocument/2006/relationships/tags" Target="../tags/tag448.xml"/><Relationship Id="rId21" Type="http://schemas.openxmlformats.org/officeDocument/2006/relationships/tags" Target="../tags/tag447.xml"/><Relationship Id="rId20" Type="http://schemas.openxmlformats.org/officeDocument/2006/relationships/tags" Target="../tags/tag446.xml"/><Relationship Id="rId2" Type="http://schemas.openxmlformats.org/officeDocument/2006/relationships/tags" Target="../tags/tag428.xml"/><Relationship Id="rId19" Type="http://schemas.openxmlformats.org/officeDocument/2006/relationships/tags" Target="../tags/tag445.xml"/><Relationship Id="rId18" Type="http://schemas.openxmlformats.org/officeDocument/2006/relationships/tags" Target="../tags/tag444.xml"/><Relationship Id="rId17" Type="http://schemas.openxmlformats.org/officeDocument/2006/relationships/tags" Target="../tags/tag443.xml"/><Relationship Id="rId16" Type="http://schemas.openxmlformats.org/officeDocument/2006/relationships/tags" Target="../tags/tag442.xml"/><Relationship Id="rId15" Type="http://schemas.openxmlformats.org/officeDocument/2006/relationships/tags" Target="../tags/tag441.xml"/><Relationship Id="rId14" Type="http://schemas.openxmlformats.org/officeDocument/2006/relationships/tags" Target="../tags/tag440.xml"/><Relationship Id="rId13" Type="http://schemas.openxmlformats.org/officeDocument/2006/relationships/tags" Target="../tags/tag439.xml"/><Relationship Id="rId12" Type="http://schemas.openxmlformats.org/officeDocument/2006/relationships/tags" Target="../tags/tag438.xml"/><Relationship Id="rId11" Type="http://schemas.openxmlformats.org/officeDocument/2006/relationships/tags" Target="../tags/tag437.xml"/><Relationship Id="rId10" Type="http://schemas.openxmlformats.org/officeDocument/2006/relationships/tags" Target="../tags/tag436.xml"/><Relationship Id="rId1" Type="http://schemas.openxmlformats.org/officeDocument/2006/relationships/tags" Target="../tags/tag427.xml"/></Relationships>
</file>

<file path=ppt/slides/_rels/slide85.xml.rels><?xml version="1.0" encoding="UTF-8" standalone="yes"?>
<Relationships xmlns="http://schemas.openxmlformats.org/package/2006/relationships"><Relationship Id="rId9" Type="http://schemas.openxmlformats.org/officeDocument/2006/relationships/tags" Target="../tags/tag458.xml"/><Relationship Id="rId8" Type="http://schemas.openxmlformats.org/officeDocument/2006/relationships/tags" Target="../tags/tag457.xml"/><Relationship Id="rId7" Type="http://schemas.openxmlformats.org/officeDocument/2006/relationships/tags" Target="../tags/tag456.xml"/><Relationship Id="rId6" Type="http://schemas.openxmlformats.org/officeDocument/2006/relationships/tags" Target="../tags/tag455.xml"/><Relationship Id="rId5" Type="http://schemas.openxmlformats.org/officeDocument/2006/relationships/image" Target="../media/image12.jpeg"/><Relationship Id="rId4" Type="http://schemas.openxmlformats.org/officeDocument/2006/relationships/tags" Target="../tags/tag454.xml"/><Relationship Id="rId3" Type="http://schemas.openxmlformats.org/officeDocument/2006/relationships/tags" Target="../tags/tag453.xml"/><Relationship Id="rId2" Type="http://schemas.openxmlformats.org/officeDocument/2006/relationships/tags" Target="../tags/tag452.xml"/><Relationship Id="rId13" Type="http://schemas.openxmlformats.org/officeDocument/2006/relationships/notesSlide" Target="../notesSlides/notesSlide24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459.xml"/><Relationship Id="rId10" Type="http://schemas.openxmlformats.org/officeDocument/2006/relationships/image" Target="../media/image13.png"/><Relationship Id="rId1" Type="http://schemas.openxmlformats.org/officeDocument/2006/relationships/tags" Target="../tags/tag451.xml"/></Relationships>
</file>

<file path=ppt/slides/_rels/slide8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7.xml"/><Relationship Id="rId3" Type="http://schemas.openxmlformats.org/officeDocument/2006/relationships/tags" Target="../tags/tag461.xml"/><Relationship Id="rId2" Type="http://schemas.openxmlformats.org/officeDocument/2006/relationships/tags" Target="../tags/tag460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1384935" y="2401888"/>
            <a:ext cx="9902825" cy="574040"/>
          </a:xfrm>
          <a:prstGeom prst="rect">
            <a:avLst/>
          </a:prstGeom>
          <a:noFill/>
        </p:spPr>
        <p:txBody>
          <a:bodyPr wrap="square" lIns="144145" bIns="36195" rtlCol="0" anchor="ctr" anchorCtr="1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第三章</a:t>
            </a:r>
            <a:r>
              <a:rPr lang="en-US" altLang="zh-CN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大模型文本分词与向量化</a:t>
            </a:r>
            <a:endParaRPr lang="zh-CN" altLang="en-US" sz="3200" b="1" dirty="0" smtClean="0"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4784725" y="4558665"/>
            <a:ext cx="3103245" cy="4984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A2F6"/>
              </a:gs>
              <a:gs pos="100000">
                <a:srgbClr val="266FE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4980305" y="4623435"/>
            <a:ext cx="27432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Kaiti SC Bold" charset="0"/>
                <a:ea typeface="Kaiti SC Bold" charset="0"/>
                <a:cs typeface="+mn-ea"/>
                <a:sym typeface="+mn-lt"/>
              </a:rPr>
              <a:t>大模型架构与数据处理</a:t>
            </a:r>
            <a:endParaRPr lang="zh-CN" altLang="zh-CN" b="1" dirty="0">
              <a:solidFill>
                <a:schemeClr val="bg1"/>
              </a:solidFill>
              <a:latin typeface="Kaiti SC Bold" charset="0"/>
              <a:ea typeface="Kaiti SC Bold" charset="0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1602105"/>
            <a:ext cx="6863715" cy="477647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1362075" y="624840"/>
            <a:ext cx="3579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情境导入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09510" y="3428960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introduction_image}}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11390" y="1715729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9890" y="1929130"/>
            <a:ext cx="6534785" cy="3415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以《山海经》神兽白泽为引，阐述让机器理解中文语义的挑战：从传统机器翻译的词不达意，到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通过注意力机制实现上下文关联；再到大模型依赖高质量中文数据集进行分词与向量化，将汉字映射至高维向量空间，实现语义理解；最终通过指令数据对齐训练，赋予模型听懂指令、举一反三的能力。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535045" y="1271270"/>
            <a:ext cx="80340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计算机如何将无意义字符编码转化为可理解的语义？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Transformer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如何通过注意力机制实现跨句关联？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中文大模型的认知深度取决于哪些关键因素？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62075" y="624840"/>
            <a:ext cx="209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思考一下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140" y="2500630"/>
            <a:ext cx="1237615" cy="2721610"/>
          </a:xfrm>
          <a:prstGeom prst="rect">
            <a:avLst/>
          </a:prstGeom>
        </p:spPr>
      </p:pic>
      <p:pic>
        <p:nvPicPr>
          <p:cNvPr id="7" name="图片 6" descr="31393935333436303b31393936353336343bcecabac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1045" y="562242"/>
            <a:ext cx="771525" cy="7715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457190" y="2889947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{{image:thinking_image}}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642620" y="3124800"/>
            <a:ext cx="53828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大模型文本分词与向量化</a:t>
            </a:r>
            <a:endParaRPr 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1812870" y="1985229"/>
            <a:ext cx="398145" cy="3981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6315642" y="3786753"/>
            <a:ext cx="617635" cy="61763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261" y="5867261"/>
            <a:ext cx="1714739" cy="990738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642406" y="657124"/>
            <a:ext cx="55899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31685" y="3532465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art_image}}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33565" y="1819234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30997"/>
            <a:chOff x="1019810" y="3241423"/>
            <a:chExt cx="5267818" cy="830997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30997"/>
            <a:chOff x="1019810" y="5599430"/>
            <a:chExt cx="4068621" cy="830997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>
            <a:off x="6645792" y="2466861"/>
            <a:ext cx="4068621" cy="830997"/>
            <a:chOff x="1019810" y="3241423"/>
            <a:chExt cx="4068621" cy="830997"/>
          </a:xfrm>
        </p:grpSpPr>
        <p:sp>
          <p:nvSpPr>
            <p:cNvPr id="48" name="文本框 47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3424938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7"/>
            </p:custDataLst>
          </p:nvPr>
        </p:nvGrpSpPr>
        <p:grpSpPr>
          <a:xfrm>
            <a:off x="6645792" y="3379128"/>
            <a:ext cx="4068621" cy="830997"/>
            <a:chOff x="1019810" y="5599430"/>
            <a:chExt cx="4068621" cy="830997"/>
          </a:xfrm>
        </p:grpSpPr>
        <p:sp>
          <p:nvSpPr>
            <p:cNvPr id="56" name="文本框 55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21"/>
            </p:custDataLst>
          </p:nvPr>
        </p:nvGrpSpPr>
        <p:grpSpPr>
          <a:xfrm>
            <a:off x="6645792" y="4262185"/>
            <a:ext cx="4068621" cy="830997"/>
            <a:chOff x="1019810" y="5599430"/>
            <a:chExt cx="4068621" cy="830997"/>
          </a:xfrm>
        </p:grpSpPr>
        <p:sp>
          <p:nvSpPr>
            <p:cNvPr id="60" name="文本框 59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 smtClean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大模型文本分词与向量化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700895" y="621030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006090" y="1358265"/>
            <a:ext cx="8279765" cy="1743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比较不同分词器的输出结果，分析其在切分特定领域词汇时的表现。实现词嵌入与位置编码的提取，利用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PCA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降维技术进行可视化分析。结合词嵌入与位置编码，构建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模型的最终输入表示，并分析其对模型性能的影响。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2" descr="tasks_2029px_1205684_easyicon.n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25" y="2726055"/>
            <a:ext cx="2023110" cy="20231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78000" y="792000"/>
            <a:ext cx="595312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描述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01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86150" y="3106738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</a:t>
            </a:r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要求：</a:t>
            </a:r>
            <a:endParaRPr lang="zh-CN" altLang="en-US" sz="2400" b="1" dirty="0" smtClean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6090" y="356743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安装配置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jieba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Qwen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分词工具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06000" y="403606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完成文本的分词处理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06000" y="4503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比较不同分词器的输出结果，分析其在切分特定领域词汇时的表现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06090" y="4971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实现词嵌入与位置编码的提取，利用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PCA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降维技术进行可视化分析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06000" y="5439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结合词嵌入与位置编码构建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输入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大模型文本分词与向量化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780" y="1422400"/>
            <a:ext cx="265113" cy="26511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组合 2"/>
          <p:cNvGrpSpPr/>
          <p:nvPr/>
        </p:nvGrpSpPr>
        <p:grpSpPr>
          <a:xfrm>
            <a:off x="901700" y="1970405"/>
            <a:ext cx="3784600" cy="3206750"/>
            <a:chOff x="4542865" y="2599283"/>
            <a:chExt cx="3785291" cy="3205882"/>
          </a:xfrm>
        </p:grpSpPr>
        <p:sp>
          <p:nvSpPr>
            <p:cNvPr id="10" name="任意多边形: 形状 9"/>
            <p:cNvSpPr>
              <a:spLocks noChangeAspect="1"/>
            </p:cNvSpPr>
            <p:nvPr/>
          </p:nvSpPr>
          <p:spPr bwMode="auto">
            <a:xfrm>
              <a:off x="4542865" y="2599283"/>
              <a:ext cx="3105717" cy="3205882"/>
            </a:xfrm>
            <a:custGeom>
              <a:avLst/>
              <a:gdLst>
                <a:gd name="connsiteX0" fmla="*/ 1670165 w 3340338"/>
                <a:gd name="connsiteY0" fmla="*/ 895968 h 3448053"/>
                <a:gd name="connsiteX1" fmla="*/ 842107 w 3340338"/>
                <a:gd name="connsiteY1" fmla="*/ 1724026 h 3448053"/>
                <a:gd name="connsiteX2" fmla="*/ 1670165 w 3340338"/>
                <a:gd name="connsiteY2" fmla="*/ 2552084 h 3448053"/>
                <a:gd name="connsiteX3" fmla="*/ 2498223 w 3340338"/>
                <a:gd name="connsiteY3" fmla="*/ 1724026 h 3448053"/>
                <a:gd name="connsiteX4" fmla="*/ 1670165 w 3340338"/>
                <a:gd name="connsiteY4" fmla="*/ 895968 h 3448053"/>
                <a:gd name="connsiteX5" fmla="*/ 1670347 w 3340338"/>
                <a:gd name="connsiteY5" fmla="*/ 830419 h 3448053"/>
                <a:gd name="connsiteX6" fmla="*/ 2564891 w 3340338"/>
                <a:gd name="connsiteY6" fmla="*/ 1724288 h 3448053"/>
                <a:gd name="connsiteX7" fmla="*/ 1670347 w 3340338"/>
                <a:gd name="connsiteY7" fmla="*/ 2617629 h 3448053"/>
                <a:gd name="connsiteX8" fmla="*/ 775280 w 3340338"/>
                <a:gd name="connsiteY8" fmla="*/ 1724288 h 3448053"/>
                <a:gd name="connsiteX9" fmla="*/ 1670347 w 3340338"/>
                <a:gd name="connsiteY9" fmla="*/ 830419 h 3448053"/>
                <a:gd name="connsiteX10" fmla="*/ 1670347 w 3340338"/>
                <a:gd name="connsiteY10" fmla="*/ 598661 h 3448053"/>
                <a:gd name="connsiteX11" fmla="*/ 543023 w 3340338"/>
                <a:gd name="connsiteY11" fmla="*/ 1724288 h 3448053"/>
                <a:gd name="connsiteX12" fmla="*/ 1670347 w 3340338"/>
                <a:gd name="connsiteY12" fmla="*/ 2849392 h 3448053"/>
                <a:gd name="connsiteX13" fmla="*/ 2797148 w 3340338"/>
                <a:gd name="connsiteY13" fmla="*/ 1724288 h 3448053"/>
                <a:gd name="connsiteX14" fmla="*/ 1670347 w 3340338"/>
                <a:gd name="connsiteY14" fmla="*/ 598661 h 3448053"/>
                <a:gd name="connsiteX15" fmla="*/ 1383667 w 3340338"/>
                <a:gd name="connsiteY15" fmla="*/ 0 h 3448053"/>
                <a:gd name="connsiteX16" fmla="*/ 1956505 w 3340338"/>
                <a:gd name="connsiteY16" fmla="*/ 0 h 3448053"/>
                <a:gd name="connsiteX17" fmla="*/ 2192343 w 3340338"/>
                <a:gd name="connsiteY17" fmla="*/ 235487 h 3448053"/>
                <a:gd name="connsiteX18" fmla="*/ 2192343 w 3340338"/>
                <a:gd name="connsiteY18" fmla="*/ 478302 h 3448053"/>
                <a:gd name="connsiteX19" fmla="*/ 2484789 w 3340338"/>
                <a:gd name="connsiteY19" fmla="*/ 652038 h 3448053"/>
                <a:gd name="connsiteX20" fmla="*/ 2699667 w 3340338"/>
                <a:gd name="connsiteY20" fmla="*/ 528013 h 3448053"/>
                <a:gd name="connsiteX21" fmla="*/ 2817586 w 3340338"/>
                <a:gd name="connsiteY21" fmla="*/ 496620 h 3448053"/>
                <a:gd name="connsiteX22" fmla="*/ 3022504 w 3340338"/>
                <a:gd name="connsiteY22" fmla="*/ 614363 h 3448053"/>
                <a:gd name="connsiteX23" fmla="*/ 3308662 w 3340338"/>
                <a:gd name="connsiteY23" fmla="*/ 1109408 h 3448053"/>
                <a:gd name="connsiteX24" fmla="*/ 3332243 w 3340338"/>
                <a:gd name="connsiteY24" fmla="*/ 1288374 h 3448053"/>
                <a:gd name="connsiteX25" fmla="*/ 3222186 w 3340338"/>
                <a:gd name="connsiteY25" fmla="*/ 1431240 h 3448053"/>
                <a:gd name="connsiteX26" fmla="*/ 3005733 w 3340338"/>
                <a:gd name="connsiteY26" fmla="*/ 1556306 h 3448053"/>
                <a:gd name="connsiteX27" fmla="*/ 3023027 w 3340338"/>
                <a:gd name="connsiteY27" fmla="*/ 1724288 h 3448053"/>
                <a:gd name="connsiteX28" fmla="*/ 3005733 w 3340338"/>
                <a:gd name="connsiteY28" fmla="*/ 1891748 h 3448053"/>
                <a:gd name="connsiteX29" fmla="*/ 3222186 w 3340338"/>
                <a:gd name="connsiteY29" fmla="*/ 2016814 h 3448053"/>
                <a:gd name="connsiteX30" fmla="*/ 3308662 w 3340338"/>
                <a:gd name="connsiteY30" fmla="*/ 2338651 h 3448053"/>
                <a:gd name="connsiteX31" fmla="*/ 3022504 w 3340338"/>
                <a:gd name="connsiteY31" fmla="*/ 2833696 h 3448053"/>
                <a:gd name="connsiteX32" fmla="*/ 2878905 w 3340338"/>
                <a:gd name="connsiteY32" fmla="*/ 2943588 h 3448053"/>
                <a:gd name="connsiteX33" fmla="*/ 2818109 w 3340338"/>
                <a:gd name="connsiteY33" fmla="*/ 2951439 h 3448053"/>
                <a:gd name="connsiteX34" fmla="*/ 2699667 w 3340338"/>
                <a:gd name="connsiteY34" fmla="*/ 2920041 h 3448053"/>
                <a:gd name="connsiteX35" fmla="*/ 2484789 w 3340338"/>
                <a:gd name="connsiteY35" fmla="*/ 2796015 h 3448053"/>
                <a:gd name="connsiteX36" fmla="*/ 2192343 w 3340338"/>
                <a:gd name="connsiteY36" fmla="*/ 2970280 h 3448053"/>
                <a:gd name="connsiteX37" fmla="*/ 2192343 w 3340338"/>
                <a:gd name="connsiteY37" fmla="*/ 3212566 h 3448053"/>
                <a:gd name="connsiteX38" fmla="*/ 1956505 w 3340338"/>
                <a:gd name="connsiteY38" fmla="*/ 3448053 h 3448053"/>
                <a:gd name="connsiteX39" fmla="*/ 1383667 w 3340338"/>
                <a:gd name="connsiteY39" fmla="*/ 3448053 h 3448053"/>
                <a:gd name="connsiteX40" fmla="*/ 1147828 w 3340338"/>
                <a:gd name="connsiteY40" fmla="*/ 3212566 h 3448053"/>
                <a:gd name="connsiteX41" fmla="*/ 1147828 w 3340338"/>
                <a:gd name="connsiteY41" fmla="*/ 2970280 h 3448053"/>
                <a:gd name="connsiteX42" fmla="*/ 854860 w 3340338"/>
                <a:gd name="connsiteY42" fmla="*/ 2796015 h 3448053"/>
                <a:gd name="connsiteX43" fmla="*/ 639981 w 3340338"/>
                <a:gd name="connsiteY43" fmla="*/ 2920041 h 3448053"/>
                <a:gd name="connsiteX44" fmla="*/ 522062 w 3340338"/>
                <a:gd name="connsiteY44" fmla="*/ 2951439 h 3448053"/>
                <a:gd name="connsiteX45" fmla="*/ 460743 w 3340338"/>
                <a:gd name="connsiteY45" fmla="*/ 2943588 h 3448053"/>
                <a:gd name="connsiteX46" fmla="*/ 318190 w 3340338"/>
                <a:gd name="connsiteY46" fmla="*/ 2833696 h 3448053"/>
                <a:gd name="connsiteX47" fmla="*/ 31509 w 3340338"/>
                <a:gd name="connsiteY47" fmla="*/ 2338122 h 3448053"/>
                <a:gd name="connsiteX48" fmla="*/ 117985 w 3340338"/>
                <a:gd name="connsiteY48" fmla="*/ 2016291 h 3448053"/>
                <a:gd name="connsiteX49" fmla="*/ 334438 w 3340338"/>
                <a:gd name="connsiteY49" fmla="*/ 1891748 h 3448053"/>
                <a:gd name="connsiteX50" fmla="*/ 317144 w 3340338"/>
                <a:gd name="connsiteY50" fmla="*/ 1724288 h 3448053"/>
                <a:gd name="connsiteX51" fmla="*/ 334438 w 3340338"/>
                <a:gd name="connsiteY51" fmla="*/ 1556306 h 3448053"/>
                <a:gd name="connsiteX52" fmla="*/ 117985 w 3340338"/>
                <a:gd name="connsiteY52" fmla="*/ 1431240 h 3448053"/>
                <a:gd name="connsiteX53" fmla="*/ 31509 w 3340338"/>
                <a:gd name="connsiteY53" fmla="*/ 1109408 h 3448053"/>
                <a:gd name="connsiteX54" fmla="*/ 318190 w 3340338"/>
                <a:gd name="connsiteY54" fmla="*/ 614363 h 3448053"/>
                <a:gd name="connsiteX55" fmla="*/ 460743 w 3340338"/>
                <a:gd name="connsiteY55" fmla="*/ 504465 h 3448053"/>
                <a:gd name="connsiteX56" fmla="*/ 522062 w 3340338"/>
                <a:gd name="connsiteY56" fmla="*/ 496620 h 3448053"/>
                <a:gd name="connsiteX57" fmla="*/ 639981 w 3340338"/>
                <a:gd name="connsiteY57" fmla="*/ 528013 h 3448053"/>
                <a:gd name="connsiteX58" fmla="*/ 854860 w 3340338"/>
                <a:gd name="connsiteY58" fmla="*/ 652038 h 3448053"/>
                <a:gd name="connsiteX59" fmla="*/ 1147828 w 3340338"/>
                <a:gd name="connsiteY59" fmla="*/ 478302 h 3448053"/>
                <a:gd name="connsiteX60" fmla="*/ 1147828 w 3340338"/>
                <a:gd name="connsiteY60" fmla="*/ 235487 h 3448053"/>
                <a:gd name="connsiteX61" fmla="*/ 1383667 w 3340338"/>
                <a:gd name="connsiteY61" fmla="*/ 0 h 344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40338" h="3448053">
                  <a:moveTo>
                    <a:pt x="1670165" y="895968"/>
                  </a:moveTo>
                  <a:cubicBezTo>
                    <a:pt x="1212841" y="895968"/>
                    <a:pt x="842107" y="1266702"/>
                    <a:pt x="842107" y="1724026"/>
                  </a:cubicBezTo>
                  <a:cubicBezTo>
                    <a:pt x="842107" y="2181350"/>
                    <a:pt x="1212841" y="2552084"/>
                    <a:pt x="1670165" y="2552084"/>
                  </a:cubicBezTo>
                  <a:cubicBezTo>
                    <a:pt x="2127489" y="2552084"/>
                    <a:pt x="2498223" y="2181350"/>
                    <a:pt x="2498223" y="1724026"/>
                  </a:cubicBezTo>
                  <a:cubicBezTo>
                    <a:pt x="2498223" y="1266702"/>
                    <a:pt x="2127489" y="895968"/>
                    <a:pt x="1670165" y="895968"/>
                  </a:cubicBezTo>
                  <a:close/>
                  <a:moveTo>
                    <a:pt x="1670347" y="830419"/>
                  </a:moveTo>
                  <a:cubicBezTo>
                    <a:pt x="2163475" y="830419"/>
                    <a:pt x="2564891" y="1231301"/>
                    <a:pt x="2564891" y="1724288"/>
                  </a:cubicBezTo>
                  <a:cubicBezTo>
                    <a:pt x="2564891" y="2216752"/>
                    <a:pt x="2163475" y="2617629"/>
                    <a:pt x="1670347" y="2617629"/>
                  </a:cubicBezTo>
                  <a:cubicBezTo>
                    <a:pt x="1176696" y="2617629"/>
                    <a:pt x="775280" y="2216752"/>
                    <a:pt x="775280" y="1724288"/>
                  </a:cubicBezTo>
                  <a:cubicBezTo>
                    <a:pt x="775280" y="1231301"/>
                    <a:pt x="1176696" y="830419"/>
                    <a:pt x="1670347" y="830419"/>
                  </a:cubicBezTo>
                  <a:close/>
                  <a:moveTo>
                    <a:pt x="1670347" y="598661"/>
                  </a:moveTo>
                  <a:cubicBezTo>
                    <a:pt x="1048777" y="598661"/>
                    <a:pt x="543023" y="1103649"/>
                    <a:pt x="543023" y="1724288"/>
                  </a:cubicBezTo>
                  <a:cubicBezTo>
                    <a:pt x="543023" y="2344927"/>
                    <a:pt x="1048777" y="2849392"/>
                    <a:pt x="1670347" y="2849392"/>
                  </a:cubicBezTo>
                  <a:cubicBezTo>
                    <a:pt x="2291394" y="2849392"/>
                    <a:pt x="2797148" y="2344927"/>
                    <a:pt x="2797148" y="1724288"/>
                  </a:cubicBezTo>
                  <a:cubicBezTo>
                    <a:pt x="2797148" y="1103649"/>
                    <a:pt x="2291394" y="598661"/>
                    <a:pt x="1670347" y="598661"/>
                  </a:cubicBezTo>
                  <a:close/>
                  <a:moveTo>
                    <a:pt x="1383667" y="0"/>
                  </a:moveTo>
                  <a:lnTo>
                    <a:pt x="1956505" y="0"/>
                  </a:lnTo>
                  <a:cubicBezTo>
                    <a:pt x="2086476" y="0"/>
                    <a:pt x="2192343" y="105185"/>
                    <a:pt x="2192343" y="235487"/>
                  </a:cubicBezTo>
                  <a:lnTo>
                    <a:pt x="2192343" y="478302"/>
                  </a:lnTo>
                  <a:cubicBezTo>
                    <a:pt x="2298211" y="522782"/>
                    <a:pt x="2394641" y="583488"/>
                    <a:pt x="2484789" y="652038"/>
                  </a:cubicBezTo>
                  <a:lnTo>
                    <a:pt x="2699667" y="528013"/>
                  </a:lnTo>
                  <a:cubicBezTo>
                    <a:pt x="2736875" y="506557"/>
                    <a:pt x="2777757" y="496620"/>
                    <a:pt x="2817586" y="496620"/>
                  </a:cubicBezTo>
                  <a:cubicBezTo>
                    <a:pt x="2899343" y="496620"/>
                    <a:pt x="2978479" y="539002"/>
                    <a:pt x="3022504" y="614363"/>
                  </a:cubicBezTo>
                  <a:lnTo>
                    <a:pt x="3308662" y="1109408"/>
                  </a:lnTo>
                  <a:cubicBezTo>
                    <a:pt x="3340106" y="1163831"/>
                    <a:pt x="3348491" y="1228197"/>
                    <a:pt x="3332243" y="1288374"/>
                  </a:cubicBezTo>
                  <a:cubicBezTo>
                    <a:pt x="3315995" y="1348556"/>
                    <a:pt x="3276166" y="1399841"/>
                    <a:pt x="3222186" y="1431240"/>
                  </a:cubicBezTo>
                  <a:lnTo>
                    <a:pt x="3005733" y="1556306"/>
                  </a:lnTo>
                  <a:cubicBezTo>
                    <a:pt x="3013073" y="1611781"/>
                    <a:pt x="3023027" y="1666727"/>
                    <a:pt x="3023027" y="1724288"/>
                  </a:cubicBezTo>
                  <a:cubicBezTo>
                    <a:pt x="3023027" y="1781855"/>
                    <a:pt x="3013073" y="1836278"/>
                    <a:pt x="3005733" y="1891748"/>
                  </a:cubicBezTo>
                  <a:lnTo>
                    <a:pt x="3222186" y="2016814"/>
                  </a:lnTo>
                  <a:cubicBezTo>
                    <a:pt x="3334864" y="2081709"/>
                    <a:pt x="3373648" y="2225615"/>
                    <a:pt x="3308662" y="2338651"/>
                  </a:cubicBezTo>
                  <a:lnTo>
                    <a:pt x="3022504" y="2833696"/>
                  </a:lnTo>
                  <a:cubicBezTo>
                    <a:pt x="2991060" y="2888119"/>
                    <a:pt x="2939173" y="2927369"/>
                    <a:pt x="2878905" y="2943588"/>
                  </a:cubicBezTo>
                  <a:cubicBezTo>
                    <a:pt x="2858991" y="2948824"/>
                    <a:pt x="2838547" y="2951439"/>
                    <a:pt x="2818109" y="2951439"/>
                  </a:cubicBezTo>
                  <a:cubicBezTo>
                    <a:pt x="2776705" y="2951439"/>
                    <a:pt x="2735829" y="2940973"/>
                    <a:pt x="2699667" y="2920041"/>
                  </a:cubicBezTo>
                  <a:lnTo>
                    <a:pt x="2484789" y="2796015"/>
                  </a:lnTo>
                  <a:cubicBezTo>
                    <a:pt x="2394641" y="2864571"/>
                    <a:pt x="2298211" y="2925794"/>
                    <a:pt x="2192343" y="2970280"/>
                  </a:cubicBezTo>
                  <a:lnTo>
                    <a:pt x="2192343" y="3212566"/>
                  </a:lnTo>
                  <a:cubicBezTo>
                    <a:pt x="2192343" y="3342868"/>
                    <a:pt x="2086476" y="3448053"/>
                    <a:pt x="1956505" y="3448053"/>
                  </a:cubicBezTo>
                  <a:lnTo>
                    <a:pt x="1383667" y="3448053"/>
                  </a:lnTo>
                  <a:cubicBezTo>
                    <a:pt x="1253172" y="3448053"/>
                    <a:pt x="1147828" y="3342868"/>
                    <a:pt x="1147828" y="3212566"/>
                  </a:cubicBezTo>
                  <a:lnTo>
                    <a:pt x="1147828" y="2970280"/>
                  </a:lnTo>
                  <a:cubicBezTo>
                    <a:pt x="1041437" y="2925794"/>
                    <a:pt x="946054" y="2864571"/>
                    <a:pt x="854860" y="2796015"/>
                  </a:cubicBezTo>
                  <a:lnTo>
                    <a:pt x="639981" y="2920041"/>
                  </a:lnTo>
                  <a:cubicBezTo>
                    <a:pt x="603819" y="2940973"/>
                    <a:pt x="563466" y="2951439"/>
                    <a:pt x="522062" y="2951439"/>
                  </a:cubicBezTo>
                  <a:cubicBezTo>
                    <a:pt x="501624" y="2951439"/>
                    <a:pt x="481181" y="2948824"/>
                    <a:pt x="460743" y="2943588"/>
                  </a:cubicBezTo>
                  <a:cubicBezTo>
                    <a:pt x="400999" y="2927369"/>
                    <a:pt x="349111" y="2888119"/>
                    <a:pt x="318190" y="2833696"/>
                  </a:cubicBezTo>
                  <a:lnTo>
                    <a:pt x="31509" y="2338122"/>
                  </a:lnTo>
                  <a:cubicBezTo>
                    <a:pt x="-33477" y="2225615"/>
                    <a:pt x="5307" y="2081709"/>
                    <a:pt x="117985" y="2016291"/>
                  </a:cubicBezTo>
                  <a:lnTo>
                    <a:pt x="334438" y="1891748"/>
                  </a:lnTo>
                  <a:cubicBezTo>
                    <a:pt x="327098" y="1836278"/>
                    <a:pt x="317144" y="1781855"/>
                    <a:pt x="317144" y="1724288"/>
                  </a:cubicBezTo>
                  <a:cubicBezTo>
                    <a:pt x="317144" y="1666727"/>
                    <a:pt x="327098" y="1611781"/>
                    <a:pt x="334438" y="1556306"/>
                  </a:cubicBezTo>
                  <a:lnTo>
                    <a:pt x="117985" y="1431240"/>
                  </a:lnTo>
                  <a:cubicBezTo>
                    <a:pt x="5307" y="1366350"/>
                    <a:pt x="-33477" y="1222438"/>
                    <a:pt x="31509" y="1109408"/>
                  </a:cubicBezTo>
                  <a:lnTo>
                    <a:pt x="318190" y="614363"/>
                  </a:lnTo>
                  <a:cubicBezTo>
                    <a:pt x="349111" y="559934"/>
                    <a:pt x="400999" y="520690"/>
                    <a:pt x="460743" y="504465"/>
                  </a:cubicBezTo>
                  <a:cubicBezTo>
                    <a:pt x="481181" y="499235"/>
                    <a:pt x="501624" y="496620"/>
                    <a:pt x="522062" y="496620"/>
                  </a:cubicBezTo>
                  <a:cubicBezTo>
                    <a:pt x="562943" y="496620"/>
                    <a:pt x="603819" y="507080"/>
                    <a:pt x="639981" y="528013"/>
                  </a:cubicBezTo>
                  <a:lnTo>
                    <a:pt x="854860" y="652038"/>
                  </a:lnTo>
                  <a:cubicBezTo>
                    <a:pt x="946054" y="583488"/>
                    <a:pt x="1041961" y="522782"/>
                    <a:pt x="1147828" y="478302"/>
                  </a:cubicBezTo>
                  <a:lnTo>
                    <a:pt x="1147828" y="235487"/>
                  </a:lnTo>
                  <a:cubicBezTo>
                    <a:pt x="1147828" y="105185"/>
                    <a:pt x="1253172" y="0"/>
                    <a:pt x="1383667" y="0"/>
                  </a:cubicBezTo>
                  <a:close/>
                </a:path>
              </a:pathLst>
            </a:custGeom>
            <a:gradFill>
              <a:gsLst>
                <a:gs pos="0">
                  <a:srgbClr val="174EA3"/>
                </a:gs>
                <a:gs pos="100000">
                  <a:srgbClr val="0070C0"/>
                </a:gs>
              </a:gsLst>
              <a:lin ang="5400000" scaled="1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组合 30"/>
            <p:cNvGrpSpPr/>
            <p:nvPr/>
          </p:nvGrpSpPr>
          <p:grpSpPr>
            <a:xfrm>
              <a:off x="7320086" y="3212985"/>
              <a:ext cx="1008070" cy="1993158"/>
              <a:chOff x="7275253" y="2863258"/>
              <a:chExt cx="1341688" cy="2281148"/>
            </a:xfrm>
          </p:grpSpPr>
          <p:sp>
            <p:nvSpPr>
              <p:cNvPr id="12" name="Shape 6928"/>
              <p:cNvSpPr/>
              <p:nvPr/>
            </p:nvSpPr>
            <p:spPr>
              <a:xfrm flipH="1">
                <a:off x="7444080" y="2863824"/>
                <a:ext cx="1172861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  <p:sp>
            <p:nvSpPr>
              <p:cNvPr id="13" name="Shape 6929"/>
              <p:cNvSpPr/>
              <p:nvPr/>
            </p:nvSpPr>
            <p:spPr>
              <a:xfrm flipH="1">
                <a:off x="7275019" y="5145203"/>
                <a:ext cx="1341922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</p:grpSp>
      </p:grpSp>
      <p:sp>
        <p:nvSpPr>
          <p:cNvPr id="16" name="Freeform 870"/>
          <p:cNvSpPr>
            <a:spLocks noEditPoints="1"/>
          </p:cNvSpPr>
          <p:nvPr/>
        </p:nvSpPr>
        <p:spPr bwMode="auto">
          <a:xfrm>
            <a:off x="1967230" y="3126740"/>
            <a:ext cx="974090" cy="894080"/>
          </a:xfrm>
          <a:custGeom>
            <a:avLst/>
            <a:gdLst>
              <a:gd name="T0" fmla="*/ 196 w 290"/>
              <a:gd name="T1" fmla="*/ 9 h 266"/>
              <a:gd name="T2" fmla="*/ 251 w 290"/>
              <a:gd name="T3" fmla="*/ 22 h 266"/>
              <a:gd name="T4" fmla="*/ 266 w 290"/>
              <a:gd name="T5" fmla="*/ 6 h 266"/>
              <a:gd name="T6" fmla="*/ 273 w 290"/>
              <a:gd name="T7" fmla="*/ 86 h 266"/>
              <a:gd name="T8" fmla="*/ 214 w 290"/>
              <a:gd name="T9" fmla="*/ 130 h 266"/>
              <a:gd name="T10" fmla="*/ 214 w 290"/>
              <a:gd name="T11" fmla="*/ 142 h 266"/>
              <a:gd name="T12" fmla="*/ 169 w 290"/>
              <a:gd name="T13" fmla="*/ 170 h 266"/>
              <a:gd name="T14" fmla="*/ 98 w 290"/>
              <a:gd name="T15" fmla="*/ 249 h 266"/>
              <a:gd name="T16" fmla="*/ 62 w 290"/>
              <a:gd name="T17" fmla="*/ 261 h 266"/>
              <a:gd name="T18" fmla="*/ 14 w 290"/>
              <a:gd name="T19" fmla="*/ 166 h 266"/>
              <a:gd name="T20" fmla="*/ 61 w 290"/>
              <a:gd name="T21" fmla="*/ 130 h 266"/>
              <a:gd name="T22" fmla="*/ 106 w 290"/>
              <a:gd name="T23" fmla="*/ 93 h 266"/>
              <a:gd name="T24" fmla="*/ 151 w 290"/>
              <a:gd name="T25" fmla="*/ 61 h 266"/>
              <a:gd name="T26" fmla="*/ 196 w 290"/>
              <a:gd name="T27" fmla="*/ 9 h 266"/>
              <a:gd name="T28" fmla="*/ 204 w 290"/>
              <a:gd name="T29" fmla="*/ 17 h 266"/>
              <a:gd name="T30" fmla="*/ 165 w 290"/>
              <a:gd name="T31" fmla="*/ 65 h 266"/>
              <a:gd name="T32" fmla="*/ 196 w 290"/>
              <a:gd name="T33" fmla="*/ 83 h 266"/>
              <a:gd name="T34" fmla="*/ 242 w 290"/>
              <a:gd name="T35" fmla="*/ 31 h 266"/>
              <a:gd name="T36" fmla="*/ 204 w 290"/>
              <a:gd name="T37" fmla="*/ 17 h 266"/>
              <a:gd name="T38" fmla="*/ 202 w 290"/>
              <a:gd name="T39" fmla="*/ 92 h 266"/>
              <a:gd name="T40" fmla="*/ 212 w 290"/>
              <a:gd name="T41" fmla="*/ 116 h 266"/>
              <a:gd name="T42" fmla="*/ 265 w 290"/>
              <a:gd name="T43" fmla="*/ 77 h 266"/>
              <a:gd name="T44" fmla="*/ 265 w 290"/>
              <a:gd name="T45" fmla="*/ 25 h 266"/>
              <a:gd name="T46" fmla="*/ 202 w 290"/>
              <a:gd name="T47" fmla="*/ 92 h 266"/>
              <a:gd name="T48" fmla="*/ 124 w 290"/>
              <a:gd name="T49" fmla="*/ 102 h 266"/>
              <a:gd name="T50" fmla="*/ 54 w 290"/>
              <a:gd name="T51" fmla="*/ 148 h 266"/>
              <a:gd name="T52" fmla="*/ 81 w 290"/>
              <a:gd name="T53" fmla="*/ 194 h 266"/>
              <a:gd name="T54" fmla="*/ 94 w 290"/>
              <a:gd name="T55" fmla="*/ 190 h 266"/>
              <a:gd name="T56" fmla="*/ 83 w 290"/>
              <a:gd name="T57" fmla="*/ 162 h 266"/>
              <a:gd name="T58" fmla="*/ 159 w 290"/>
              <a:gd name="T59" fmla="*/ 110 h 266"/>
              <a:gd name="T60" fmla="*/ 124 w 290"/>
              <a:gd name="T61" fmla="*/ 102 h 266"/>
              <a:gd name="T62" fmla="*/ 98 w 290"/>
              <a:gd name="T63" fmla="*/ 166 h 266"/>
              <a:gd name="T64" fmla="*/ 108 w 290"/>
              <a:gd name="T65" fmla="*/ 218 h 266"/>
              <a:gd name="T66" fmla="*/ 178 w 290"/>
              <a:gd name="T67" fmla="*/ 145 h 266"/>
              <a:gd name="T68" fmla="*/ 168 w 290"/>
              <a:gd name="T69" fmla="*/ 121 h 266"/>
              <a:gd name="T70" fmla="*/ 98 w 290"/>
              <a:gd name="T71" fmla="*/ 166 h 266"/>
              <a:gd name="T72" fmla="*/ 25 w 290"/>
              <a:gd name="T73" fmla="*/ 171 h 266"/>
              <a:gd name="T74" fmla="*/ 61 w 290"/>
              <a:gd name="T75" fmla="*/ 249 h 266"/>
              <a:gd name="T76" fmla="*/ 87 w 290"/>
              <a:gd name="T77" fmla="*/ 244 h 266"/>
              <a:gd name="T78" fmla="*/ 96 w 290"/>
              <a:gd name="T79" fmla="*/ 199 h 266"/>
              <a:gd name="T80" fmla="*/ 67 w 290"/>
              <a:gd name="T81" fmla="*/ 225 h 266"/>
              <a:gd name="T82" fmla="*/ 34 w 290"/>
              <a:gd name="T83" fmla="*/ 197 h 266"/>
              <a:gd name="T84" fmla="*/ 64 w 290"/>
              <a:gd name="T85" fmla="*/ 175 h 266"/>
              <a:gd name="T86" fmla="*/ 39 w 290"/>
              <a:gd name="T87" fmla="*/ 156 h 266"/>
              <a:gd name="T88" fmla="*/ 25 w 290"/>
              <a:gd name="T89" fmla="*/ 171 h 266"/>
              <a:gd name="T90" fmla="*/ 46 w 290"/>
              <a:gd name="T91" fmla="*/ 202 h 266"/>
              <a:gd name="T92" fmla="*/ 64 w 290"/>
              <a:gd name="T93" fmla="*/ 218 h 266"/>
              <a:gd name="T94" fmla="*/ 68 w 290"/>
              <a:gd name="T95" fmla="*/ 187 h 266"/>
              <a:gd name="T96" fmla="*/ 46 w 290"/>
              <a:gd name="T97" fmla="*/ 202 h 266"/>
              <a:gd name="T98" fmla="*/ 188 w 290"/>
              <a:gd name="T99" fmla="*/ 175 h 266"/>
              <a:gd name="T100" fmla="*/ 208 w 290"/>
              <a:gd name="T101" fmla="*/ 263 h 266"/>
              <a:gd name="T102" fmla="*/ 213 w 290"/>
              <a:gd name="T103" fmla="*/ 241 h 266"/>
              <a:gd name="T104" fmla="*/ 232 w 290"/>
              <a:gd name="T105" fmla="*/ 246 h 266"/>
              <a:gd name="T106" fmla="*/ 206 w 290"/>
              <a:gd name="T107" fmla="*/ 180 h 266"/>
              <a:gd name="T108" fmla="*/ 218 w 290"/>
              <a:gd name="T109" fmla="*/ 148 h 266"/>
              <a:gd name="T110" fmla="*/ 188 w 290"/>
              <a:gd name="T111" fmla="*/ 175 h 266"/>
              <a:gd name="T112" fmla="*/ 210 w 290"/>
              <a:gd name="T113" fmla="*/ 184 h 266"/>
              <a:gd name="T114" fmla="*/ 270 w 290"/>
              <a:gd name="T115" fmla="*/ 228 h 266"/>
              <a:gd name="T116" fmla="*/ 260 w 290"/>
              <a:gd name="T117" fmla="*/ 206 h 266"/>
              <a:gd name="T118" fmla="*/ 280 w 290"/>
              <a:gd name="T119" fmla="*/ 200 h 266"/>
              <a:gd name="T120" fmla="*/ 224 w 290"/>
              <a:gd name="T121" fmla="*/ 167 h 266"/>
              <a:gd name="T122" fmla="*/ 210 w 290"/>
              <a:gd name="T123" fmla="*/ 18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90" h="266">
                <a:moveTo>
                  <a:pt x="196" y="9"/>
                </a:moveTo>
                <a:cubicBezTo>
                  <a:pt x="215" y="0"/>
                  <a:pt x="236" y="10"/>
                  <a:pt x="251" y="22"/>
                </a:cubicBezTo>
                <a:cubicBezTo>
                  <a:pt x="256" y="17"/>
                  <a:pt x="261" y="12"/>
                  <a:pt x="266" y="6"/>
                </a:cubicBezTo>
                <a:cubicBezTo>
                  <a:pt x="283" y="28"/>
                  <a:pt x="290" y="63"/>
                  <a:pt x="273" y="86"/>
                </a:cubicBezTo>
                <a:cubicBezTo>
                  <a:pt x="254" y="102"/>
                  <a:pt x="233" y="115"/>
                  <a:pt x="214" y="130"/>
                </a:cubicBezTo>
                <a:cubicBezTo>
                  <a:pt x="214" y="133"/>
                  <a:pt x="214" y="139"/>
                  <a:pt x="214" y="142"/>
                </a:cubicBezTo>
                <a:cubicBezTo>
                  <a:pt x="200" y="153"/>
                  <a:pt x="189" y="172"/>
                  <a:pt x="169" y="170"/>
                </a:cubicBezTo>
                <a:cubicBezTo>
                  <a:pt x="143" y="194"/>
                  <a:pt x="120" y="222"/>
                  <a:pt x="98" y="249"/>
                </a:cubicBezTo>
                <a:cubicBezTo>
                  <a:pt x="90" y="260"/>
                  <a:pt x="75" y="266"/>
                  <a:pt x="62" y="261"/>
                </a:cubicBezTo>
                <a:cubicBezTo>
                  <a:pt x="23" y="250"/>
                  <a:pt x="0" y="204"/>
                  <a:pt x="14" y="166"/>
                </a:cubicBezTo>
                <a:cubicBezTo>
                  <a:pt x="22" y="146"/>
                  <a:pt x="45" y="142"/>
                  <a:pt x="61" y="130"/>
                </a:cubicBezTo>
                <a:cubicBezTo>
                  <a:pt x="77" y="119"/>
                  <a:pt x="98" y="112"/>
                  <a:pt x="106" y="93"/>
                </a:cubicBezTo>
                <a:cubicBezTo>
                  <a:pt x="118" y="78"/>
                  <a:pt x="133" y="65"/>
                  <a:pt x="151" y="61"/>
                </a:cubicBezTo>
                <a:cubicBezTo>
                  <a:pt x="169" y="46"/>
                  <a:pt x="181" y="26"/>
                  <a:pt x="196" y="9"/>
                </a:cubicBezTo>
                <a:close/>
                <a:moveTo>
                  <a:pt x="204" y="17"/>
                </a:moveTo>
                <a:cubicBezTo>
                  <a:pt x="192" y="33"/>
                  <a:pt x="179" y="50"/>
                  <a:pt x="165" y="65"/>
                </a:cubicBezTo>
                <a:cubicBezTo>
                  <a:pt x="176" y="70"/>
                  <a:pt x="186" y="76"/>
                  <a:pt x="196" y="83"/>
                </a:cubicBezTo>
                <a:cubicBezTo>
                  <a:pt x="211" y="66"/>
                  <a:pt x="231" y="51"/>
                  <a:pt x="242" y="31"/>
                </a:cubicBezTo>
                <a:cubicBezTo>
                  <a:pt x="232" y="20"/>
                  <a:pt x="218" y="17"/>
                  <a:pt x="204" y="17"/>
                </a:cubicBezTo>
                <a:close/>
                <a:moveTo>
                  <a:pt x="202" y="92"/>
                </a:moveTo>
                <a:cubicBezTo>
                  <a:pt x="205" y="100"/>
                  <a:pt x="209" y="108"/>
                  <a:pt x="212" y="116"/>
                </a:cubicBezTo>
                <a:cubicBezTo>
                  <a:pt x="229" y="103"/>
                  <a:pt x="249" y="92"/>
                  <a:pt x="265" y="77"/>
                </a:cubicBezTo>
                <a:cubicBezTo>
                  <a:pt x="275" y="62"/>
                  <a:pt x="270" y="41"/>
                  <a:pt x="265" y="25"/>
                </a:cubicBezTo>
                <a:cubicBezTo>
                  <a:pt x="245" y="48"/>
                  <a:pt x="224" y="71"/>
                  <a:pt x="202" y="92"/>
                </a:cubicBezTo>
                <a:close/>
                <a:moveTo>
                  <a:pt x="124" y="102"/>
                </a:moveTo>
                <a:cubicBezTo>
                  <a:pt x="102" y="118"/>
                  <a:pt x="78" y="134"/>
                  <a:pt x="54" y="148"/>
                </a:cubicBezTo>
                <a:cubicBezTo>
                  <a:pt x="68" y="159"/>
                  <a:pt x="77" y="176"/>
                  <a:pt x="81" y="194"/>
                </a:cubicBezTo>
                <a:cubicBezTo>
                  <a:pt x="85" y="192"/>
                  <a:pt x="90" y="191"/>
                  <a:pt x="94" y="190"/>
                </a:cubicBezTo>
                <a:cubicBezTo>
                  <a:pt x="90" y="181"/>
                  <a:pt x="86" y="172"/>
                  <a:pt x="83" y="162"/>
                </a:cubicBezTo>
                <a:cubicBezTo>
                  <a:pt x="108" y="145"/>
                  <a:pt x="138" y="133"/>
                  <a:pt x="159" y="110"/>
                </a:cubicBezTo>
                <a:cubicBezTo>
                  <a:pt x="149" y="105"/>
                  <a:pt x="135" y="92"/>
                  <a:pt x="124" y="102"/>
                </a:cubicBezTo>
                <a:close/>
                <a:moveTo>
                  <a:pt x="98" y="166"/>
                </a:moveTo>
                <a:cubicBezTo>
                  <a:pt x="105" y="183"/>
                  <a:pt x="109" y="200"/>
                  <a:pt x="108" y="218"/>
                </a:cubicBezTo>
                <a:cubicBezTo>
                  <a:pt x="129" y="192"/>
                  <a:pt x="154" y="168"/>
                  <a:pt x="178" y="145"/>
                </a:cubicBezTo>
                <a:cubicBezTo>
                  <a:pt x="174" y="137"/>
                  <a:pt x="171" y="129"/>
                  <a:pt x="168" y="121"/>
                </a:cubicBezTo>
                <a:cubicBezTo>
                  <a:pt x="145" y="137"/>
                  <a:pt x="123" y="154"/>
                  <a:pt x="98" y="166"/>
                </a:cubicBezTo>
                <a:close/>
                <a:moveTo>
                  <a:pt x="25" y="171"/>
                </a:moveTo>
                <a:cubicBezTo>
                  <a:pt x="15" y="201"/>
                  <a:pt x="31" y="238"/>
                  <a:pt x="61" y="249"/>
                </a:cubicBezTo>
                <a:cubicBezTo>
                  <a:pt x="70" y="252"/>
                  <a:pt x="81" y="252"/>
                  <a:pt x="87" y="244"/>
                </a:cubicBezTo>
                <a:cubicBezTo>
                  <a:pt x="97" y="231"/>
                  <a:pt x="97" y="214"/>
                  <a:pt x="96" y="199"/>
                </a:cubicBezTo>
                <a:cubicBezTo>
                  <a:pt x="86" y="208"/>
                  <a:pt x="77" y="217"/>
                  <a:pt x="67" y="225"/>
                </a:cubicBezTo>
                <a:cubicBezTo>
                  <a:pt x="49" y="231"/>
                  <a:pt x="37" y="212"/>
                  <a:pt x="34" y="197"/>
                </a:cubicBezTo>
                <a:cubicBezTo>
                  <a:pt x="44" y="190"/>
                  <a:pt x="54" y="183"/>
                  <a:pt x="64" y="175"/>
                </a:cubicBezTo>
                <a:cubicBezTo>
                  <a:pt x="57" y="168"/>
                  <a:pt x="50" y="158"/>
                  <a:pt x="39" y="156"/>
                </a:cubicBezTo>
                <a:cubicBezTo>
                  <a:pt x="32" y="159"/>
                  <a:pt x="26" y="164"/>
                  <a:pt x="25" y="171"/>
                </a:cubicBezTo>
                <a:close/>
                <a:moveTo>
                  <a:pt x="46" y="202"/>
                </a:moveTo>
                <a:cubicBezTo>
                  <a:pt x="51" y="208"/>
                  <a:pt x="57" y="213"/>
                  <a:pt x="64" y="218"/>
                </a:cubicBezTo>
                <a:cubicBezTo>
                  <a:pt x="68" y="208"/>
                  <a:pt x="70" y="198"/>
                  <a:pt x="68" y="187"/>
                </a:cubicBezTo>
                <a:cubicBezTo>
                  <a:pt x="61" y="192"/>
                  <a:pt x="53" y="197"/>
                  <a:pt x="46" y="202"/>
                </a:cubicBezTo>
                <a:close/>
                <a:moveTo>
                  <a:pt x="188" y="175"/>
                </a:moveTo>
                <a:cubicBezTo>
                  <a:pt x="183" y="206"/>
                  <a:pt x="191" y="237"/>
                  <a:pt x="208" y="263"/>
                </a:cubicBezTo>
                <a:cubicBezTo>
                  <a:pt x="209" y="256"/>
                  <a:pt x="211" y="248"/>
                  <a:pt x="213" y="241"/>
                </a:cubicBezTo>
                <a:cubicBezTo>
                  <a:pt x="219" y="243"/>
                  <a:pt x="225" y="245"/>
                  <a:pt x="232" y="246"/>
                </a:cubicBezTo>
                <a:cubicBezTo>
                  <a:pt x="218" y="227"/>
                  <a:pt x="207" y="205"/>
                  <a:pt x="206" y="180"/>
                </a:cubicBezTo>
                <a:cubicBezTo>
                  <a:pt x="215" y="171"/>
                  <a:pt x="219" y="160"/>
                  <a:pt x="218" y="148"/>
                </a:cubicBezTo>
                <a:cubicBezTo>
                  <a:pt x="207" y="156"/>
                  <a:pt x="197" y="164"/>
                  <a:pt x="188" y="175"/>
                </a:cubicBezTo>
                <a:close/>
                <a:moveTo>
                  <a:pt x="210" y="184"/>
                </a:moveTo>
                <a:cubicBezTo>
                  <a:pt x="226" y="204"/>
                  <a:pt x="247" y="218"/>
                  <a:pt x="270" y="228"/>
                </a:cubicBezTo>
                <a:cubicBezTo>
                  <a:pt x="267" y="221"/>
                  <a:pt x="264" y="214"/>
                  <a:pt x="260" y="206"/>
                </a:cubicBezTo>
                <a:cubicBezTo>
                  <a:pt x="267" y="204"/>
                  <a:pt x="274" y="202"/>
                  <a:pt x="280" y="200"/>
                </a:cubicBezTo>
                <a:cubicBezTo>
                  <a:pt x="259" y="193"/>
                  <a:pt x="239" y="183"/>
                  <a:pt x="224" y="167"/>
                </a:cubicBezTo>
                <a:cubicBezTo>
                  <a:pt x="220" y="173"/>
                  <a:pt x="215" y="179"/>
                  <a:pt x="210" y="184"/>
                </a:cubicBez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792000"/>
            <a:ext cx="5611240" cy="659766"/>
            <a:chOff x="-9" y="1110"/>
            <a:chExt cx="8837" cy="1039"/>
          </a:xfrm>
        </p:grpSpPr>
        <p:grpSp>
          <p:nvGrpSpPr>
            <p:cNvPr id="22" name="组合 21"/>
            <p:cNvGrpSpPr/>
            <p:nvPr/>
          </p:nvGrpSpPr>
          <p:grpSpPr>
            <a:xfrm>
              <a:off x="2004" y="1110"/>
              <a:ext cx="6824" cy="1039"/>
              <a:chOff x="574557" y="613893"/>
              <a:chExt cx="4332551" cy="659964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574557" y="613893"/>
                <a:ext cx="4332551" cy="583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en-US"/>
                </a:defPPr>
                <a:lvl1pPr algn="ctr">
                  <a:defRPr sz="320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1"/>
                    </a:gradFill>
                  </a:defRPr>
                </a:lvl1pPr>
              </a:lstStyle>
              <a:p>
                <a:pPr algn="l"/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任务目标和</a:t>
                </a:r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重难点</a:t>
                </a:r>
                <a:endParaRPr lang="zh-CN" altLang="en-US" b="1" dirty="0" smtClean="0">
                  <a:solidFill>
                    <a:srgbClr val="0064D2"/>
                  </a:solidFill>
                  <a:latin typeface="+mn-ea"/>
                  <a:cs typeface="+mn-ea"/>
                  <a:sym typeface="+mn-lt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873861" y="1273857"/>
                <a:ext cx="701130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/>
          </p:nvSpPr>
          <p:spPr>
            <a:xfrm>
              <a:off x="-9" y="1110"/>
              <a:ext cx="1429" cy="91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 smtClean="0">
                  <a:solidFill>
                    <a:srgbClr val="3F396C"/>
                  </a:solidFill>
                  <a:latin typeface="思源宋体" panose="02020700000000000000" charset="-122"/>
                  <a:ea typeface="思源宋体" panose="02020700000000000000" charset="-122"/>
                </a:rPr>
                <a:t>02</a:t>
              </a:r>
              <a:endParaRPr lang="en-US" altLang="zh-CN" sz="3200" dirty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849495" y="1638000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任务目标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48225" y="3963600"/>
            <a:ext cx="208597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任务重难点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50400" y="250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能够使用不同的分词工具实现分词任务，并比较不同工具的优缺点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0400" y="203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能够理解分词的基本原理及其在自然语言处理中的重要性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0400" y="2970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掌握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Transformer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词嵌入与位置编码核心机制</a:t>
            </a: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50400" y="3438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能够通过代码实践完成词嵌入向量与位置编码的可视化分析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48495" y="437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重点：掌握分词技术原理与词嵌入位置编码机制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50400" y="484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难点：词嵌入与位置编码的可视化分析实践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大模型文本分词与向量化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使用分词器（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Tokenizer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）切分并编码文本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大模型处理自然语言输入的流程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词嵌入（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赋予语义信息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位置编码（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引入顺序信息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在大模型处理自然语言任务的过程中，模型能够接受和理解的输入并不是原始的自然语言文本。为了让大模型真正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读懂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我们输入的内容，需要通过一系列精心设计的步骤对自然语言进行编码和表示。这些步骤包括：分词（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Tokenization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）、词嵌入（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）以及位置编码（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）。只有经过这些处理，模型才能将人类语言转化为可理解和操作的数值形式。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大模型完整输入处理流程如下：原始句子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Token ID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词嵌入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加上位置编码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最终输入。比如，以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我喜欢自然语言处理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为例句，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主要的输入处理流程可分为以下五步。一、分词：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 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喜欢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 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 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 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；二、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Token ID: [100, 3456, 7890, 2345, 6789]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；三、词嵌入：每个词变成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768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维向量；四、位置编码：每个位置加一个专属向量；五、最终输入：词向量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位置向量。接下来将对这些关键环节展开介绍，并在具体的任务实施中加深认识。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使用分词器（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Tokenizer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）切分并编码文本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大模型处理自然语言输入的流程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词嵌入（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赋予语义信息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位置编码（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引入顺序信息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词器的作用是连接自然语言与数值化输入的第一步工具。它的主要功能包括如下。文本切分：将句子拆分为有意义的语言单元（如词语、子词或字符）；词汇映射：将每个切分出的语言单元映射为一个唯一的整数编号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分词器根据实现原理可分为不同类型，其中基于规则的分词器与无监督子词分词器最为常见。基于规则的分词器（如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jieba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）依赖人工构建的词典和切分规则，尤其适用于中文这类没有天然分隔符的语言，并且允许用户自定义词典以提升特定领域术语的识别效果；但其主要缺陷在于难以处理未登录词（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OOV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），即词典中未收录的新词往往无法正确切分。无监督子词分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词器（如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WordPiece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SentencePiece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）则通过统计学习从语料中自动生成词汇表，不依赖外部词典，能够更灵活地处理新词和罕见词，像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BERT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采用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WordPiece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Qwen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等模型使用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SentencePiece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，在中文场景下这类分词器常以单字作为最小切分单位，从而有效缓解未登录词问题。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3.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子词机制的优势有一下三点。减少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OOV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：即使遇到训练时未见过的词，也能通过子词组合进行表示；适应性强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：适用于多语言、专业术语、拼写错误等复杂场景；语义表达更丰富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：子词之间存在一定的语义关联性。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使用分词器（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Tokenizer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）切分并编码文本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大模型处理自然语言输入的流程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D2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词嵌入（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赋予语义信息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位置编码（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引入顺序信息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词嵌入是一种将词语转化为计算机可以处理的数值形式的技术，这样机器才能理解和学习语言。在介绍它之前，我们可以先看一个简单的例子来理解为什么需要这个词嵌入。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比如，如果我们有一个词汇表，里面包含了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汽车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飞机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这四个词，那么最基础的一种表示方法叫做独热编码（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One-Hot Encoding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。它的做法是用一个很长的向量来表示每个词，这个向量中只有一个位置是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，其余都是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。比如，猫：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[1, 0, 0, 0]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；狗：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[0, 1, 0, 0]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；汽车：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[0, 0, 1, 0]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；飞机：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[0, 0, 0, 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这种方法虽然简单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直观，但存在两个明显的问题。一是当词汇量很大时，比如有上万个词，这样的向量会非常庞大，占用大量内存；二是这些向量之间没有任何语义上的联系。比如，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的向量之间没有体现出它们都是动物这一事实，而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汽车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飞机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也都是交通工具，但在这种表示下，它们的距离是一样的，无法反映实际的语言关系。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为了解决这些问题，就出现了词嵌入（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）技术。它可以把每个词映射成一个固定长度的实数向量，例如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768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维或者更高的向量。这些向量不仅更紧凑，更重要的是它们能够表达词与词之间的语义关系。例如，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国王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王后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在向量空间中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的距离会比较接近，说明它们之间有关联；同样，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快乐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高兴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也会在向量空间中表现出相似的特征。根据是否考虑上下文，词嵌入可以分为两类：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一类是静态词嵌入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Word2Vec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GloVe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。这类方法会给每个词分配一个固定的向量，不管这个词出现在哪个句子中，它的向量都不会改变。比如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苹果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这个词，在所有情况下都对应同一个向量。这种方法计算速度快、效率高，但在处理像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苹果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这样的多义词时会有困难。因为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苹果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既可以指水果，也可以指公司，在不同语境下意思不同，而静态嵌入无法区分这些差异。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另一类是动态词嵌入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BERT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Tra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nsformer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模型中使用的词嵌入方式。这种嵌入方法可以根据词语出现的具体上下文来生成不同的向量。例如：在句子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我今天吃了一个苹果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苹果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会被赋予代表水果的向量；而在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我最喜欢的手机品牌是苹果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苹果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则会被赋予代表科技公司的向量。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这种能够根据上下文调整词向量的能力，使模型对语言的理解更加精准，特别适合处理复杂的自然语言任务。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使用分词器（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Tokenizer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）切分并编码文本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大模型处理自然语言输入的流程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词嵌入（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赋予语义信息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位置编码（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引入顺序信息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在我们说话或写句子的时候，词语是有顺序的。比如：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猫追狗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狗追猫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，虽然词是一样的，但意思完全不同。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RNN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这类传统的模型是按顺序一个字一个字处理的，所以它天然知道哪个词在前、哪个词在后。但是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Transformer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不一样，它是一次性把整个句子输入进去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，像拍照一样，一下子看到所有词。这样一来，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就不知道谁在前面、谁在后面了。为了解决这个问题，我们就给每个词加上一个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位置信息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，告诉模型：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这个词是在第几个位置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。这个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位置信息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就是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位置编码（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位置编码是怎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么工作的？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我们可以把它想象成一个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。就像你在排队时手上拿的号码牌，别人一看就知道你排在第几位。在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Transformer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中，每个词除了有自己的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词向量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（也就是表示这个词是什么意思），还有一个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位置编码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来表示它在句子中的位置。然后这两个信息加在一起，变成一个新的向量，作为最终的输入送给模型。例如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的词向量（语义）为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[0.8, -0.3, ...]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的位置编码（位置）为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[0.1, 0.0, ...]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，最终输入等于词向量加位置编码为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[0.9, -0.3, ...]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。这样模型就可以同时知道：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学习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分别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是什么意思；以及它们分别是第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个、第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个、第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个词。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位置编码是怎么设计出来的？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常见做法有两种：其一是基于正弦和余弦函数的绝对位置编码，由原始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Transformer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采用，它通过固定数学公式直接生成位置向量，无需训练；这种编码具有良好的规律性，使得相邻位置在向量空间中也彼此靠近，同时由于正弦函数的周期性，它能够外推到比训练时更长的序列，即使遇到未见过的长度也能合理计算位置表示。另一种是可学习的位置编码，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BERT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为代表，它将位置编码视为一个可训练的嵌入表，每一行对应一个绝对位置，每一列对应一个维度，在模型训练过程中通过反向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传播自动调整参数，从而学习出最适合当前任务和数据分布的位置表示。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大模型文本分词与向量化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中的词嵌入与位置编码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使用不同的分词器实现分词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four}}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首先，我们需要认识到：计算机无法直接处理我们书写的文字，它们只能识别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数字。同样地，模型也不能直接理解我们的自然语言输入，第一步是将每一个词语转化为一个唯一的编号，这个过程叫做分词与编码（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Tokenization and Encoding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。例如，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我喜欢自然语言处理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这句话会被分词器拆解为：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喜欢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。接着，每个词都会被映射成一个整数编号，比如：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[100, 3456, 7890, 2345, 6789]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。这个编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号来自一个庞大的词汇表，也就是所谓的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词典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，它是模型训练时就确定好的。每一种语言模型都对应着一个特定的词典。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（一）使用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jieba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是一个用于中文文本处理的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Python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库，主要用于中文分词。它可以帮助我们将一段连续的中文文本切分成一个个有意义的词语，便于后续的自然语言处理任务，比如文本分析、关键词提取、词频统计等。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jieba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的使用非常简单，支持多种分词模式，包括精确模式、全模式和搜索引擎模式。精确模式适合对准确度要求较高的场景，全模式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会把句子尽可能多地切分成词语，适合快速扫描，而搜索引擎模式则会在精确模式的基础上进一步细分长词，提升召回率。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除了基本的分词功能，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还支持用户自定义词典，这样可以将一些专业术语或者特定领域的词汇加入到分词器中，提高分词的准确性。此外，它还提供了关键词提取、词性标注等功能，方便进行更深入的文本分析。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总的来说，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是一个功能强大且易于使用的中文分词工具，广泛应用于数据挖掘、信息检索和自然语言处理等领域。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当前任务是基于项目一任务一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的环境进行。请确保已经完成项目一任务一的步骤。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安装成功后输出如图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 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安装日志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jieba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对一段进行分词，比较不同分词模式的输出差异：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分词代码，分词结果如图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1-3-2 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添加自定义词典提升效果，创建一个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custom_dict.txt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文件，内容如下：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修改代码，对比自定义词典前后的分词效果：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分词代码：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发现新大陆集团、智慧支付、智能识别等自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定义词典中的词汇，被切分为单独的词汇。综上，采用自定义词典的方式，可以提升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对一些特定名词或专业术语的切分效果，保证词汇的完整性，如图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1-3-3 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自定义词典分词结果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（二）使用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分词器使用的是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WordPiece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算法，是一种基于子词（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subword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）的无监督分词方法。不依赖外部词典，而是通过大量中文语料训练出一个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词汇表。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WordPiece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不是把整个词作为一个单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位（像传统中文分词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那样），也不是按字符切分（一个字一个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），而是介于两者之间。它会根据语料库中出现频率，学习出一组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常见子词单元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（也叫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）。这些子词可能是完整的词，也可能是一个词的一部分。比如单词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"unhappiness"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WordPiece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可能会把它拆成：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"un", "happy", "##ness"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。其中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##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表示这个子词是前面那个词的一部分。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下面利用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bert-base-chinese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分词器进行分词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toke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分词代码，得到分词结果如图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1-3-4 BERT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我们会发现每个汉字都被单独切分成一个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。这是因为训练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中文模型的时候，并没有使用传统的词语作为基本单位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，而是以单个汉字为最小单位进行训练的。也就是说，在中文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模型中，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WordPiece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算法学到的基本单位是「汉字」，而不是像英文那样的词根或前缀后缀。这一设计主要源于中文语言的特点：中文没有天然的空格分隔，词语边界模糊，若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以传统词语为基本单位进行建模，不仅容易产生切分歧义（例如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研究生命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既可切分为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也可切分为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），还会频繁遇到未登录词（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OOV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）问题，导致模型泛化能力下降。相比之下，以单字作为基础单位能够灵活组合出各种词汇，从而有效降低未登录词的影响。尽管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WordPiece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算法本身具备统计合并常见子词的能力，但在中文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的训练过程中，由于语料分布和分词偏好的影响，算法往往更倾向于维持单字切分，使得模型最终以汉字为基本粒度进行语义表示。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（三）使用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（通义千问）是阿里巴巴集团旗下的通义实验室自主研发的超大规模语言模型。它能够回答问题、创作文字，支持多语言交流，并具备逻辑推理、编程、内容生成等多种能力。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通过大量互联网文本进行训练，拥有广泛的知识和强大的语言理解与表达能力，适用于多种应用场景，如智能客服、内容创作、教育辅助等。而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大模型配套使用的分词器。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分词器属于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SentencePiece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Unigram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）分词器。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Sen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tencePiece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是一种无监督的子词（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subword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）分词算法，它不需要依赖任何人工编写的词典或规则。它可以直接从原始文本中学习出一个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词汇表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，然后根据这个词汇表把句子切分成一个个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（也就是模型能理解的最小单位）。类似于人类学语言：刚开始听不懂一句话的意思，但通过不断听和统计，慢慢学会哪些是常用词、哪些是组合词。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SentencePiece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分词器的工作流程可以通过一个具体例子来说明。首先在训练阶段，模型需要从大量语料中学习常用的子词组合，例如训练语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料包含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我正在学习人工智能和无人驾驶技术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无人驾驶是未来交通的重要发展方向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汽车是我们日常生活中常见的交通工具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无人机和无人超市也属于智能系统的一部分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驾驶是一项需要专注的技能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等句子。通过统计这些句子中字符或子词共现的频率，模型构建出一个子词表，其中收录了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等常见组合。当模型进入推理阶段并遇到新句子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无人驾驶汽车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时，它会尝试多种可能的切分方式，比如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等，然后根据训练阶段学到的概率分布，选择概率最高的切分结果。由于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在训练语料中频繁出现，模型最终会选择将它们各自作为一个子词进行切分，得到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这样的分词结果。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进行中文分词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执行该脚本：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得到如图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分词结果：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1-3-5 Qwen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可以看出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分词器得到的分词结果，能够较好的将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人工智能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等特定名词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分为一个词汇，保持较好的切分粒度与分词结果。</a:t>
            </a:r>
            <a:endParaRPr 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 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中的词嵌入与位置编码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使用不同的分词器实现分词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four}}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在上个章节，我们对原始输入进行了分词处理，使用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进行分词的时候，除了将原始输入切分为一个个词汇，还会将其转换为特定的编码序号。本章节将会继续对词汇转换成的特定编码序号进行进一步处理，将其转换为代表词汇语义的高维向量。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安装依赖库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正确安装后，得到如图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1-3-6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安装依赖库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运行词嵌入与位置编码的代码脚本：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得到输出如图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1-3-7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词嵌入与位置编码可视化分析运行结果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输出的可视化结果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将会以图像的形式保存到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embeddings_analysis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目录下，接下来我们对词嵌入与位置编码的内容做详细的分析。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（一）词嵌入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将编号映射为向量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上个章节中仅仅把词汇变成编号还不够，因为这样的编号之间没有实际意义。为了让模型理解词语之间的语义关系，我们需要将这些编号进一步转换为高维空间中的向量，这就是词嵌入（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 Embedding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）的作用。例如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国王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王后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虽然字面上不同，但在语义上非常接近。如果我们在二维空间中用点来表示它们的词嵌入向量，我们会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发现这两个点靠得很近。这种表示方式使得模型能够理解词语之间的相似性、反义性等语义特征。词嵌入的本质是通过大量语料训练出来的高维向量，通常维度为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768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或更高。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编写词嵌入的代码如下：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BERT Embedding Analysis (English Version)
Goal: Understand how word embeddings encode semantics and positional encodings add structural i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nformation.
"""
from transformers import BertModel, BertTokenizer
from sklearn.metrics.pairwise import cosine_similarity
from sklearn.decomposition import PCA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Matplotlib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字体为英文字体，避免中文字体缺失问题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plt.rcParams['font.sans-serif'] = ['Deja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Vu Sans']
plt.rcParams['axes.unicode_minus'] = False  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避免负号显示异常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创建文件夹保存图像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os.makedirs('embeddings_analysis', exist_ok=True)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加载预训练的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模型和分词器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model_name = "bert-base-uncased"
print("Model loaded successfully: BERT")
"""
Analyze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how word embeddings capture semantic relationships.
Visualize in reduced space using PCA.
"""
print("\n" + "="*50)
print("Word Embedding Analysis: Semantic Encoding")
print("="*50)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测试词对（尽量选择语义相关性强的词）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word_pairs = [
("king", "queen")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
("man", "woman"),
("Beijing", "Shanghai"),
("happy", "sad"),
("phone", "computer")
]
embeddings = []
labels = []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词嵌入之前，需要对原始输入进行分词与编码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with torch.no_grad():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提取第一个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的嵌入（不包括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[CLS]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[SEP]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print(f"Similarity between '{w1}' and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'{w2}': {sim:.4f}")
embeddings.extend([emb1, emb2])
labels.extend([w1, w2])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PCA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将高维向量降维到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2D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绘图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plt.figure(figsize=(10, 8))
plt.scatter(emb_2d[i, 0], emb_2d[i, 1], label=label)
plt.annotate(label, (emb_2d[i, 0], emb_2d[i, 1]))
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plt.title("Word Embedding Semantic Space (PCA Reduced)")
plt.xlabel("PCA Component 1")
plt.ylabel("PCA Component 2")
plt.legend()
plt.grid(True)
plt.savefig('embeddings_analysis/word_embeddings.png', dpi=300, bbox_inches='tight')
plt.</a:t>
            </a:r>
            <a:endParaRPr 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show()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对以下词汇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("king", "queen"),("man", "woman"),("Beijing", "Shanghai"),("happy", "sad"),("phone", "computer")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进行词嵌入后，每个词汇得到维度为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的向量。为了方便我们观测每个词汇之间的语义相关性，我们采用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PCA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降维算法，可视化高维向量，得到输出如图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下面使用项目一任务一任务实施四、使用可视化工具查看注意力机制步骤中在本地启动的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服务，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如果服务未启动请重新运行下面代码。若没退出服务则直接跳过下面代码直接访问网址即可。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图片地址为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embeddings_analysis/word_embeddings.png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。在浏览器输入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ip&gt;:&lt;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端口映射到外部的实际端口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&gt;/embeddings_analysis/word_embeddings.png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，如果你的实验环境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192.168.133.145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40227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端口，则浏览器输入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//192.168.133.145:40227/embeddings_analysis/word_embeddings.png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词嵌入可视化分析结果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从图中看出，每一对词汇，它们的语义相关性较强，因此在降维后的坐标中距离也更近。由此可见，词嵌入能够通过将词汇映射到高纬度的空间中，通过词嵌入得到的向量，如果语义相近则向量距离相近，语义差别较大则向量距离较远。基于这些代表语义的高维向量，模型才能理解我们人类的自然语言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（二）位置编码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告诉模型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词语的顺序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模型不像传统的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RNN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那样具有序列记忆结构，它并不能天然地知道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词语是有顺序的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。为了弥补这一点，研究人员引入了位置编码（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Positional Encoding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为每个词的位置分配一个对应的向量。这些位置编码向量具有一定的数学规律，通常是根据位置索引计算得到的正弦和余弦函数组合。这样做的好处是即使遇到比训练数据更长的句子，模型也能推演出新的位置编码。可以观察到，随着位置的变化，某些维度上的数值呈现出周期性的变化趋势。这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设计既简洁又高效，使得模型能够在不依赖循环机制的情况下感知词语顺序。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位置编码的代码实现如下：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Analyze positional embeddings to understand how position is encoded.
"""
print("\n" + "="*50)
print("Position Embedding Analysis: Structural Encoding Study")
print("="*50)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获取位置嵌入矩阵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max_pos = 128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计算相似度矩阵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热力图可视化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plt.figure(figsize=(12, 10))
sns.heatmap(pos_sim_matrix, cmap="YlGnBu")
plt.title(f"Position Embedding Similarity Matrix (First {max_pos} Positions)")
plt.xlabel("Position Index")
plt.ylabel("Position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Index")
plt.savefig('embeddings_analysis/position_similarity.png', dpi=300, bbox_inches='tight')
plt.show()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查看某些维度值随位置的变化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plt.figure(figsize=(12, 6))
plt.plot(pos_range, pos_emb[:max_pos, dim], label=f"Dim {dim}")
plt.title("Positi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on Embedding Values Across Positions")
plt.xlabel("Position Index")
plt.ylabel("Embedding Value")
plt.legend()
plt.grid()
plt.savefig('embeddings_analysis/position_values.png', dpi=300, bbox_inches='tight')
plt.show()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中，位置编码并不是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通过固定数学公式生成的，而是作为可训练的模型参数存在。具体来说，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使用一个位置嵌入矩阵（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position embedding matrix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）来表示不同位置的信息。在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bert-base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模型中，这个矩阵的形状为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(512, 768)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其中：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表示模型能够支持的最大序列长度（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max_position_embeddings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）。也就是说，模型最多为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个位置预先学习了对应的向量表示，例如第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个位置、第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个位置一直到第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511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示每个位置向量的维度大小（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hidden_size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）。这意味着每一个位置都会被表示为一个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维的向量，该维度与词嵌入（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 embedding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）的维度相同，从而保证两者可以进行相加操作。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当输入一个长度为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 ≤ 512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的序列时，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会从这个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的位置嵌入矩阵中取出前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行，得到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个位置向量。随后，这些位置向量会与对应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的词嵌入向量（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 embedding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）逐元素相加，从而得到包含词语语义信息和位置信息的最终输入表示，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并送入后续的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编码层进行处理。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观察不同位置词汇的位置编码之间的相关性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我们按照上述代码，对位置编码的信息做可视化处理，观察一个句子中不同位置词汇的位置编码之间的相关性，查看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embeddings_analysis/position_similarity.png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可以在浏览器输入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ip&gt;:&lt;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端口映射到外部的实际端口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&gt;/embeddings_analysis/position_similarity.p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，如果你的实验环境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192.168.133.145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40227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端口，则浏览器输入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http://192.168.133.145:40227/embeddings_analysis/position_similarity.png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1-3-9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1-3-9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位置编码相关性可视化分析结果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可以从图中看出这是一个位置编码相似度矩阵图（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Positional Encoding Similarity Matrix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，它可以帮助我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们理解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中位置嵌入是如何编码词序信息的，以及不同位置之间的向量关系。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它是一个热力图（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heatmap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），横纵坐标都是位置索引（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0~127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）。每个格子的颜色表示两个位置嵌入向量之间的余弦相似度（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cosine similarity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）。颜色含义：颜色越深（偏蓝）表示相似度越高，颜色越亮（偏黄）则表示相似度越低。因此，这张图实际上展示的是：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不同位置之间的位置嵌入向量是否相似。从图中可以观察到三个关键规律如下。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对角线颜色最深（即同一位置完全相同），图中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的对角线（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i,i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）位置最深，因为：每个位置与自己计算相似度，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cosine similarity = 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，因此对角线始终为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相邻位置通常更相似，通过观察会发现图中靠近对角线的地方颜色偏深（如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(10,11)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(50,51)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），这说明：越接近的位置，它们的编码越相似。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这有助于模型理解：相邻词之间可能存在更紧密的语义关系，如句子中的词序关系，比如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喜欢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，三个词顺序不能颠倒。就像排队一样，排在你前面的人和你靠得越近，你们的关系就越紧密。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给每个位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置分配的向量也是这样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越靠近的位置，向量越相似。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这种现象并不是人为设计的，而是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在训练过程中自动学习到的结构。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远距离位置差异通常更大，即表示远离对角线的地方颜色较亮。这说明：远离对角线的位置（例如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(10,90)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）之间的编码差异更大。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这有助于模型区分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前半句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后半句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的词语，从而更好地建模句子的结构信息。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观察不同位置词汇的位置编码的数值变化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embeddings_analysis/position_values.png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，以观察不同位置词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汇的位置编码的数值。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可以在浏览器输入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ip&gt;:&lt;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端口映射到外部的实际端口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&gt;/embeddings_analysis/position_values.png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，如果你的实验环境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192.168.133.145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40227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端口，则浏览器输入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http://192.168.133.145:40227/embeddings_analysis/position_values.png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位置编码数值可视化分析结果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这张图展示了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位置嵌入向量在不同维度上的数值随位置变化的情况。横轴（位置索引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Position Index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）：表示序列中的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0–127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）。纵轴（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 Value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）：表示该位置在某个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embedding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维度上的数值。不同颜色的曲线：表示不同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embedding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维度在各个位置上的取值变化。在代码中只选取了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个维度进行可视化，如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Dim 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Dim 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Dim 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Dim 51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。需要注意的是在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中一共有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个维度，因此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是向量前部的维度，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是向量中后部的一个维度。代码选择这些维度只是作为示例进行观察，并没有特殊语义含义。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从图中可以观察到，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嵌入的每个维度随位置变化的方式各不相同：有些维度变化平缓，有些则波动明显，这说明不同维度以不同方式编码位置信息，多个维度组合起来共同构成每个位置的完整向量表示。同时，随着位置索引的增加，各维度的嵌入值也在持续变化，这意味着每个位置都被映射为独特的向量，从而使模型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能够区分句首、句中、句尾等不同位置的词语。需要注意的是，这些变化并非由固定数学公式生成，而是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在预训练过程中通过梯度下降从大规模语料中自动学习得到的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位置嵌入本质上是一个可训练的参数矩阵（大小为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），图中的曲线只是该矩阵中某些维度在不同位置上的取值情况，因此它们不一定具有严格的周期性或预设模式，而是由模型根据任务需求自适应地调整出来的。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（三）最终输入的构造：词嵌入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模型中，最终输入是由两部分组成的：词嵌入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与位置编码。这两部分通过简单的向量加法结合在一起，形成模型真正接收的输入向量。换句话说，每个词都被赋予了两个信息维度：它是什么（语义），以及它在哪里（位置）。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这种设计使得模型既能理解词语本身的意义，又能理解它们在句子中的排列顺序，从而实现对整个句子的全面建模。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位置编码实现的代码如下：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Analyze the combination of word and positional embeddings.
Compare pure word, pur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 position, and combined spaces.
"""
print("\n" + "="*50)
print("Joint Analysis: Interaction of Word and Position Embeddings")
print("="*50)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使用英文句子代替中文句子以避免字体警告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sentence = "Natural language processing is interesting"
with torch.no_g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rad():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提取词嵌入和位置嵌入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实际使用的组合嵌入（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是相加）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合并三组数据做统一降维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tokens = ['[CLS]'] + tokenizer.tokenize(sentence) + ['[SEP]']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标签生成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token_labels = [f"Tok{i}: {t}" for i, t in enumerate(tokens)]
plt.figure(figsize=(15, 5))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纯词嵌入空间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plt.subplo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t(1, 3, 1)
plt.scatter(components[i, 0], components[i, 1], label=label)
plt.annotate(label.split(":")[1], (components[i, 0], components[i, 1]))
plt.title("Pure Word Embedding Space")
plt.grid()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纯位置嵌入空间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plt.subplot(1, 3, 2)
plt.scatt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er(components[i+len(tokens), 0], components[i+len(tokens), 1], label=f"Pos{i}")
plt.annotate(f"Pos{i}", (components[i+len(tokens), 0], components[i+len(tokens), 1]))
plt.title("Pure Position Embedding Space")
plt.grid()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组合嵌入空间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plt.s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ubplot(1, 3, 3)
plt.scatter(components[i+2*len(tokens), 0], components[i+2*len(tokens), 1], label=label)
plt.annotate(label.split(":")[1], (components[i+2*len(tokens), 0], components[i+2*len(tokens), 1]))
plt.title("Combined Embedding</a:t>
            </a:r>
            <a:endParaRPr 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Space")
plt.grid()
plt.tight_layout()
plt.savefig('embeddings_analysis/joint_embeddings.png', dpi=300, bbox_inches='tight')
plt.show()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假设输入句子为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“Natural language processing is interesting”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位置编码的结果图见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embeddings_analysis/joint_embeddi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可以在浏览器输入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ip&gt;:&lt;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端口映射到外部的实际端口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&gt;/embeddings_analysis/joint_embeddings.png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，如果你的实验环境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192.168.133.145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40227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端口，则浏览器输入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http://192.168.133.145:40227/embeddings_analysis/joint_embeddings.png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位置编码可视化分析结果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这张图由三部分组成（三个子图）：纯词嵌入空间（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Pure Word Embedding Space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）、纯位置编码空间（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Pure Positional Embedding Space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）、组合后的嵌入空间（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Combined Embedding Space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）。每个子图中都展示了一些点（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position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），并标注了它们的名称。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第一部分：纯词嵌入空间。该图展示的是词语本身的语义信息。每个点代表一个词（如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[CLS], natural, language, processing, is, interesting, [SEP]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）。如果两个词在语义上相近，它们在这个空间中的距离也会较近。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第二部分：纯位置编码空间。该图展示的是句子中不同位置的编码向量。每个点代表一个位置（如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pos0, pos1, ..., pos6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）。颜色或形状不同表示不同的位置索引。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第三部分：组合后的嵌入空间。展示的是词嵌入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位置编码后的最终输入向量。每个点仍然是原来的词，但它们的位置可能与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空间不同。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在这里我们留下思考：同一个词在两个空间中的位置是否发生了偏移？偏移的方向是否有规律？本任务到此就完整的将原始的自然语言输入，构造为模型能够理解并处理的最终输入：词嵌入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任务小结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大模型文本分词与向量化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1025" y="1375410"/>
            <a:ext cx="8822055" cy="175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>
                <a:latin typeface="Arial" panose="020B0604020202020204" pitchFamily="34" charset="0"/>
                <a:cs typeface="Arial" panose="020B0604020202020204" pitchFamily="34" charset="0"/>
              </a:rPr>
              <a:t>本任务介绍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jieba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BERT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Qwen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分词器原理与应用，验证表现。解析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词嵌入与位置编码机制，利用可视化技术分析分布规律，掌握分词技术，理解模型输入构造，为后续应用奠定基础。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23770" y="3274695"/>
            <a:ext cx="7743825" cy="3267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200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小结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76370" y="4642485"/>
            <a:ext cx="423926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{{image:summary_image}}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</a:t>
            </a:r>
            <a:r>
              <a:rPr lang="zh-CN" altLang="en-US" b="1" dirty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难点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www.koppt.cn"/>
          <p:cNvSpPr/>
          <p:nvPr/>
        </p:nvSpPr>
        <p:spPr>
          <a:xfrm>
            <a:off x="1321200" y="2391777"/>
            <a:ext cx="1693017" cy="426365"/>
          </a:xfrm>
          <a:prstGeom prst="roundRect">
            <a:avLst>
              <a:gd name="adj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重点内容总结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9" name="www.koppt.cn"/>
          <p:cNvSpPr/>
          <p:nvPr/>
        </p:nvSpPr>
        <p:spPr>
          <a:xfrm>
            <a:off x="6665277" y="2391776"/>
            <a:ext cx="1806257" cy="42636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难点内容总结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9670" y="3154045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掌握三种分词器原理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511925" y="3155315"/>
            <a:ext cx="5040000" cy="5397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不同分词器在特定领域词汇切分的表现分析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69670" y="369360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理解词嵌入与位置编码的核心机制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9670" y="423487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cs typeface="Arial" panose="020B0604020202020204" pitchFamily="34" charset="0"/>
              </a:rPr>
              <a:t>学会使用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PCA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降维进行词嵌入可视化分析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11925" y="369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词嵌入向量与位置编码的原理理解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11925" y="423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Transformer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输入表示构建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任务拓展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大模型文本分词与向量化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拓展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06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2270" y="1375410"/>
            <a:ext cx="7481570" cy="23094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 Tokenizer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对一段英文文本进行分词，观察其如何处理长词和复合词。实现词嵌入的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PCA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降维可视化，展示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人工智能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机器学习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深度学习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等词在二维空间中的分布。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: 圆角 4"/>
          <p:cNvSpPr/>
          <p:nvPr>
            <p:custDataLst>
              <p:tags r:id="rId2"/>
            </p:custDataLst>
          </p:nvPr>
        </p:nvSpPr>
        <p:spPr>
          <a:xfrm rot="20700000">
            <a:off x="2093869" y="4066512"/>
            <a:ext cx="480695" cy="2552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rgbClr val="00A5CC">
              <a:shade val="50000"/>
            </a:srgbClr>
          </a:lnRef>
          <a:fillRef idx="1">
            <a:srgbClr val="00A5CC"/>
          </a:fillRef>
          <a:effectRef idx="0">
            <a:srgbClr val="00A5CC"/>
          </a:effectRef>
          <a:fontRef idx="minor">
            <a:srgbClr val="FFFFFF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3348000" y="3924935"/>
            <a:ext cx="5789295" cy="2376170"/>
          </a:xfrm>
          <a:prstGeom prst="rect">
            <a:avLst/>
          </a:prstGeom>
          <a:noFill/>
        </p:spPr>
        <p:txBody>
          <a:bodyPr wrap="square" lIns="91440" tIns="45720" rIns="91440" bIns="45720" rtlCol="0"/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 Tokenizer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处理英文时先将文本转为小写，根据词汇表进行子词划分。词嵌入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PCA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降维可视化需获取预训练模型词向量，选取目标词汇后使用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PCA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投影到二维空间，通过散点图展示词汇分布，语义相似词汇在空间中距离更近。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9290" y="4500880"/>
            <a:ext cx="2085975" cy="1280160"/>
            <a:chOff x="1467" y="5006"/>
            <a:chExt cx="3285" cy="2016"/>
          </a:xfrm>
        </p:grpSpPr>
        <p:sp>
          <p:nvSpPr>
            <p:cNvPr id="8" name="任意多边形 216"/>
            <p:cNvSpPr/>
            <p:nvPr>
              <p:custDataLst>
                <p:tags r:id="rId4"/>
              </p:custDataLst>
            </p:nvPr>
          </p:nvSpPr>
          <p:spPr>
            <a:xfrm>
              <a:off x="1467" y="5006"/>
              <a:ext cx="2487" cy="2017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任意多边形 30"/>
            <p:cNvSpPr/>
            <p:nvPr>
              <p:custDataLst>
                <p:tags r:id="rId6"/>
              </p:custDataLst>
            </p:nvPr>
          </p:nvSpPr>
          <p:spPr>
            <a:xfrm>
              <a:off x="1615" y="5125"/>
              <a:ext cx="2193" cy="1779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: 圆角 27"/>
            <p:cNvSpPr/>
            <p:nvPr>
              <p:custDataLst>
                <p:tags r:id="rId7"/>
              </p:custDataLst>
            </p:nvPr>
          </p:nvSpPr>
          <p:spPr>
            <a:xfrm rot="20817892">
              <a:off x="3767" y="5140"/>
              <a:ext cx="793" cy="371"/>
            </a:xfrm>
            <a:prstGeom prst="roundRect">
              <a:avLst>
                <a:gd name="adj" fmla="val 50000"/>
              </a:avLst>
            </a:prstGeom>
            <a:solidFill>
              <a:srgbClr val="1E74AD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矩形: 圆角 28"/>
            <p:cNvSpPr/>
            <p:nvPr>
              <p:custDataLst>
                <p:tags r:id="rId8"/>
              </p:custDataLst>
            </p:nvPr>
          </p:nvSpPr>
          <p:spPr>
            <a:xfrm>
              <a:off x="3954" y="6217"/>
              <a:ext cx="799" cy="432"/>
            </a:xfrm>
            <a:prstGeom prst="roundRect">
              <a:avLst>
                <a:gd name="adj" fmla="val 50000"/>
              </a:avLst>
            </a:prstGeom>
            <a:solidFill>
              <a:srgbClr val="0DBBAF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242" y="5531"/>
              <a:ext cx="1244" cy="9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解题</a:t>
              </a:r>
              <a:b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</a:br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思路</a:t>
              </a:r>
              <a:endParaRPr lang="zh-CN" altLang="en-US" sz="1600" b="1" spc="3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264015" y="3105150"/>
            <a:ext cx="2187575" cy="3347085"/>
            <a:chOff x="17395952" y="4962815"/>
            <a:chExt cx="1235881" cy="212873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5952" y="4962815"/>
              <a:ext cx="1235881" cy="2128737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7713801" y="5281459"/>
              <a:ext cx="600541" cy="37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提示</a:t>
              </a:r>
              <a:endParaRPr lang="zh-CN" altLang="en-US" sz="3200" dirty="0"/>
            </a:p>
          </p:txBody>
        </p:sp>
      </p:grp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3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2802890" y="2288540"/>
            <a:ext cx="7174865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zh-CN" sz="4400" b="1" dirty="0">
                <a:latin typeface="+mj-ea"/>
                <a:ea typeface="+mj-ea"/>
                <a:cs typeface="+mj-ea"/>
                <a:sym typeface="+mn-ea"/>
              </a:rPr>
              <a:t>谢谢大家学习</a:t>
            </a:r>
            <a:endParaRPr lang="zh-CN" altLang="zh-CN" sz="4400" b="1" dirty="0"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676" y="4489933"/>
            <a:ext cx="6096000" cy="113505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ctr" latinLnBrk="1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2F5496"/>
                </a:solidFill>
                <a:latin typeface="+mn-ea"/>
              </a:rPr>
              <a:t>The wise lead The willing follow</a:t>
            </a:r>
            <a:endParaRPr lang="zh-CN" altLang="zh-CN" sz="2400" b="1" kern="100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2F5496"/>
                </a:solidFill>
                <a:latin typeface="+mn-ea"/>
                <a:cs typeface="Times New Roman" panose="02020603050405020304" charset="0"/>
              </a:rPr>
              <a:t>让学习者与优秀者同行</a:t>
            </a:r>
            <a:endParaRPr lang="zh-CN" altLang="en-US" sz="2400" b="1" dirty="0"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2.xml><?xml version="1.0" encoding="utf-8"?>
<p:tagLst xmlns:p="http://schemas.openxmlformats.org/presentationml/2006/main">
  <p:tag name="KSO_WM_FULL_TEXT_BEAUTIFY_COPY_ID" val="35"/>
</p:tagLst>
</file>

<file path=ppt/tags/tag133.xml><?xml version="1.0" encoding="utf-8"?>
<p:tagLst xmlns:p="http://schemas.openxmlformats.org/presentationml/2006/main">
  <p:tag name="KSO_WM_FULL_TEXT_BEAUTIFY_COPY_ID" val="5"/>
</p:tagLst>
</file>

<file path=ppt/tags/tag134.xml><?xml version="1.0" encoding="utf-8"?>
<p:tagLst xmlns:p="http://schemas.openxmlformats.org/presentationml/2006/main">
  <p:tag name="KSO_WM_FULL_TEXT_BEAUTIFY_COPY_ID" val="10"/>
</p:tagLst>
</file>

<file path=ppt/tags/tag135.xml><?xml version="1.0" encoding="utf-8"?>
<p:tagLst xmlns:p="http://schemas.openxmlformats.org/presentationml/2006/main">
  <p:tag name="KSO_WM_FULL_TEXT_BEAUTIFY_COPY_ID" val="150995359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ISLIDE.PICTURE" val="#237962;"/>
  <p:tag name="ISLIDE.VECTOR" val="#431601;"/>
</p:tagLst>
</file>

<file path=ppt/tags/tag13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2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2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2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2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2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2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2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2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3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4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4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4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4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4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4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4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4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5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5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5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5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5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5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5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5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6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8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8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9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30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0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0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0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0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0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1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1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1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1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1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1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1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1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1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1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2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2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33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3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3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6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6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6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6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6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6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6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6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6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6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7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7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7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7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7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7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7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8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8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8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8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8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8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8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8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8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9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9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9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9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9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9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9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9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0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0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426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42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4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4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4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4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4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4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4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4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4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4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5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1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453.xml><?xml version="1.0" encoding="utf-8"?>
<p:tagLst xmlns:p="http://schemas.openxmlformats.org/presentationml/2006/main">
  <p:tag name="KSO_WM_UNIT_PRESET_TEXT" val="单击此处添加文本具体内容，简明扼要地阐述你的观点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f*1_2_1_1"/>
  <p:tag name="KSO_WM_TEMPLATE_CATEGORY" val="diagram"/>
  <p:tag name="KSO_WM_TEMPLATE_INDEX" val="20169686"/>
  <p:tag name="KSO_WM_UNIT_LAYERLEVEL" val="1_1_1_1"/>
  <p:tag name="KSO_WM_TAG_VERSION" val="1.0"/>
  <p:tag name="KSO_WM_UNIT_TEXT_FILL_FORE_SCHEMECOLOR_INDEX" val="13"/>
  <p:tag name="KSO_WM_UNIT_TEXT_FILL_TYPE" val="1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1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2"/>
  <p:tag name="KSO_WM_UNIT_TEXT_FILL_TYPE" val="1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2"/>
  <p:tag name="KSO_WM_TEMPLATE_CATEGORY" val="diagram"/>
  <p:tag name="KSO_WM_TEMPLATE_INDEX" val="20169686"/>
  <p:tag name="KSO_WM_UNIT_LAYERLEVEL" val="1_1_1"/>
  <p:tag name="KSO_WM_TAG_VERSION" val="1.0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2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3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3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13"/>
  <p:tag name="KSO_WM_UNIT_TEXT_FILL_TYPE" val="1"/>
</p:tagLst>
</file>

<file path=ppt/tags/tag459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460.xml><?xml version="1.0" encoding="utf-8"?>
<p:tagLst xmlns:p="http://schemas.openxmlformats.org/presentationml/2006/main">
  <p:tag name="KSO_WM_FULL_TEXT_BEAUTIFY_COPY_ID" val="35"/>
</p:tagLst>
</file>

<file path=ppt/tags/tag461.xml><?xml version="1.0" encoding="utf-8"?>
<p:tagLst xmlns:p="http://schemas.openxmlformats.org/presentationml/2006/main">
  <p:tag name="KSO_WM_FULL_TEXT_BEAUTIFY_COPY_ID" val="150995359"/>
</p:tagLst>
</file>

<file path=ppt/tags/tag462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bIns="36195" rtlCol="0" anchor="ctr" anchorCtr="1">
        <a:spAutoFit/>
        <a:scene3d>
          <a:camera prst="orthographicFront"/>
          <a:lightRig rig="threePt" dir="t"/>
        </a:scene3d>
        <a:sp3d contourW="12700"/>
      </a:bodyPr>
      <a:lstStyle>
        <a:defPPr algn="ctr">
          <a:buClrTx/>
          <a:buSzTx/>
          <a:buFontTx/>
          <a:defRPr lang="zh-CN" altLang="en-US" sz="3200" b="1" dirty="0" smtClean="0">
            <a:latin typeface="+mj-ea"/>
            <a:ea typeface="+mj-ea"/>
            <a:cs typeface="+mj-ea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17662</Words>
  <Application>WPS 演示</Application>
  <PresentationFormat>宽屏</PresentationFormat>
  <Paragraphs>893</Paragraphs>
  <Slides>86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86</vt:i4>
      </vt:variant>
    </vt:vector>
  </HeadingPairs>
  <TitlesOfParts>
    <vt:vector size="103" baseType="lpstr">
      <vt:lpstr>Arial</vt:lpstr>
      <vt:lpstr>宋体</vt:lpstr>
      <vt:lpstr>Wingdings</vt:lpstr>
      <vt:lpstr>微软雅黑</vt:lpstr>
      <vt:lpstr>Wingdings</vt:lpstr>
      <vt:lpstr>Kaiti SC Bold</vt:lpstr>
      <vt:lpstr>JetBrainsMono NF</vt:lpstr>
      <vt:lpstr>Segoe UI</vt:lpstr>
      <vt:lpstr>Arial</vt:lpstr>
      <vt:lpstr>思源宋体</vt:lpstr>
      <vt:lpstr>Helvetica</vt:lpstr>
      <vt:lpstr>Times New Roman</vt:lpstr>
      <vt:lpstr>DIN-BoldItalic</vt:lpstr>
      <vt:lpstr>等线</vt:lpstr>
      <vt:lpstr>1_自定义设计方案</vt:lpstr>
      <vt:lpstr>自定义设计方案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1176</cp:revision>
  <dcterms:created xsi:type="dcterms:W3CDTF">2019-06-19T02:08:00Z</dcterms:created>
  <dcterms:modified xsi:type="dcterms:W3CDTF">2026-05-21T05:48:48Z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DFE26865AE8E4FD28D6A8F884EB086F0_13</vt:lpwstr>
  </property>
</Properties>
</file>