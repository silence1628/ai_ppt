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7"/>
  </p:handoutMasterIdLst>
  <p:sldIdLst>
    <p:sldId id="2860" r:id="rId4"/>
    <p:sldId id="2861" r:id="rId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70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</a:t>
            </a: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</a:t>
            </a: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WPS 演示</Application>
  <PresentationFormat>宽屏</PresentationFormat>
  <Paragraphs>16</Paragraphs>
  <Slides>2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思源宋体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1152</cp:revision>
  <dcterms:created xsi:type="dcterms:W3CDTF">2019-06-19T02:08:00Z</dcterms:created>
  <dcterms:modified xsi:type="dcterms:W3CDTF">2026-05-20T05:44:38Z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