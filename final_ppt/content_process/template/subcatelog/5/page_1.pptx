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4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595959"/>
    <a:srgbClr val="3A6CA3"/>
    <a:srgbClr val="2169D3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95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6" Type="http://schemas.openxmlformats.org/officeDocument/2006/relationships/slideLayout" Target="../slideLayouts/slideLayout1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765935" y="2304340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931163" y="361351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text:point_one}}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645935" y="2304340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810728" y="3614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525935" y="2304340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656163" y="361474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7085935" y="450034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6247098" y="581095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1"/>
            </p:custDataLst>
          </p:nvPr>
        </p:nvGrpSpPr>
        <p:grpSpPr>
          <a:xfrm>
            <a:off x="4133935" y="450034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25"/>
            </p:custDataLst>
          </p:nvPr>
        </p:nvSpPr>
        <p:spPr>
          <a:xfrm>
            <a:off x="3298803" y="5810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1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2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3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4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5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6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7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8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9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0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1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2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3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4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5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6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7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8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9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0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1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2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3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4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5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WPS 演示</Application>
  <PresentationFormat>宽屏</PresentationFormat>
  <Paragraphs>24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1147</cp:revision>
  <dcterms:created xsi:type="dcterms:W3CDTF">2019-06-19T02:08:00Z</dcterms:created>
  <dcterms:modified xsi:type="dcterms:W3CDTF">2026-05-20T10:01:20Z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4C83C393B4EF46C59DDF79B2B42DA3A3_13</vt:lpwstr>
  </property>
</Properties>
</file>