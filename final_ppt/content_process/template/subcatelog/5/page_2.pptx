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1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595959"/>
    <a:srgbClr val="3A6CA3"/>
    <a:srgbClr val="2169D3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6" Type="http://schemas.openxmlformats.org/officeDocument/2006/relationships/slideLayout" Target="../slideLayouts/slideLayout1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765935" y="2304340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931163" y="361351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645935" y="2304340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810728" y="361474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525935" y="2304340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656163" y="361474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7085935" y="450034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6247098" y="581095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1"/>
            </p:custDataLst>
          </p:nvPr>
        </p:nvGrpSpPr>
        <p:grpSpPr>
          <a:xfrm>
            <a:off x="4133935" y="450034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25"/>
            </p:custDataLst>
          </p:nvPr>
        </p:nvSpPr>
        <p:spPr>
          <a:xfrm>
            <a:off x="3298803" y="581074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7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5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6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7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8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89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0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1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2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3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4.xml><?xml version="1.0" encoding="utf-8"?>
<p:tagLst xmlns:p="http://schemas.openxmlformats.org/presentationml/2006/main">
  <p:tag name="KSO_WM_DIAGRAM_VIRTUALLY_FRAME" val="{&quot;height&quot;:330.7986614173229,&quot;left&quot;:152.0600787401575,&quot;top&quot;:180.47614173228345,&quot;width&quot;:755.6133070866143}"/>
</p:tagLst>
</file>

<file path=ppt/tags/tag95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演示</Application>
  <PresentationFormat>宽屏</PresentationFormat>
  <Paragraphs>24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2026-05-20T10:01:21Z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51E73D9059CC4719B79797828FFD8700_13</vt:lpwstr>
  </property>
</Properties>
</file>