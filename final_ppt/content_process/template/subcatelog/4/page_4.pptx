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6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9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{{text:point_four}}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9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WPS 演示</Application>
  <PresentationFormat>宽屏</PresentationFormat>
  <Paragraphs>20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1150</cp:revision>
  <dcterms:created xsi:type="dcterms:W3CDTF">2019-06-19T02:08:00Z</dcterms:created>
  <dcterms:modified xsi:type="dcterms:W3CDTF">2026-05-20T10:01:17Z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FFCFCA0A94904EDAA7D6766FB2260C40_13</vt:lpwstr>
  </property>
</Properties>
</file>