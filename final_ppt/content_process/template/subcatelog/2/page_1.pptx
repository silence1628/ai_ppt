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0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82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7538194" y="4134567"/>
            <a:ext cx="1941223" cy="1149108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7391459" y="2641172"/>
            <a:ext cx="1892947" cy="1892947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6184076" y="5350373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sz="2400" dirty="0" smtClean="0">
                <a:cs typeface="+mn-ea"/>
                <a:sym typeface="+mn-lt"/>
              </a:rPr>
              <a:t>{{text:point_two}}</a:t>
            </a:r>
            <a:endParaRPr lang="en-US" sz="2400" dirty="0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7981576" y="3119490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1483995" y="5350510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2691210" y="2004060"/>
            <a:ext cx="2087958" cy="2571359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3281327" y="3153168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1.xml><?xml version="1.0" encoding="utf-8"?>
<p:tagLst xmlns:p="http://schemas.openxmlformats.org/presentationml/2006/main">
  <p:tag name="KSO_WM_DIAGRAM_VIRTUALLY_FRAME" val="{&quot;height&quot;:333.6891855480546,&quot;left&quot;:181.0367716535433,&quot;top&quot;:150.5,&quot;width&quot;:585.2126771653544}"/>
</p:tagLst>
</file>

<file path=ppt/tags/tag72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3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4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5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6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7.xml><?xml version="1.0" encoding="utf-8"?>
<p:tagLst xmlns:p="http://schemas.openxmlformats.org/presentationml/2006/main">
  <p:tag name="KSO_WM_DIAGRAM_VIRTUALLY_FRAME" val="{&quot;height&quot;:333.6891855480546,&quot;left&quot;:181.0367716535433,&quot;top&quot;:150.5,&quot;width&quot;:585.2126771653544}"/>
</p:tagLst>
</file>

<file path=ppt/tags/tag78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9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80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81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82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WPS 演示</Application>
  <PresentationFormat>宽屏</PresentationFormat>
  <Paragraphs>12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等线</vt:lpstr>
      <vt:lpstr>DIN-BoldItalic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1147</cp:revision>
  <dcterms:created xsi:type="dcterms:W3CDTF">2019-06-19T02:08:00Z</dcterms:created>
  <dcterms:modified xsi:type="dcterms:W3CDTF">2026-05-20T10:01:08Z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ADAED99FE5E745879DECAF1E09250911_13</vt:lpwstr>
  </property>
</Properties>
</file>