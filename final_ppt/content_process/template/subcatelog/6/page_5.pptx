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7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0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1" Type="http://schemas.openxmlformats.org/officeDocument/2006/relationships/slideLayout" Target="../slideLayouts/slideLayout15.xml"/><Relationship Id="rId30" Type="http://schemas.openxmlformats.org/officeDocument/2006/relationships/tags" Target="../tags/tag99.xml"/><Relationship Id="rId3" Type="http://schemas.openxmlformats.org/officeDocument/2006/relationships/tags" Target="../tags/tag72.xml"/><Relationship Id="rId29" Type="http://schemas.openxmlformats.org/officeDocument/2006/relationships/tags" Target="../tags/tag98.xml"/><Relationship Id="rId28" Type="http://schemas.openxmlformats.org/officeDocument/2006/relationships/tags" Target="../tags/tag97.xml"/><Relationship Id="rId27" Type="http://schemas.openxmlformats.org/officeDocument/2006/relationships/tags" Target="../tags/tag96.xml"/><Relationship Id="rId26" Type="http://schemas.openxmlformats.org/officeDocument/2006/relationships/tags" Target="../tags/tag95.xml"/><Relationship Id="rId25" Type="http://schemas.openxmlformats.org/officeDocument/2006/relationships/tags" Target="../tags/tag94.xml"/><Relationship Id="rId24" Type="http://schemas.openxmlformats.org/officeDocument/2006/relationships/tags" Target="../tags/tag93.xml"/><Relationship Id="rId23" Type="http://schemas.openxmlformats.org/officeDocument/2006/relationships/tags" Target="../tags/tag92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651000" y="2003757"/>
            <a:ext cx="1022835" cy="1006566"/>
            <a:chOff x="1248408" y="2511531"/>
            <a:chExt cx="1447865" cy="14248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13" name="圆角矩形 34"/>
              <p:cNvSpPr/>
              <p:nvPr>
                <p:custDataLst>
                  <p:tags r:id="rId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圆角矩形 38"/>
              <p:cNvSpPr/>
              <p:nvPr>
                <p:custDataLst>
                  <p:tags r:id="rId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" name="文本框1"/>
          <p:cNvSpPr txBox="1"/>
          <p:nvPr>
            <p:custDataLst>
              <p:tags r:id="rId5"/>
            </p:custDataLst>
          </p:nvPr>
        </p:nvSpPr>
        <p:spPr>
          <a:xfrm>
            <a:off x="1816228" y="331560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5531000" y="2028758"/>
            <a:ext cx="1022835" cy="1006566"/>
            <a:chOff x="1248408" y="2511531"/>
            <a:chExt cx="1447865" cy="1424835"/>
          </a:xfrm>
        </p:grpSpPr>
        <p:grpSp>
          <p:nvGrpSpPr>
            <p:cNvPr id="28" name="组合 27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0" name="圆角矩形 34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圆角矩形 38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3" name="文本框1"/>
          <p:cNvSpPr txBox="1"/>
          <p:nvPr>
            <p:custDataLst>
              <p:tags r:id="rId10"/>
            </p:custDataLst>
          </p:nvPr>
        </p:nvSpPr>
        <p:spPr>
          <a:xfrm>
            <a:off x="4654518" y="33156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two}}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34" name="组合 33"/>
          <p:cNvGrpSpPr/>
          <p:nvPr>
            <p:custDataLst>
              <p:tags r:id="rId11"/>
            </p:custDataLst>
          </p:nvPr>
        </p:nvGrpSpPr>
        <p:grpSpPr>
          <a:xfrm>
            <a:off x="8411000" y="2028758"/>
            <a:ext cx="1022835" cy="1006566"/>
            <a:chOff x="1248408" y="2511531"/>
            <a:chExt cx="1447865" cy="1424835"/>
          </a:xfrm>
        </p:grpSpPr>
        <p:grpSp>
          <p:nvGrpSpPr>
            <p:cNvPr id="36" name="组合 35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38" name="圆角矩形 34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1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文本框1"/>
          <p:cNvSpPr txBox="1"/>
          <p:nvPr>
            <p:custDataLst>
              <p:tags r:id="rId15"/>
            </p:custDataLst>
          </p:nvPr>
        </p:nvSpPr>
        <p:spPr>
          <a:xfrm>
            <a:off x="7576153" y="3315346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three}}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1" name="组合 40"/>
          <p:cNvGrpSpPr/>
          <p:nvPr>
            <p:custDataLst>
              <p:tags r:id="rId16"/>
            </p:custDataLst>
          </p:nvPr>
        </p:nvGrpSpPr>
        <p:grpSpPr>
          <a:xfrm>
            <a:off x="2651000" y="4392050"/>
            <a:ext cx="1022835" cy="1006566"/>
            <a:chOff x="1248408" y="2511531"/>
            <a:chExt cx="1447865" cy="1424835"/>
          </a:xfrm>
        </p:grpSpPr>
        <p:grpSp>
          <p:nvGrpSpPr>
            <p:cNvPr id="42" name="组合 4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44" name="圆角矩形 34"/>
              <p:cNvSpPr/>
              <p:nvPr>
                <p:custDataLst>
                  <p:tags r:id="rId1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圆角矩形 44"/>
              <p:cNvSpPr/>
              <p:nvPr>
                <p:custDataLst>
                  <p:tags r:id="rId1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1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6" name="文本框1"/>
          <p:cNvSpPr txBox="1"/>
          <p:nvPr>
            <p:custDataLst>
              <p:tags r:id="rId20"/>
            </p:custDataLst>
          </p:nvPr>
        </p:nvSpPr>
        <p:spPr>
          <a:xfrm>
            <a:off x="1816068" y="570240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four}}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53" name="组合 52"/>
          <p:cNvGrpSpPr/>
          <p:nvPr>
            <p:custDataLst>
              <p:tags r:id="rId21"/>
            </p:custDataLst>
          </p:nvPr>
        </p:nvGrpSpPr>
        <p:grpSpPr>
          <a:xfrm>
            <a:off x="8411000" y="4392050"/>
            <a:ext cx="1022835" cy="1006566"/>
            <a:chOff x="1248408" y="2511531"/>
            <a:chExt cx="1447865" cy="1424835"/>
          </a:xfrm>
        </p:grpSpPr>
        <p:grpSp>
          <p:nvGrpSpPr>
            <p:cNvPr id="54" name="组合 53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56" name="圆角矩形 34"/>
              <p:cNvSpPr/>
              <p:nvPr>
                <p:custDataLst>
                  <p:tags r:id="rId22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" name="圆角矩形 38"/>
              <p:cNvSpPr/>
              <p:nvPr>
                <p:custDataLst>
                  <p:tags r:id="rId23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24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6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文本框1"/>
          <p:cNvSpPr txBox="1"/>
          <p:nvPr>
            <p:custDataLst>
              <p:tags r:id="rId25"/>
            </p:custDataLst>
          </p:nvPr>
        </p:nvSpPr>
        <p:spPr>
          <a:xfrm>
            <a:off x="7576253" y="5702359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{{text:point_six}}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5531000" y="4392050"/>
            <a:ext cx="1022835" cy="1006566"/>
            <a:chOff x="1248408" y="2511531"/>
            <a:chExt cx="1447865" cy="1424835"/>
          </a:xfrm>
        </p:grpSpPr>
        <p:grpSp>
          <p:nvGrpSpPr>
            <p:cNvPr id="72" name="组合 71"/>
            <p:cNvGrpSpPr/>
            <p:nvPr/>
          </p:nvGrpSpPr>
          <p:grpSpPr>
            <a:xfrm>
              <a:off x="1248408" y="2511531"/>
              <a:ext cx="1447865" cy="1424835"/>
              <a:chOff x="4536" y="4280"/>
              <a:chExt cx="2980" cy="2980"/>
            </a:xfrm>
          </p:grpSpPr>
          <p:sp>
            <p:nvSpPr>
              <p:cNvPr id="74" name="圆角矩形 34"/>
              <p:cNvSpPr/>
              <p:nvPr>
                <p:custDataLst>
                  <p:tags r:id="rId27"/>
                </p:custDataLst>
              </p:nvPr>
            </p:nvSpPr>
            <p:spPr>
              <a:xfrm rot="2700000">
                <a:off x="4536" y="4280"/>
                <a:ext cx="2980" cy="2980"/>
              </a:xfrm>
              <a:prstGeom prst="roundRect">
                <a:avLst>
                  <a:gd name="adj" fmla="val 63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152400" dist="63500" dir="8100000" algn="tl" rotWithShape="0">
                  <a:prstClr val="black">
                    <a:alpha val="3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38100"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-BoldItalic" pitchFamily="50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圆角矩形 38"/>
              <p:cNvSpPr/>
              <p:nvPr>
                <p:custDataLst>
                  <p:tags r:id="rId28"/>
                </p:custDataLst>
              </p:nvPr>
            </p:nvSpPr>
            <p:spPr>
              <a:xfrm rot="2700000">
                <a:off x="4943" y="4671"/>
                <a:ext cx="2185" cy="2185"/>
              </a:xfrm>
              <a:prstGeom prst="roundRect">
                <a:avLst>
                  <a:gd name="adj" fmla="val 6319"/>
                </a:avLst>
              </a:prstGeom>
              <a:solidFill>
                <a:srgbClr val="006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73" name="文本框 72"/>
            <p:cNvSpPr txBox="1"/>
            <p:nvPr>
              <p:custDataLst>
                <p:tags r:id="rId29"/>
              </p:custDataLst>
            </p:nvPr>
          </p:nvSpPr>
          <p:spPr>
            <a:xfrm>
              <a:off x="1648303" y="2791477"/>
              <a:ext cx="541020" cy="9493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6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en-US" altLang="zh-CN" sz="36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6" name="文本框1"/>
          <p:cNvSpPr txBox="1"/>
          <p:nvPr>
            <p:custDataLst>
              <p:tags r:id="rId30"/>
            </p:custDataLst>
          </p:nvPr>
        </p:nvSpPr>
        <p:spPr>
          <a:xfrm>
            <a:off x="4654528" y="570240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{{text:point_five}}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7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8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0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1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2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3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4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5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6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7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8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99.xml><?xml version="1.0" encoding="utf-8"?>
<p:tagLst xmlns:p="http://schemas.openxmlformats.org/presentationml/2006/main">
  <p:tag name="KSO_WM_DIAGRAM_VIRTUALLY_FRAME" val="{&quot;height&quot;:356.58173228346453,&quot;left&quot;:142.44748031496073,&quot;top&quot;:157.77614173228343,&quot;width&quot;:2223.750341796875}"/>
</p:tagLst>
</file>

<file path=ppt/tags/tag10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>宽屏</PresentationFormat>
  <Paragraphs>28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1151</cp:revision>
  <dcterms:created xsi:type="dcterms:W3CDTF">2019-06-19T02:08:00Z</dcterms:created>
  <dcterms:modified xsi:type="dcterms:W3CDTF">2026-05-20T10:01:26Z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D57BB588298F4C079D6AAA8753868C43_13</vt:lpwstr>
  </property>
</Properties>
</file>