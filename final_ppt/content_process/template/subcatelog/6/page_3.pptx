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9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0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99.xml"/><Relationship Id="rId3" Type="http://schemas.openxmlformats.org/officeDocument/2006/relationships/tags" Target="../tags/tag72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宽屏</PresentationFormat>
  <Paragraphs>28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2026-05-20T10:01:26Z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2F42F2BB52674087AF5192AD5F3D5686_13</vt:lpwstr>
  </property>
</Properties>
</file>