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1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35.7805511811024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28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1147</cp:revision>
  <dcterms:created xsi:type="dcterms:W3CDTF">2019-06-19T02:08:00Z</dcterms:created>
  <dcterms:modified xsi:type="dcterms:W3CDTF">2026-05-20T10:01:25Z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80772108627B4890AF37D49A8298EDB6_13</vt:lpwstr>
  </property>
</Properties>
</file>