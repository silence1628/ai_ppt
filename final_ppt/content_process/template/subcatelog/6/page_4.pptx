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8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0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99.xml"/><Relationship Id="rId3" Type="http://schemas.openxmlformats.org/officeDocument/2006/relationships/tags" Target="../tags/tag72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0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宽屏</PresentationFormat>
  <Paragraphs>28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1150</cp:revision>
  <dcterms:created xsi:type="dcterms:W3CDTF">2019-06-19T02:08:00Z</dcterms:created>
  <dcterms:modified xsi:type="dcterms:W3CDTF">2026-05-20T10:01:26Z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C307DC6916884C15A3D4628D307E05D0_13</vt:lpwstr>
  </property>
</Properties>
</file>