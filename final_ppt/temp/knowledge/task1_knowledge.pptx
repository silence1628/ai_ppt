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6"/>
  </p:notesMasterIdLst>
  <p:handoutMasterIdLst>
    <p:handoutMasterId r:id="rId45"/>
  </p:handoutMasterIdLst>
  <p:sldIdLst>
    <p:sldId id="2880" r:id="rId4"/>
    <p:sldId id="2919" r:id="rId5"/>
    <p:sldId id="2918" r:id="rId7"/>
    <p:sldId id="2917" r:id="rId8"/>
    <p:sldId id="2916" r:id="rId9"/>
    <p:sldId id="2915" r:id="rId10"/>
    <p:sldId id="2914" r:id="rId11"/>
    <p:sldId id="2913" r:id="rId12"/>
    <p:sldId id="2912" r:id="rId13"/>
    <p:sldId id="2911" r:id="rId14"/>
    <p:sldId id="2910" r:id="rId15"/>
    <p:sldId id="2909" r:id="rId16"/>
    <p:sldId id="2908" r:id="rId17"/>
    <p:sldId id="2907" r:id="rId18"/>
    <p:sldId id="2906" r:id="rId19"/>
    <p:sldId id="2905" r:id="rId20"/>
    <p:sldId id="2904" r:id="rId21"/>
    <p:sldId id="2903" r:id="rId22"/>
    <p:sldId id="2902" r:id="rId23"/>
    <p:sldId id="2901" r:id="rId24"/>
    <p:sldId id="2900" r:id="rId25"/>
    <p:sldId id="2899" r:id="rId26"/>
    <p:sldId id="2898" r:id="rId27"/>
    <p:sldId id="2897" r:id="rId28"/>
    <p:sldId id="2896" r:id="rId29"/>
    <p:sldId id="2895" r:id="rId30"/>
    <p:sldId id="2894" r:id="rId31"/>
    <p:sldId id="2893" r:id="rId32"/>
    <p:sldId id="2892" r:id="rId33"/>
    <p:sldId id="2891" r:id="rId34"/>
    <p:sldId id="2890" r:id="rId35"/>
    <p:sldId id="2889" r:id="rId36"/>
    <p:sldId id="2888" r:id="rId37"/>
    <p:sldId id="2887" r:id="rId38"/>
    <p:sldId id="2886" r:id="rId39"/>
    <p:sldId id="2885" r:id="rId40"/>
    <p:sldId id="2884" r:id="rId41"/>
    <p:sldId id="2883" r:id="rId42"/>
    <p:sldId id="2882" r:id="rId43"/>
    <p:sldId id="2881" r:id="rId44"/>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32" userDrawn="1">
          <p15:clr>
            <a:srgbClr val="A4A3A4"/>
          </p15:clr>
        </p15:guide>
        <p15:guide id="2" pos="36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832"/>
        <p:guide pos="367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0" Type="http://schemas.openxmlformats.org/officeDocument/2006/relationships/tags" Target="tags/tag250.xml"/><Relationship Id="rId5" Type="http://schemas.openxmlformats.org/officeDocument/2006/relationships/slide" Target="slides/slide2.xml"/><Relationship Id="rId49" Type="http://schemas.openxmlformats.org/officeDocument/2006/relationships/commentAuthors" Target="commentAuthors.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8" Type="http://schemas.openxmlformats.org/officeDocument/2006/relationships/slideLayout" Target="../slideLayouts/slideLayout15.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2.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2" Type="http://schemas.openxmlformats.org/officeDocument/2006/relationships/notesSlide" Target="../notesSlides/notesSlide1.xml"/><Relationship Id="rId11" Type="http://schemas.openxmlformats.org/officeDocument/2006/relationships/slideLayout" Target="../slideLayouts/slideLayout15.xml"/><Relationship Id="rId10" Type="http://schemas.openxmlformats.org/officeDocument/2006/relationships/tags" Target="../tags/tag96.xml"/><Relationship Id="rId1" Type="http://schemas.openxmlformats.org/officeDocument/2006/relationships/tags" Target="../tags/tag8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5.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5.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7.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2" Type="http://schemas.openxmlformats.org/officeDocument/2006/relationships/notesSlide" Target="../notesSlides/notesSlide6.xml"/><Relationship Id="rId11" Type="http://schemas.openxmlformats.org/officeDocument/2006/relationships/slideLayout" Target="../slideLayouts/slideLayout15.xml"/><Relationship Id="rId10" Type="http://schemas.openxmlformats.org/officeDocument/2006/relationships/tags" Target="../tags/tag113.xml"/><Relationship Id="rId1" Type="http://schemas.openxmlformats.org/officeDocument/2006/relationships/tags" Target="../tags/tag10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5.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5.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12.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2" Type="http://schemas.openxmlformats.org/officeDocument/2006/relationships/notesSlide" Target="../notesSlides/notesSlide11.xml"/><Relationship Id="rId11" Type="http://schemas.openxmlformats.org/officeDocument/2006/relationships/slideLayout" Target="../slideLayouts/slideLayout15.xml"/><Relationship Id="rId10" Type="http://schemas.openxmlformats.org/officeDocument/2006/relationships/tags" Target="../tags/tag130.xml"/><Relationship Id="rId1" Type="http://schemas.openxmlformats.org/officeDocument/2006/relationships/tags" Target="../tags/tag1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8" Type="http://schemas.openxmlformats.org/officeDocument/2006/relationships/slideLayout" Target="../slideLayouts/slideLayout15.xml"/><Relationship Id="rId17" Type="http://schemas.openxmlformats.org/officeDocument/2006/relationships/tags" Target="../tags/tag147.xml"/><Relationship Id="rId16" Type="http://schemas.openxmlformats.org/officeDocument/2006/relationships/tags" Target="../tags/tag146.xml"/><Relationship Id="rId15" Type="http://schemas.openxmlformats.org/officeDocument/2006/relationships/tags" Target="../tags/tag145.xml"/><Relationship Id="rId14" Type="http://schemas.openxmlformats.org/officeDocument/2006/relationships/tags" Target="../tags/tag144.xml"/><Relationship Id="rId13" Type="http://schemas.openxmlformats.org/officeDocument/2006/relationships/tags" Target="../tags/tag143.xml"/><Relationship Id="rId12" Type="http://schemas.openxmlformats.org/officeDocument/2006/relationships/tags" Target="../tags/tag142.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tags" Target="../tags/tag131.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5.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18.xml.rels><?xml version="1.0" encoding="UTF-8" standalone="yes"?>
<Relationships xmlns="http://schemas.openxmlformats.org/package/2006/relationships"><Relationship Id="rId9" Type="http://schemas.openxmlformats.org/officeDocument/2006/relationships/tags" Target="../tags/tag163.xml"/><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2" Type="http://schemas.openxmlformats.org/officeDocument/2006/relationships/notesSlide" Target="../notesSlides/notesSlide16.xml"/><Relationship Id="rId11" Type="http://schemas.openxmlformats.org/officeDocument/2006/relationships/slideLayout" Target="../slideLayouts/slideLayout15.xml"/><Relationship Id="rId10" Type="http://schemas.openxmlformats.org/officeDocument/2006/relationships/tags" Target="../tags/tag164.xml"/><Relationship Id="rId1" Type="http://schemas.openxmlformats.org/officeDocument/2006/relationships/tags" Target="../tags/tag15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5.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5.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23.xml.rels><?xml version="1.0" encoding="UTF-8" standalone="yes"?>
<Relationships xmlns="http://schemas.openxmlformats.org/package/2006/relationships"><Relationship Id="rId9" Type="http://schemas.openxmlformats.org/officeDocument/2006/relationships/tags" Target="../tags/tag180.xml"/><Relationship Id="rId8" Type="http://schemas.openxmlformats.org/officeDocument/2006/relationships/tags" Target="../tags/tag179.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2" Type="http://schemas.openxmlformats.org/officeDocument/2006/relationships/notesSlide" Target="../notesSlides/notesSlide21.xml"/><Relationship Id="rId11" Type="http://schemas.openxmlformats.org/officeDocument/2006/relationships/slideLayout" Target="../slideLayouts/slideLayout15.xml"/><Relationship Id="rId10" Type="http://schemas.openxmlformats.org/officeDocument/2006/relationships/tags" Target="../tags/tag181.xml"/><Relationship Id="rId1" Type="http://schemas.openxmlformats.org/officeDocument/2006/relationships/tags" Target="../tags/tag17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5.xml"/><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5.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s>
</file>

<file path=ppt/slides/_rels/slide28.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 Type="http://schemas.openxmlformats.org/officeDocument/2006/relationships/tags" Target="../tags/tag195.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8" Type="http://schemas.openxmlformats.org/officeDocument/2006/relationships/slideLayout" Target="../slideLayouts/slideLayout15.xml"/><Relationship Id="rId17" Type="http://schemas.openxmlformats.org/officeDocument/2006/relationships/tags" Target="../tags/tag205.xml"/><Relationship Id="rId16" Type="http://schemas.openxmlformats.org/officeDocument/2006/relationships/tags" Target="../tags/tag204.xml"/><Relationship Id="rId15" Type="http://schemas.openxmlformats.org/officeDocument/2006/relationships/tags" Target="../tags/tag203.xml"/><Relationship Id="rId14" Type="http://schemas.openxmlformats.org/officeDocument/2006/relationships/tags" Target="../tags/tag202.xml"/><Relationship Id="rId13" Type="http://schemas.openxmlformats.org/officeDocument/2006/relationships/tags" Target="../tags/tag201.xml"/><Relationship Id="rId12" Type="http://schemas.openxmlformats.org/officeDocument/2006/relationships/tags" Target="../tags/tag200.xml"/><Relationship Id="rId11" Type="http://schemas.openxmlformats.org/officeDocument/2006/relationships/tags" Target="../tags/tag199.xml"/><Relationship Id="rId10" Type="http://schemas.openxmlformats.org/officeDocument/2006/relationships/tags" Target="../tags/tag198.xml"/><Relationship Id="rId1" Type="http://schemas.openxmlformats.org/officeDocument/2006/relationships/tags" Target="../tags/tag189.xml"/></Relationships>
</file>

<file path=ppt/slides/_rels/slide29.xml.rels><?xml version="1.0" encoding="UTF-8" standalone="yes"?>
<Relationships xmlns="http://schemas.openxmlformats.org/package/2006/relationships"><Relationship Id="rId9" Type="http://schemas.openxmlformats.org/officeDocument/2006/relationships/tags" Target="../tags/tag214.xml"/><Relationship Id="rId8" Type="http://schemas.openxmlformats.org/officeDocument/2006/relationships/tags" Target="../tags/tag213.xml"/><Relationship Id="rId7" Type="http://schemas.openxmlformats.org/officeDocument/2006/relationships/tags" Target="../tags/tag212.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2" Type="http://schemas.openxmlformats.org/officeDocument/2006/relationships/notesSlide" Target="../notesSlides/notesSlide26.xml"/><Relationship Id="rId11" Type="http://schemas.openxmlformats.org/officeDocument/2006/relationships/slideLayout" Target="../slideLayouts/slideLayout15.xml"/><Relationship Id="rId10" Type="http://schemas.openxmlformats.org/officeDocument/2006/relationships/tags" Target="../tags/tag215.xml"/><Relationship Id="rId1" Type="http://schemas.openxmlformats.org/officeDocument/2006/relationships/tags" Target="../tags/tag20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5.xml"/><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15.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s>
</file>

<file path=ppt/slides/_rels/slide34.xml.rels><?xml version="1.0" encoding="UTF-8" standalone="yes"?>
<Relationships xmlns="http://schemas.openxmlformats.org/package/2006/relationships"><Relationship Id="rId9" Type="http://schemas.openxmlformats.org/officeDocument/2006/relationships/tags" Target="../tags/tag231.xml"/><Relationship Id="rId8" Type="http://schemas.openxmlformats.org/officeDocument/2006/relationships/tags" Target="../tags/tag230.xml"/><Relationship Id="rId7" Type="http://schemas.openxmlformats.org/officeDocument/2006/relationships/tags" Target="../tags/tag229.xml"/><Relationship Id="rId6" Type="http://schemas.openxmlformats.org/officeDocument/2006/relationships/tags" Target="../tags/tag228.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2" Type="http://schemas.openxmlformats.org/officeDocument/2006/relationships/notesSlide" Target="../notesSlides/notesSlide31.xml"/><Relationship Id="rId11" Type="http://schemas.openxmlformats.org/officeDocument/2006/relationships/slideLayout" Target="../slideLayouts/slideLayout15.xml"/><Relationship Id="rId10" Type="http://schemas.openxmlformats.org/officeDocument/2006/relationships/tags" Target="../tags/tag232.xml"/><Relationship Id="rId1" Type="http://schemas.openxmlformats.org/officeDocument/2006/relationships/tags" Target="../tags/tag22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5.xml"/><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15.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s>
</file>

<file path=ppt/slides/_rels/slide39.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2" Type="http://schemas.openxmlformats.org/officeDocument/2006/relationships/notesSlide" Target="../notesSlides/notesSlide36.xml"/><Relationship Id="rId11" Type="http://schemas.openxmlformats.org/officeDocument/2006/relationships/slideLayout" Target="../slideLayouts/slideLayout15.xml"/><Relationship Id="rId10" Type="http://schemas.openxmlformats.org/officeDocument/2006/relationships/tags" Target="../tags/tag249.xml"/><Relationship Id="rId1" Type="http://schemas.openxmlformats.org/officeDocument/2006/relationships/tags" Target="../tags/tag24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平台初识</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9563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一、智能体的概念</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832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搭建简易工作流</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）是一系列预定义的、有顺序的步骤，逻辑由开发者预先设定，强调流程固定、结果稳定、执行路径清晰。它适合标准化、重复性高、规则明确的任务。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智能体（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）则是以大语言模型为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大脑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，具备理解目标、规划步骤、调用工具、结合上下文进行动态决策的系统。它不是严格按照固定路径运行，而是在目标驱动下进行适度的推理和选择，因此更适合处理复杂、开放、信息不完整的任务。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从下表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1-1- 1</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可以清晰看出二者的区别：</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工作流和智能体的区别</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维度</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工作流（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智能体（</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执行逻辑</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路径由开发者做确定性预设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路径由</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LLM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动态生成</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灵活性</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一切处理基于固定的预设方案</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能处理模糊需求，并根据反馈调整策略</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控制权</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人类完全控制流程</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LLM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自主决定执行步骤。</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容错率</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一个环节点出错，流程往往卡死</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具备</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反思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能力，尝试不同解决方案</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复杂任务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适合标准化、可重复的任务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适合开放式、需要决策的复杂任务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代表比喻</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必须在轨道上行驶的一列火车</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有目标，根据路况实时打方向盘的赛车手</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关于智能体的定义，随着业界对相关技术研究的深入而不断调整，目前业界最权威、引用最广泛的定义框架主要来自</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OpenAI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的主管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Lilian Weng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的文章，以及吴恩达（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Andrew Ng</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）对智能体设计模式的总结。我们可以通过比对这些定义架构的相同共和差异来进一步理解智能体。</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最经典框架：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 + P.M.T”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OpenAI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的应用研究主管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Lilian Weng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在其文章</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 Powered Autonomous Agents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中提出了一个被广泛认可的公式：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Agent = 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（大脑）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规划（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Planning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Memory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Tool Use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规划是指智能体能够将复杂的任务拆解为更小的、可管理的子目标。并且对过去的行为进行自我批评和反思，从错误中学习并改进策略；记忆是模仿人类认知的上下文及数据处理方式，分为短期记忆：利用模型的上下文窗口记录当前的对话历史和推理过程；和长期记忆：通过外部向量数据库实现，能够根据需要检索长期存储的信息；工具使用则是指智能体意识到自己能力的边界，通过调用外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API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获取实时信息（如搜索）、执行计算（如计算器）或操作软件（如写代码），进而解决相关问题的能力。</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吴恩达提出的四大设计模式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吴恩达在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2024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年多次演讲中强调，与其追求更大的模型，通过一次性实现完美输出，不如通过智能体工作流（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Agentic 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）迭代输出结果，从而提升表现。他总结了四种核心能力模式：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反思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(Reflection)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：智能体检查自己的工作，寻找改进方法。例如，写完代码后自己运行一遍，发现报错后自行修复。</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使用工具</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(Tool Use)</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：虽然与</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Lilian Weng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重合，但吴恩达更强调智能体作为</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意图触发者</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，根据环境判断何时该使用什么工具。</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规划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(Planning)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：能够自主决定达成目标所需的步骤序列，且能根据执行过程中的中间结果动态调整路径。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多智能体协作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(Multi-agent Collaboration)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：不同的智能体扮演不同的角色（如：一个写代码，一个负责测试），通过对话和分工共同完成任务。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学术与通用定义：认知神经科学视角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在更广泛的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AI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研究中，智能体被定义为具备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感知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推理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行动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循环的实体：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感知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(Perception)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：将非结构化数据（文本、图像、语音、传感器数据）转化为模型可理解的表示。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推理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(Reasoning)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：基于当前目标和环境感知，通过大模型的逻辑推理选择最优策略。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行动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(Action)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：作用于环境，改变状态。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结合这些对智能体的相关定义和框架构建，得出智能体核心能力的图谱如表。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1-1- 2</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智能体的核心能力</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核心模块</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关键能力描述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大脑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(Brain)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逻辑推理、意图识别、语言理解</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(Memory)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短期上下文缓存、长期知识检索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规划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(Planning)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任务拆解、动态路径调整、自我纠错</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(Tools)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调用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、代码执行、控制物理设备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执行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(Action)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将思考结果转化为外部世界的实际影响</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无论表述如何变化，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感知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规划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行动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五大能力始终是智能体系统的核心支柱。感知让智能体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看得见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，记忆让它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记得住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，规划让它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想得清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，工具让它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做得到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，协作让它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连得通</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。理解这一共性，是掌握智能体开发的第一步。</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二、</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RAGFlow</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平台初识</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89112"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一、智能体的概念</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6800" y="521144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平台初识</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等低代码平台出现之前，开发者构建</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应用主要依赖</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等编程框架。</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作为模块化的开发者工具包，需要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Python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JavaScript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编程经验，学习曲线较陡，适合深度定制和复杂场景开发。</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下方是为了实现最小对话智能体工作流的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开发代码案例：</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虽然在逻辑上并不复杂，但是对初学者不够友好，且迭代开发较为繁琐。与之相对，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提供低代码拖拽界面和可视化工作流设计，大幅降低了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应用开发的门槛，适合快速原型验证和企业级快速部署。</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两者的本质区别在于开发范式：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是写代码编排智能体，如图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是通过拖拽节点的方式编排工作流，在工作流中嵌入智能体或大模型实现智能体工作流的开发。</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对于初学者而言，</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的可视化方式能够让我们更快理解智能体工作流的逻辑结构，而不必被代码细节干扰。</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1-1- 1RAGFlow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的智能体工作流</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工作流是一种将一系列任务或操作按照一定的顺序和规则自动化执行的方法。在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编辑智能体工作流通过连接不同的节点，利用大语言模型的能力，实现复杂任务的自动化处理。这些节点可以包括数据输入、处理、输出等多个环节，用户可以根据自己的需求自由组合和配置，实现对话、搜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管理以及智能体等多种功能构建。</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工作流的特点如下：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可视化编辑：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提供了直观的可视化工作流编辑器，用户可以通过拖拽节点和连线的方式轻松构建自己的工作流。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灵活性：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支持多种节点类型，包括大语言模型节点、知识库检索节点、条件判断节点等，用户可以根据自己的需求自由组合和配置。</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开放性：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支持多种大语言模型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调用，包括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DeepSeek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GPT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Ollama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等，用户可以根据自己的需求选择合适的模型。同时，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也支持私有化部署，保护用户的数据安全。</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中智能体菜单下的工作流（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）和对话流（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）两种工作流应用的区别是工作流面向单轮自动化编排任务，而对话流将记忆内置为上下文变量从而支持多轮对话工作。但不论哪种工作流应用，构建步骤如图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1-1- 2</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创建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工作流的步骤</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创建应用：在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平台上创建一个新的应用，选择工作流类型。</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设计工作流：使用可视化工作流编辑器，拖拽节点和连线，设计自己的工作流。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配置节点：对每个节点进行配置，包括输入参数、输出参数、模型选择等。</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测试工作流：在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平台上测试工作流的运行情况，确保每个节点都能正确执行。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发布工作流：测试通过后，将工作流发布到生产环境，实现自动化处理。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，学员可以以较低门槛完成从设计搭建到调试发布的完整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应用平台建设。</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3778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平台初识</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9400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一、智能体的概念</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6800" y="516826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二、</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RAGFlow</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平台初识</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，一个简易问答型智能体工作流，至少包含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4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个环节：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1-1- 3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智能体工作流的最小组成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以上</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个环节构成了一个最小可运行智能体工作流。它的本质是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约束引导</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模型推理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人工评判</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的闭环。虽然结构简单，但已经具备了智能体工作流的两个核心要素：</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确定性框架：通过系统提示词为模型划定行为边界，避免失控；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人工闭环：人类在最后环节进行价值判断，承担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评估者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角色。</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实际开发中，可以从这个最小结构出发，逐步增加节点：例如加入意图识别分支、知识库检索、代码计算等，从而演化为完整的工作流或智能体。这种由简入繁、迭代优化的思路，也是工程化落地的重要方法论。</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基于上一节提出的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系统提示词约束</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模型生成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人工评估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最小可运行结构，在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中搭建这一流程只需用到以下核心组件：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开始节点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开始节点是所有工作流的入口。在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的可视化工作流设计器中，每个工作流都以开始节点为起点。该节点负责接收用户的输入数据，用户的问题将通过这个节点传入后续节点。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的工作流中，开始节点提供的这三个功能：对话（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Chat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Job/Task</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）和网络钩子（</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Webhook</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），本质上定义了这个智能体的启动方式和交互模式。</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1)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对话（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Chat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聊天机器人模式</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，这是最常用的模式，适用于构建交互式智能体。</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工作逻辑：它是双向、实时、有上下文的。用户说一句话，智能体回一句话。</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输入内容：主要变量通常是用户的提问（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query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特有属性：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会话管理：它能处理聊天记录（</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Memory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），让智能体记得你上一句话说了什么。</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交互界面：这种模式通常直接对接对话框界面。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使用场景：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企业内部客服机器人。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个人知识库助手。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角色扮演（</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Roleplay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）机器人。</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开始节点的对话模式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2)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任务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(Job / Task)——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批处理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自动化模式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，这种模式通常是单次执行、流程导向的自动化处理。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工作逻辑：接收一个特定的输入，按照你设计的逻辑跑完整个流程，最后给出一个结果。它不强调来回对话，而是强调完成任务。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输入内容：通常是结构化的数据或参数，比如一个特定的文档</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ID</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、一个待总结的网页链接等。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特有属性：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无状态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单次执行：它通常不关心历史聊天记录。</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高效性：适合处理大批量的、重复性的逻辑。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使用场景：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文档自动化处理：比如你上传一个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页的报告，触发一个任务模式的工作流，让它自动提取关键数据并生成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Excel</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定时报表生成：每天凌晨自动检索知识库，总结昨天的信息。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开始节点的任务模式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3)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网络钩子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(Webhook)——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系统集成模式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，这是为自动化系统准备的接口模式。它让</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能够被其他软件调用。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工作逻辑：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会生成一个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URL</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地址。每当外部系统向这个地址发送一个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HTTP</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请求时，工作流就会启动。</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输入内容：由外部系统传过来的</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数据包。你可以自定义解析这些数据。</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特有属性：</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被动触发：智能体在后台静静等待，直到接收到外部信号。</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跨系统联动：它是打破</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与其他软件之间壁垒的桥梁。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使用场景：</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联动钉钉</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微信：当用户在钉钉群里</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机器人时，钉钉服务器发一个</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Webhook</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给</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处理完后再回传。</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自动化流水线：比如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GitHub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有代码更新了，触发</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Webhook</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让</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自动读取新代码并更新技术文档知识库。</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开始节点的网络钩子模式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大语言模型节点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节点是整个工作流的大脑。</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，在该节点中，你需要完成三件事：①选择要使用的大模型（如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GPT-4</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DeepSeek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Qwen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等）；②配置系统提示词（</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System Prompt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），对模型的角色和行为进行约束；③调整模型参数（如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Temperature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），控制输出的确定性与多样性。</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对于本任务的最小工作流，只需要配置好系统提示词，并将开始节点传入的用户问题作为上下文变量输入到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节点即可。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的大模型节点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输出节点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输出节点负责输出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节点生成的最终回答，如图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在简单问答工作流中，通常只需要将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节点的输出直接连接到结束节点，工作流执行完毕后返回结果。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的输出节点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DIAGRAM_VIRTUALLY_FRAME" val="{&quot;height&quot;:333.6,&quot;left&quot;:18.55,&quot;top&quot;:138.6,&quot;width&quot;:957.2494488188977}"/>
</p:tagLst>
</file>

<file path=ppt/tags/tag71.xml><?xml version="1.0" encoding="utf-8"?>
<p:tagLst xmlns:p="http://schemas.openxmlformats.org/presentationml/2006/main">
  <p:tag name="KSO_WM_DIAGRAM_VIRTUALLY_FRAME" val="{&quot;height&quot;:333.6,&quot;left&quot;:18.55,&quot;top&quot;:138.6,&quot;width&quot;:957.2494488188977}"/>
</p:tagLst>
</file>

<file path=ppt/tags/tag72.xml><?xml version="1.0" encoding="utf-8"?>
<p:tagLst xmlns:p="http://schemas.openxmlformats.org/presentationml/2006/main">
  <p:tag name="KSO_WM_DIAGRAM_VIRTUALLY_FRAME" val="{&quot;height&quot;:333.6,&quot;left&quot;:18.55,&quot;top&quot;:138.6,&quot;width&quot;:957.2494488188977}"/>
</p:tagLst>
</file>

<file path=ppt/tags/tag73.xml><?xml version="1.0" encoding="utf-8"?>
<p:tagLst xmlns:p="http://schemas.openxmlformats.org/presentationml/2006/main">
  <p:tag name="KSO_WM_DIAGRAM_VIRTUALLY_FRAME" val="{&quot;height&quot;:333.6,&quot;left&quot;:18.55,&quot;top&quot;:138.6,&quot;width&quot;:957.2494488188977}"/>
</p:tagLst>
</file>

<file path=ppt/tags/tag74.xml><?xml version="1.0" encoding="utf-8"?>
<p:tagLst xmlns:p="http://schemas.openxmlformats.org/presentationml/2006/main">
  <p:tag name="KSO_WM_DIAGRAM_VIRTUALLY_FRAME" val="{&quot;height&quot;:333.6,&quot;left&quot;:18.55,&quot;top&quot;:138.6,&quot;width&quot;:957.2494488188977}"/>
</p:tagLst>
</file>

<file path=ppt/tags/tag75.xml><?xml version="1.0" encoding="utf-8"?>
<p:tagLst xmlns:p="http://schemas.openxmlformats.org/presentationml/2006/main">
  <p:tag name="KSO_WM_DIAGRAM_VIRTUALLY_FRAME" val="{&quot;height&quot;:333.6,&quot;left&quot;:18.55,&quot;top&quot;:138.6,&quot;width&quot;:957.2494488188977}"/>
</p:tagLst>
</file>

<file path=ppt/tags/tag76.xml><?xml version="1.0" encoding="utf-8"?>
<p:tagLst xmlns:p="http://schemas.openxmlformats.org/presentationml/2006/main">
  <p:tag name="KSO_WM_DIAGRAM_VIRTUALLY_FRAME" val="{&quot;height&quot;:333.6,&quot;left&quot;:18.55,&quot;top&quot;:138.6,&quot;width&quot;:957.2494488188977}"/>
</p:tagLst>
</file>

<file path=ppt/tags/tag77.xml><?xml version="1.0" encoding="utf-8"?>
<p:tagLst xmlns:p="http://schemas.openxmlformats.org/presentationml/2006/main">
  <p:tag name="KSO_WM_DIAGRAM_VIRTUALLY_FRAME" val="{&quot;height&quot;:333.6,&quot;left&quot;:18.55,&quot;top&quot;:138.6,&quot;width&quot;:957.2494488188977}"/>
</p:tagLst>
</file>

<file path=ppt/tags/tag78.xml><?xml version="1.0" encoding="utf-8"?>
<p:tagLst xmlns:p="http://schemas.openxmlformats.org/presentationml/2006/main">
  <p:tag name="KSO_WM_DIAGRAM_VIRTUALLY_FRAME" val="{&quot;height&quot;:333.6,&quot;left&quot;:18.55,&quot;top&quot;:138.6,&quot;width&quot;:957.2494488188977}"/>
</p:tagLst>
</file>

<file path=ppt/tags/tag79.xml><?xml version="1.0" encoding="utf-8"?>
<p:tagLst xmlns:p="http://schemas.openxmlformats.org/presentationml/2006/main">
  <p:tag name="KSO_WM_DIAGRAM_VIRTUALLY_FRAME" val="{&quot;height&quot;:333.6,&quot;left&quot;:18.55,&quot;top&quot;:138.6,&quot;width&quot;:957.2494488188977}"/>
</p:tagLst>
</file>

<file path=ppt/tags/tag80.xml><?xml version="1.0" encoding="utf-8"?>
<p:tagLst xmlns:p="http://schemas.openxmlformats.org/presentationml/2006/main">
  <p:tag name="KSO_WM_DIAGRAM_VIRTUALLY_FRAME" val="{&quot;height&quot;:333.6,&quot;left&quot;:18.55,&quot;top&quot;:138.6,&quot;width&quot;:957.2494488188977}"/>
</p:tagLst>
</file>

<file path=ppt/tags/tag81.xml><?xml version="1.0" encoding="utf-8"?>
<p:tagLst xmlns:p="http://schemas.openxmlformats.org/presentationml/2006/main">
  <p:tag name="KSO_WM_DIAGRAM_VIRTUALLY_FRAME" val="{&quot;height&quot;:333.6,&quot;left&quot;:18.55,&quot;top&quot;:138.6,&quot;width&quot;:957.2494488188977}"/>
</p:tagLst>
</file>

<file path=ppt/tags/tag82.xml><?xml version="1.0" encoding="utf-8"?>
<p:tagLst xmlns:p="http://schemas.openxmlformats.org/presentationml/2006/main">
  <p:tag name="KSO_WM_DIAGRAM_VIRTUALLY_FRAME" val="{&quot;height&quot;:333.6,&quot;left&quot;:18.55,&quot;top&quot;:138.6,&quot;width&quot;:957.2494488188977}"/>
</p:tagLst>
</file>

<file path=ppt/tags/tag83.xml><?xml version="1.0" encoding="utf-8"?>
<p:tagLst xmlns:p="http://schemas.openxmlformats.org/presentationml/2006/main">
  <p:tag name="KSO_WM_DIAGRAM_VIRTUALLY_FRAME" val="{&quot;height&quot;:333.6,&quot;left&quot;:18.55,&quot;top&quot;:138.6,&quot;width&quot;:957.2494488188977}"/>
</p:tagLst>
</file>

<file path=ppt/tags/tag84.xml><?xml version="1.0" encoding="utf-8"?>
<p:tagLst xmlns:p="http://schemas.openxmlformats.org/presentationml/2006/main">
  <p:tag name="KSO_WM_DIAGRAM_VIRTUALLY_FRAME" val="{&quot;height&quot;:333.6,&quot;left&quot;:18.55,&quot;top&quot;:138.6,&quot;width&quot;:957.2494488188977}"/>
</p:tagLst>
</file>

<file path=ppt/tags/tag85.xml><?xml version="1.0" encoding="utf-8"?>
<p:tagLst xmlns:p="http://schemas.openxmlformats.org/presentationml/2006/main">
  <p:tag name="KSO_WM_DIAGRAM_VIRTUALLY_FRAME" val="{&quot;height&quot;:333.6,&quot;left&quot;:18.55,&quot;top&quot;:138.6,&quot;width&quot;:957.2494488188977}"/>
</p:tagLst>
</file>

<file path=ppt/tags/tag86.xml><?xml version="1.0" encoding="utf-8"?>
<p:tagLst xmlns:p="http://schemas.openxmlformats.org/presentationml/2006/main">
  <p:tag name="KSO_WM_DIAGRAM_VIRTUALLY_FRAME" val="{&quot;height&quot;:333.6,&quot;left&quot;:18.55,&quot;top&quot;:138.6,&quot;width&quot;:957.2494488188977}"/>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9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1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DIAGRAM_VIRTUALLY_FRAME" val="{&quot;height&quot;:312,&quot;left&quot;:46.386771653543285,&quot;top&quot;:138.6,&quot;width&quot;:929.4126771653544}"/>
</p:tagLst>
</file>

<file path=ppt/tags/tag132.xml><?xml version="1.0" encoding="utf-8"?>
<p:tagLst xmlns:p="http://schemas.openxmlformats.org/presentationml/2006/main">
  <p:tag name="KSO_WM_DIAGRAM_VIRTUALLY_FRAME" val="{&quot;height&quot;:312,&quot;left&quot;:46.386771653543285,&quot;top&quot;:138.6,&quot;width&quot;:929.4126771653544}"/>
</p:tagLst>
</file>

<file path=ppt/tags/tag133.xml><?xml version="1.0" encoding="utf-8"?>
<p:tagLst xmlns:p="http://schemas.openxmlformats.org/presentationml/2006/main">
  <p:tag name="KSO_WM_DIAGRAM_VIRTUALLY_FRAME" val="{&quot;height&quot;:312,&quot;left&quot;:46.386771653543285,&quot;top&quot;:138.6,&quot;width&quot;:929.4126771653544}"/>
</p:tagLst>
</file>

<file path=ppt/tags/tag134.xml><?xml version="1.0" encoding="utf-8"?>
<p:tagLst xmlns:p="http://schemas.openxmlformats.org/presentationml/2006/main">
  <p:tag name="KSO_WM_DIAGRAM_VIRTUALLY_FRAME" val="{&quot;height&quot;:312,&quot;left&quot;:46.386771653543285,&quot;top&quot;:138.6,&quot;width&quot;:929.4126771653544}"/>
</p:tagLst>
</file>

<file path=ppt/tags/tag135.xml><?xml version="1.0" encoding="utf-8"?>
<p:tagLst xmlns:p="http://schemas.openxmlformats.org/presentationml/2006/main">
  <p:tag name="KSO_WM_DIAGRAM_VIRTUALLY_FRAME" val="{&quot;height&quot;:312,&quot;left&quot;:46.386771653543285,&quot;top&quot;:138.6,&quot;width&quot;:929.4126771653544}"/>
</p:tagLst>
</file>

<file path=ppt/tags/tag136.xml><?xml version="1.0" encoding="utf-8"?>
<p:tagLst xmlns:p="http://schemas.openxmlformats.org/presentationml/2006/main">
  <p:tag name="KSO_WM_DIAGRAM_VIRTUALLY_FRAME" val="{&quot;height&quot;:312,&quot;left&quot;:46.386771653543285,&quot;top&quot;:138.6,&quot;width&quot;:929.4126771653544}"/>
</p:tagLst>
</file>

<file path=ppt/tags/tag137.xml><?xml version="1.0" encoding="utf-8"?>
<p:tagLst xmlns:p="http://schemas.openxmlformats.org/presentationml/2006/main">
  <p:tag name="KSO_WM_DIAGRAM_VIRTUALLY_FRAME" val="{&quot;height&quot;:312,&quot;left&quot;:46.386771653543285,&quot;top&quot;:138.6,&quot;width&quot;:929.4126771653544}"/>
</p:tagLst>
</file>

<file path=ppt/tags/tag138.xml><?xml version="1.0" encoding="utf-8"?>
<p:tagLst xmlns:p="http://schemas.openxmlformats.org/presentationml/2006/main">
  <p:tag name="KSO_WM_DIAGRAM_VIRTUALLY_FRAME" val="{&quot;height&quot;:312,&quot;left&quot;:46.386771653543285,&quot;top&quot;:138.6,&quot;width&quot;:929.4126771653544}"/>
</p:tagLst>
</file>

<file path=ppt/tags/tag139.xml><?xml version="1.0" encoding="utf-8"?>
<p:tagLst xmlns:p="http://schemas.openxmlformats.org/presentationml/2006/main">
  <p:tag name="KSO_WM_DIAGRAM_VIRTUALLY_FRAME" val="{&quot;height&quot;:312,&quot;left&quot;:46.386771653543285,&quot;top&quot;:138.6,&quot;width&quot;:929.4126771653544}"/>
</p:tagLst>
</file>

<file path=ppt/tags/tag140.xml><?xml version="1.0" encoding="utf-8"?>
<p:tagLst xmlns:p="http://schemas.openxmlformats.org/presentationml/2006/main">
  <p:tag name="KSO_WM_DIAGRAM_VIRTUALLY_FRAME" val="{&quot;height&quot;:312,&quot;left&quot;:46.386771653543285,&quot;top&quot;:138.6,&quot;width&quot;:929.4126771653544}"/>
</p:tagLst>
</file>

<file path=ppt/tags/tag141.xml><?xml version="1.0" encoding="utf-8"?>
<p:tagLst xmlns:p="http://schemas.openxmlformats.org/presentationml/2006/main">
  <p:tag name="KSO_WM_DIAGRAM_VIRTUALLY_FRAME" val="{&quot;height&quot;:312,&quot;left&quot;:46.386771653543285,&quot;top&quot;:138.6,&quot;width&quot;:929.4126771653544}"/>
</p:tagLst>
</file>

<file path=ppt/tags/tag142.xml><?xml version="1.0" encoding="utf-8"?>
<p:tagLst xmlns:p="http://schemas.openxmlformats.org/presentationml/2006/main">
  <p:tag name="KSO_WM_DIAGRAM_VIRTUALLY_FRAME" val="{&quot;height&quot;:312,&quot;left&quot;:46.386771653543285,&quot;top&quot;:138.6,&quot;width&quot;:929.4126771653544}"/>
</p:tagLst>
</file>

<file path=ppt/tags/tag143.xml><?xml version="1.0" encoding="utf-8"?>
<p:tagLst xmlns:p="http://schemas.openxmlformats.org/presentationml/2006/main">
  <p:tag name="KSO_WM_DIAGRAM_VIRTUALLY_FRAME" val="{&quot;height&quot;:312,&quot;left&quot;:46.386771653543285,&quot;top&quot;:138.6,&quot;width&quot;:929.4126771653544}"/>
</p:tagLst>
</file>

<file path=ppt/tags/tag144.xml><?xml version="1.0" encoding="utf-8"?>
<p:tagLst xmlns:p="http://schemas.openxmlformats.org/presentationml/2006/main">
  <p:tag name="KSO_WM_DIAGRAM_VIRTUALLY_FRAME" val="{&quot;height&quot;:312,&quot;left&quot;:46.386771653543285,&quot;top&quot;:138.6,&quot;width&quot;:929.4126771653544}"/>
</p:tagLst>
</file>

<file path=ppt/tags/tag145.xml><?xml version="1.0" encoding="utf-8"?>
<p:tagLst xmlns:p="http://schemas.openxmlformats.org/presentationml/2006/main">
  <p:tag name="KSO_WM_DIAGRAM_VIRTUALLY_FRAME" val="{&quot;height&quot;:312,&quot;left&quot;:46.386771653543285,&quot;top&quot;:138.6,&quot;width&quot;:929.4126771653544}"/>
</p:tagLst>
</file>

<file path=ppt/tags/tag146.xml><?xml version="1.0" encoding="utf-8"?>
<p:tagLst xmlns:p="http://schemas.openxmlformats.org/presentationml/2006/main">
  <p:tag name="KSO_WM_DIAGRAM_VIRTUALLY_FRAME" val="{&quot;height&quot;:312,&quot;left&quot;:46.386771653543285,&quot;top&quot;:138.6,&quot;width&quot;:929.4126771653544}"/>
</p:tagLst>
</file>

<file path=ppt/tags/tag147.xml><?xml version="1.0" encoding="utf-8"?>
<p:tagLst xmlns:p="http://schemas.openxmlformats.org/presentationml/2006/main">
  <p:tag name="KSO_WM_DIAGRAM_VIRTUALLY_FRAME" val="{&quot;height&quot;:312,&quot;left&quot;:46.386771653543285,&quot;top&quot;:138.6,&quot;width&quot;:929.4126771653544}"/>
</p:tagLst>
</file>

<file path=ppt/tags/tag14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4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6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8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DIAGRAM_VIRTUALLY_FRAME" val="{&quot;height&quot;:304.7015748031496,&quot;left&quot;:45.236771653543286,&quot;top&quot;:138.6,&quot;width&quot;:896.7277974382536}"/>
</p:tagLst>
</file>

<file path=ppt/tags/tag190.xml><?xml version="1.0" encoding="utf-8"?>
<p:tagLst xmlns:p="http://schemas.openxmlformats.org/presentationml/2006/main">
  <p:tag name="KSO_WM_DIAGRAM_VIRTUALLY_FRAME" val="{&quot;height&quot;:304.7015748031496,&quot;left&quot;:45.236771653543286,&quot;top&quot;:138.6,&quot;width&quot;:896.7277974382536}"/>
</p:tagLst>
</file>

<file path=ppt/tags/tag191.xml><?xml version="1.0" encoding="utf-8"?>
<p:tagLst xmlns:p="http://schemas.openxmlformats.org/presentationml/2006/main">
  <p:tag name="KSO_WM_DIAGRAM_VIRTUALLY_FRAME" val="{&quot;height&quot;:304.7015748031496,&quot;left&quot;:45.236771653543286,&quot;top&quot;:138.6,&quot;width&quot;:896.7277974382536}"/>
</p:tagLst>
</file>

<file path=ppt/tags/tag192.xml><?xml version="1.0" encoding="utf-8"?>
<p:tagLst xmlns:p="http://schemas.openxmlformats.org/presentationml/2006/main">
  <p:tag name="KSO_WM_DIAGRAM_VIRTUALLY_FRAME" val="{&quot;height&quot;:304.7015748031496,&quot;left&quot;:45.236771653543286,&quot;top&quot;:138.6,&quot;width&quot;:896.7277974382536}"/>
</p:tagLst>
</file>

<file path=ppt/tags/tag193.xml><?xml version="1.0" encoding="utf-8"?>
<p:tagLst xmlns:p="http://schemas.openxmlformats.org/presentationml/2006/main">
  <p:tag name="KSO_WM_DIAGRAM_VIRTUALLY_FRAME" val="{&quot;height&quot;:304.7015748031496,&quot;left&quot;:45.236771653543286,&quot;top&quot;:138.6,&quot;width&quot;:896.7277974382536}"/>
</p:tagLst>
</file>

<file path=ppt/tags/tag194.xml><?xml version="1.0" encoding="utf-8"?>
<p:tagLst xmlns:p="http://schemas.openxmlformats.org/presentationml/2006/main">
  <p:tag name="KSO_WM_DIAGRAM_VIRTUALLY_FRAME" val="{&quot;height&quot;:304.7015748031496,&quot;left&quot;:45.236771653543286,&quot;top&quot;:138.6,&quot;width&quot;:896.7277974382536}"/>
</p:tagLst>
</file>

<file path=ppt/tags/tag195.xml><?xml version="1.0" encoding="utf-8"?>
<p:tagLst xmlns:p="http://schemas.openxmlformats.org/presentationml/2006/main">
  <p:tag name="KSO_WM_DIAGRAM_VIRTUALLY_FRAME" val="{&quot;height&quot;:304.7015748031496,&quot;left&quot;:45.236771653543286,&quot;top&quot;:138.6,&quot;width&quot;:896.7277974382536}"/>
</p:tagLst>
</file>

<file path=ppt/tags/tag196.xml><?xml version="1.0" encoding="utf-8"?>
<p:tagLst xmlns:p="http://schemas.openxmlformats.org/presentationml/2006/main">
  <p:tag name="KSO_WM_DIAGRAM_VIRTUALLY_FRAME" val="{&quot;height&quot;:304.7015748031496,&quot;left&quot;:45.236771653543286,&quot;top&quot;:138.6,&quot;width&quot;:896.7277974382536}"/>
</p:tagLst>
</file>

<file path=ppt/tags/tag197.xml><?xml version="1.0" encoding="utf-8"?>
<p:tagLst xmlns:p="http://schemas.openxmlformats.org/presentationml/2006/main">
  <p:tag name="KSO_WM_DIAGRAM_VIRTUALLY_FRAME" val="{&quot;height&quot;:304.7015748031496,&quot;left&quot;:45.236771653543286,&quot;top&quot;:138.6,&quot;width&quot;:896.7277974382536}"/>
</p:tagLst>
</file>

<file path=ppt/tags/tag198.xml><?xml version="1.0" encoding="utf-8"?>
<p:tagLst xmlns:p="http://schemas.openxmlformats.org/presentationml/2006/main">
  <p:tag name="KSO_WM_DIAGRAM_VIRTUALLY_FRAME" val="{&quot;height&quot;:304.7015748031496,&quot;left&quot;:45.236771653543286,&quot;top&quot;:138.6,&quot;width&quot;:896.7277974382536}"/>
</p:tagLst>
</file>

<file path=ppt/tags/tag199.xml><?xml version="1.0" encoding="utf-8"?>
<p:tagLst xmlns:p="http://schemas.openxmlformats.org/presentationml/2006/main">
  <p:tag name="KSO_WM_DIAGRAM_VIRTUALLY_FRAME" val="{&quot;height&quot;:304.7015748031496,&quot;left&quot;:45.236771653543286,&quot;top&quot;:138.6,&quot;width&quot;:896.7277974382536}"/>
</p:tagLst>
</file>

<file path=ppt/tags/tag200.xml><?xml version="1.0" encoding="utf-8"?>
<p:tagLst xmlns:p="http://schemas.openxmlformats.org/presentationml/2006/main">
  <p:tag name="KSO_WM_DIAGRAM_VIRTUALLY_FRAME" val="{&quot;height&quot;:304.7015748031496,&quot;left&quot;:45.236771653543286,&quot;top&quot;:138.6,&quot;width&quot;:896.7277974382536}"/>
</p:tagLst>
</file>

<file path=ppt/tags/tag201.xml><?xml version="1.0" encoding="utf-8"?>
<p:tagLst xmlns:p="http://schemas.openxmlformats.org/presentationml/2006/main">
  <p:tag name="KSO_WM_DIAGRAM_VIRTUALLY_FRAME" val="{&quot;height&quot;:304.7015748031496,&quot;left&quot;:45.236771653543286,&quot;top&quot;:138.6,&quot;width&quot;:896.7277974382536}"/>
</p:tagLst>
</file>

<file path=ppt/tags/tag202.xml><?xml version="1.0" encoding="utf-8"?>
<p:tagLst xmlns:p="http://schemas.openxmlformats.org/presentationml/2006/main">
  <p:tag name="KSO_WM_DIAGRAM_VIRTUALLY_FRAME" val="{&quot;height&quot;:304.7015748031496,&quot;left&quot;:45.236771653543286,&quot;top&quot;:138.6,&quot;width&quot;:896.7277974382536}"/>
</p:tagLst>
</file>

<file path=ppt/tags/tag203.xml><?xml version="1.0" encoding="utf-8"?>
<p:tagLst xmlns:p="http://schemas.openxmlformats.org/presentationml/2006/main">
  <p:tag name="KSO_WM_DIAGRAM_VIRTUALLY_FRAME" val="{&quot;height&quot;:304.7015748031496,&quot;left&quot;:45.236771653543286,&quot;top&quot;:138.6,&quot;width&quot;:896.7277974382536}"/>
</p:tagLst>
</file>

<file path=ppt/tags/tag204.xml><?xml version="1.0" encoding="utf-8"?>
<p:tagLst xmlns:p="http://schemas.openxmlformats.org/presentationml/2006/main">
  <p:tag name="KSO_WM_DIAGRAM_VIRTUALLY_FRAME" val="{&quot;height&quot;:304.7015748031496,&quot;left&quot;:45.236771653543286,&quot;top&quot;:138.6,&quot;width&quot;:896.7277974382536}"/>
</p:tagLst>
</file>

<file path=ppt/tags/tag205.xml><?xml version="1.0" encoding="utf-8"?>
<p:tagLst xmlns:p="http://schemas.openxmlformats.org/presentationml/2006/main">
  <p:tag name="KSO_WM_DIAGRAM_VIRTUALLY_FRAME" val="{&quot;height&quot;:304.7015748031496,&quot;left&quot;:45.236771653543286,&quot;top&quot;:138.6,&quot;width&quot;:896.7277974382536}"/>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1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3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5450</Words>
  <Application>WPS 演示</Application>
  <PresentationFormat>宽屏</PresentationFormat>
  <Paragraphs>344</Paragraphs>
  <Slides>40</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40</vt:i4>
      </vt:variant>
    </vt:vector>
  </HeadingPairs>
  <TitlesOfParts>
    <vt:vector size="51" baseType="lpstr">
      <vt:lpstr>Arial</vt:lpstr>
      <vt:lpstr>宋体</vt:lpstr>
      <vt:lpstr>Wingdings</vt:lpstr>
      <vt:lpstr>微软雅黑</vt:lpstr>
      <vt:lpstr>Wingdings</vt:lpstr>
      <vt:lpstr>等线</vt:lpstr>
      <vt:lpstr>DIN-BoldItalic</vt:lpstr>
      <vt:lpstr>思源宋体</vt:lpstr>
      <vt:lpstr>JetBrainsMono NF</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1149</cp:revision>
  <dcterms:created xsi:type="dcterms:W3CDTF">2019-06-19T02:08:00Z</dcterms:created>
  <dcterms:modified xsi:type="dcterms:W3CDTF">2026-05-23T11:54:43Z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9E46EBB7981748209C44FE501EBAF886_13</vt:lpwstr>
  </property>
</Properties>
</file>