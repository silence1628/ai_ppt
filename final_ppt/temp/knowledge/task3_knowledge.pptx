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6"/>
  </p:notesMasterIdLst>
  <p:handoutMasterIdLst>
    <p:handoutMasterId r:id="rId51"/>
  </p:handoutMasterIdLst>
  <p:sldIdLst>
    <p:sldId id="2859" r:id="rId4"/>
    <p:sldId id="2904" r:id="rId5"/>
    <p:sldId id="2903" r:id="rId7"/>
    <p:sldId id="2902" r:id="rId8"/>
    <p:sldId id="2901" r:id="rId9"/>
    <p:sldId id="2900" r:id="rId10"/>
    <p:sldId id="2899" r:id="rId11"/>
    <p:sldId id="2898" r:id="rId12"/>
    <p:sldId id="2897" r:id="rId13"/>
    <p:sldId id="2896" r:id="rId14"/>
    <p:sldId id="2895" r:id="rId15"/>
    <p:sldId id="2894" r:id="rId16"/>
    <p:sldId id="2893" r:id="rId17"/>
    <p:sldId id="2892" r:id="rId18"/>
    <p:sldId id="2891" r:id="rId19"/>
    <p:sldId id="2890" r:id="rId20"/>
    <p:sldId id="2889" r:id="rId21"/>
    <p:sldId id="2888" r:id="rId22"/>
    <p:sldId id="2887" r:id="rId23"/>
    <p:sldId id="2886" r:id="rId24"/>
    <p:sldId id="2885" r:id="rId25"/>
    <p:sldId id="2884" r:id="rId26"/>
    <p:sldId id="2883" r:id="rId27"/>
    <p:sldId id="2882" r:id="rId28"/>
    <p:sldId id="2881" r:id="rId29"/>
    <p:sldId id="2880" r:id="rId30"/>
    <p:sldId id="2879" r:id="rId31"/>
    <p:sldId id="2878" r:id="rId32"/>
    <p:sldId id="2877" r:id="rId33"/>
    <p:sldId id="2876" r:id="rId34"/>
    <p:sldId id="2875" r:id="rId35"/>
    <p:sldId id="2874" r:id="rId36"/>
    <p:sldId id="2873" r:id="rId37"/>
    <p:sldId id="2872" r:id="rId38"/>
    <p:sldId id="2871" r:id="rId39"/>
    <p:sldId id="2870" r:id="rId40"/>
    <p:sldId id="2869" r:id="rId41"/>
    <p:sldId id="2868" r:id="rId42"/>
    <p:sldId id="2867" r:id="rId43"/>
    <p:sldId id="2866" r:id="rId44"/>
    <p:sldId id="2865" r:id="rId45"/>
    <p:sldId id="2864" r:id="rId46"/>
    <p:sldId id="2863" r:id="rId47"/>
    <p:sldId id="2862" r:id="rId48"/>
    <p:sldId id="2861" r:id="rId49"/>
    <p:sldId id="2860" r:id="rId50"/>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16" userDrawn="1">
          <p15:clr>
            <a:srgbClr val="A4A3A4"/>
          </p15:clr>
        </p15:guide>
        <p15:guide id="2" pos="36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816"/>
        <p:guide pos="367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6" Type="http://schemas.openxmlformats.org/officeDocument/2006/relationships/tags" Target="tags/tag296.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1" Type="http://schemas.openxmlformats.org/officeDocument/2006/relationships/slideLayout" Target="../slideLayouts/slideLayout15.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2" Type="http://schemas.openxmlformats.org/officeDocument/2006/relationships/notesSlide" Target="../notesSlides/notesSlide1.xml"/><Relationship Id="rId11" Type="http://schemas.openxmlformats.org/officeDocument/2006/relationships/slideLayout" Target="../slideLayouts/slideLayout15.xml"/><Relationship Id="rId10" Type="http://schemas.openxmlformats.org/officeDocument/2006/relationships/tags" Target="../tags/tag99.xml"/><Relationship Id="rId1" Type="http://schemas.openxmlformats.org/officeDocument/2006/relationships/tags" Target="../tags/tag9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5.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1" Type="http://schemas.openxmlformats.org/officeDocument/2006/relationships/slideLayout" Target="../slideLayouts/slideLayout15.xml"/><Relationship Id="rId20" Type="http://schemas.openxmlformats.org/officeDocument/2006/relationships/tags" Target="../tags/tag126.xml"/><Relationship Id="rId2" Type="http://schemas.openxmlformats.org/officeDocument/2006/relationships/tags" Target="../tags/tag108.xml"/><Relationship Id="rId19" Type="http://schemas.openxmlformats.org/officeDocument/2006/relationships/tags" Target="../tags/tag125.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tags" Target="../tags/tag118.xml"/><Relationship Id="rId11" Type="http://schemas.openxmlformats.org/officeDocument/2006/relationships/tags" Target="../tags/tag117.xml"/><Relationship Id="rId10" Type="http://schemas.openxmlformats.org/officeDocument/2006/relationships/tags" Target="../tags/tag116.xml"/><Relationship Id="rId1" Type="http://schemas.openxmlformats.org/officeDocument/2006/relationships/tags" Target="../tags/tag107.xml"/></Relationships>
</file>

<file path=ppt/slides/_rels/slide8.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2" Type="http://schemas.openxmlformats.org/officeDocument/2006/relationships/notesSlide" Target="../notesSlides/notesSlide6.xml"/><Relationship Id="rId11" Type="http://schemas.openxmlformats.org/officeDocument/2006/relationships/slideLayout" Target="../slideLayouts/slideLayout15.xml"/><Relationship Id="rId10" Type="http://schemas.openxmlformats.org/officeDocument/2006/relationships/tags" Target="../tags/tag136.xml"/><Relationship Id="rId1" Type="http://schemas.openxmlformats.org/officeDocument/2006/relationships/tags" Target="../tags/tag1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13.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tags" Target="../tags/tag150.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2" Type="http://schemas.openxmlformats.org/officeDocument/2006/relationships/notesSlide" Target="../notesSlides/notesSlide11.xml"/><Relationship Id="rId11" Type="http://schemas.openxmlformats.org/officeDocument/2006/relationships/slideLayout" Target="../slideLayouts/slideLayout15.xml"/><Relationship Id="rId10" Type="http://schemas.openxmlformats.org/officeDocument/2006/relationships/tags" Target="../tags/tag153.xml"/><Relationship Id="rId1" Type="http://schemas.openxmlformats.org/officeDocument/2006/relationships/tags" Target="../tags/tag14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5.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5.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 Type="http://schemas.openxmlformats.org/officeDocument/2006/relationships/tags" Target="../tags/tag157.xml"/></Relationships>
</file>

<file path=ppt/slides/_rels/slide18.xml.rels><?xml version="1.0" encoding="UTF-8" standalone="yes"?>
<Relationships xmlns="http://schemas.openxmlformats.org/package/2006/relationships"><Relationship Id="rId9" Type="http://schemas.openxmlformats.org/officeDocument/2006/relationships/tags" Target="../tags/tag169.xml"/><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tags" Target="../tags/tag170.xml"/><Relationship Id="rId1" Type="http://schemas.openxmlformats.org/officeDocument/2006/relationships/tags" Target="../tags/tag16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5.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s>
</file>

<file path=ppt/slides/_rels/slide23.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2" Type="http://schemas.openxmlformats.org/officeDocument/2006/relationships/notesSlide" Target="../notesSlides/notesSlide21.xml"/><Relationship Id="rId11" Type="http://schemas.openxmlformats.org/officeDocument/2006/relationships/slideLayout" Target="../slideLayouts/slideLayout15.xml"/><Relationship Id="rId10" Type="http://schemas.openxmlformats.org/officeDocument/2006/relationships/tags" Target="../tags/tag187.xml"/><Relationship Id="rId1" Type="http://schemas.openxmlformats.org/officeDocument/2006/relationships/tags" Target="../tags/tag17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5.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1" Type="http://schemas.openxmlformats.org/officeDocument/2006/relationships/slideLayout" Target="../slideLayouts/slideLayout15.xml"/><Relationship Id="rId20" Type="http://schemas.openxmlformats.org/officeDocument/2006/relationships/tags" Target="../tags/tag210.xml"/><Relationship Id="rId2" Type="http://schemas.openxmlformats.org/officeDocument/2006/relationships/tags" Target="../tags/tag192.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tags" Target="../tags/tag206.xml"/><Relationship Id="rId15" Type="http://schemas.openxmlformats.org/officeDocument/2006/relationships/tags" Target="../tags/tag205.xml"/><Relationship Id="rId14" Type="http://schemas.openxmlformats.org/officeDocument/2006/relationships/tags" Target="../tags/tag204.xml"/><Relationship Id="rId13" Type="http://schemas.openxmlformats.org/officeDocument/2006/relationships/tags" Target="../tags/tag203.xml"/><Relationship Id="rId12" Type="http://schemas.openxmlformats.org/officeDocument/2006/relationships/tags" Target="../tags/tag202.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1.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5.xml"/><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29.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tags" Target="../tags/tag221.xml"/><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2" Type="http://schemas.openxmlformats.org/officeDocument/2006/relationships/notesSlide" Target="../notesSlides/notesSlide26.xml"/><Relationship Id="rId11" Type="http://schemas.openxmlformats.org/officeDocument/2006/relationships/slideLayout" Target="../slideLayouts/slideLayout15.xml"/><Relationship Id="rId10" Type="http://schemas.openxmlformats.org/officeDocument/2006/relationships/tags" Target="../tags/tag224.xml"/><Relationship Id="rId1" Type="http://schemas.openxmlformats.org/officeDocument/2006/relationships/tags" Target="../tags/tag2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5.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5.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tags" Target="../tags/tag228.xml"/></Relationships>
</file>

<file path=ppt/slides/_rels/slide34.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1" Type="http://schemas.openxmlformats.org/officeDocument/2006/relationships/slideLayout" Target="../slideLayouts/slideLayout15.xml"/><Relationship Id="rId20" Type="http://schemas.openxmlformats.org/officeDocument/2006/relationships/tags" Target="../tags/tag251.xml"/><Relationship Id="rId2" Type="http://schemas.openxmlformats.org/officeDocument/2006/relationships/tags" Target="../tags/tag233.xml"/><Relationship Id="rId19" Type="http://schemas.openxmlformats.org/officeDocument/2006/relationships/tags" Target="../tags/tag250.xml"/><Relationship Id="rId18" Type="http://schemas.openxmlformats.org/officeDocument/2006/relationships/tags" Target="../tags/tag249.xml"/><Relationship Id="rId17" Type="http://schemas.openxmlformats.org/officeDocument/2006/relationships/tags" Target="../tags/tag248.xml"/><Relationship Id="rId16" Type="http://schemas.openxmlformats.org/officeDocument/2006/relationships/tags" Target="../tags/tag247.xml"/><Relationship Id="rId15" Type="http://schemas.openxmlformats.org/officeDocument/2006/relationships/tags" Target="../tags/tag246.xml"/><Relationship Id="rId14" Type="http://schemas.openxmlformats.org/officeDocument/2006/relationships/tags" Target="../tags/tag245.xml"/><Relationship Id="rId13" Type="http://schemas.openxmlformats.org/officeDocument/2006/relationships/tags" Target="../tags/tag244.xml"/><Relationship Id="rId12" Type="http://schemas.openxmlformats.org/officeDocument/2006/relationships/tags" Target="../tags/tag243.xml"/><Relationship Id="rId11" Type="http://schemas.openxmlformats.org/officeDocument/2006/relationships/tags" Target="../tags/tag242.xml"/><Relationship Id="rId10" Type="http://schemas.openxmlformats.org/officeDocument/2006/relationships/tags" Target="../tags/tag241.xml"/><Relationship Id="rId1" Type="http://schemas.openxmlformats.org/officeDocument/2006/relationships/tags" Target="../tags/tag232.xml"/></Relationships>
</file>

<file path=ppt/slides/_rels/slide35.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2" Type="http://schemas.openxmlformats.org/officeDocument/2006/relationships/notesSlide" Target="../notesSlides/notesSlide31.xml"/><Relationship Id="rId11" Type="http://schemas.openxmlformats.org/officeDocument/2006/relationships/slideLayout" Target="../slideLayouts/slideLayout15.xml"/><Relationship Id="rId10" Type="http://schemas.openxmlformats.org/officeDocument/2006/relationships/tags" Target="../tags/tag261.xml"/><Relationship Id="rId1" Type="http://schemas.openxmlformats.org/officeDocument/2006/relationships/tags" Target="../tags/tag25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5.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tags" Target="../tags/tag26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5.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tags" Target="../tags/tag265.xml"/></Relationships>
</file>

<file path=ppt/slides/_rels/slide40.xml.rels><?xml version="1.0" encoding="UTF-8" standalone="yes"?>
<Relationships xmlns="http://schemas.openxmlformats.org/package/2006/relationships"><Relationship Id="rId9" Type="http://schemas.openxmlformats.org/officeDocument/2006/relationships/tags" Target="../tags/tag277.xml"/><Relationship Id="rId8" Type="http://schemas.openxmlformats.org/officeDocument/2006/relationships/tags" Target="../tags/tag276.xml"/><Relationship Id="rId7" Type="http://schemas.openxmlformats.org/officeDocument/2006/relationships/tags" Target="../tags/tag275.xml"/><Relationship Id="rId6" Type="http://schemas.openxmlformats.org/officeDocument/2006/relationships/tags" Target="../tags/tag274.xml"/><Relationship Id="rId5" Type="http://schemas.openxmlformats.org/officeDocument/2006/relationships/tags" Target="../tags/tag273.xml"/><Relationship Id="rId4" Type="http://schemas.openxmlformats.org/officeDocument/2006/relationships/tags" Target="../tags/tag272.xml"/><Relationship Id="rId3" Type="http://schemas.openxmlformats.org/officeDocument/2006/relationships/tags" Target="../tags/tag271.xml"/><Relationship Id="rId2" Type="http://schemas.openxmlformats.org/officeDocument/2006/relationships/tags" Target="../tags/tag270.xml"/><Relationship Id="rId12" Type="http://schemas.openxmlformats.org/officeDocument/2006/relationships/notesSlide" Target="../notesSlides/notesSlide36.xml"/><Relationship Id="rId11" Type="http://schemas.openxmlformats.org/officeDocument/2006/relationships/slideLayout" Target="../slideLayouts/slideLayout15.xml"/><Relationship Id="rId10" Type="http://schemas.openxmlformats.org/officeDocument/2006/relationships/tags" Target="../tags/tag278.xml"/><Relationship Id="rId1" Type="http://schemas.openxmlformats.org/officeDocument/2006/relationships/tags" Target="../tags/tag26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5.xml"/><Relationship Id="rId3" Type="http://schemas.openxmlformats.org/officeDocument/2006/relationships/tags" Target="../tags/tag281.xml"/><Relationship Id="rId2" Type="http://schemas.openxmlformats.org/officeDocument/2006/relationships/tags" Target="../tags/tag280.xml"/><Relationship Id="rId1" Type="http://schemas.openxmlformats.org/officeDocument/2006/relationships/tags" Target="../tags/tag27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5.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s>
</file>

<file path=ppt/slides/_rels/slide45.xml.rels><?xml version="1.0" encoding="UTF-8" standalone="yes"?>
<Relationships xmlns="http://schemas.openxmlformats.org/package/2006/relationships"><Relationship Id="rId9" Type="http://schemas.openxmlformats.org/officeDocument/2006/relationships/tags" Target="../tags/tag294.xml"/><Relationship Id="rId8" Type="http://schemas.openxmlformats.org/officeDocument/2006/relationships/tags" Target="../tags/tag293.xml"/><Relationship Id="rId7" Type="http://schemas.openxmlformats.org/officeDocument/2006/relationships/tags" Target="../tags/tag292.xml"/><Relationship Id="rId6" Type="http://schemas.openxmlformats.org/officeDocument/2006/relationships/tags" Target="../tags/tag291.xml"/><Relationship Id="rId5" Type="http://schemas.openxmlformats.org/officeDocument/2006/relationships/tags" Target="../tags/tag290.xml"/><Relationship Id="rId4" Type="http://schemas.openxmlformats.org/officeDocument/2006/relationships/tags" Target="../tags/tag289.xml"/><Relationship Id="rId3" Type="http://schemas.openxmlformats.org/officeDocument/2006/relationships/tags" Target="../tags/tag288.xml"/><Relationship Id="rId2" Type="http://schemas.openxmlformats.org/officeDocument/2006/relationships/tags" Target="../tags/tag287.xml"/><Relationship Id="rId12" Type="http://schemas.openxmlformats.org/officeDocument/2006/relationships/notesSlide" Target="../notesSlides/notesSlide41.xml"/><Relationship Id="rId11" Type="http://schemas.openxmlformats.org/officeDocument/2006/relationships/slideLayout" Target="../slideLayouts/slideLayout15.xml"/><Relationship Id="rId10" Type="http://schemas.openxmlformats.org/officeDocument/2006/relationships/tags" Target="../tags/tag295.xml"/><Relationship Id="rId1" Type="http://schemas.openxmlformats.org/officeDocument/2006/relationships/tags" Target="../tags/tag28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一、从提示词到工作流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在项目一中，我们通过提示词工程（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 Engineering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）解决了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如何告诉模型做什么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的问题，但在真实的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系统中，仅有一个优质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仍然不够。因为企业场景中的任务往往不是一步完成的，而是要经历输入接收、意图判断、知识检索、信息补全、工具计算、结果格式化、状态保存等多个环节。</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提示词可以说是节点的行为说明书，而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则是这些说明书被组织起来之后的执行流程。如果没有工作流，模型虽然会回答，但不会稳定地接收变量、判断分支、调用工具，也不会在多轮对话中持续保持上下文。</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因此，学员需要建立一个新的视角：</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Agent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不是一个节点，而是一条链路。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节点不是随便堆砌，而是要承担明确职责。</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变量不是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临时文本</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，而是流程里的数据载体。</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多轮对话不是依赖模型本身的上下文记录，而是系统显式地管理会话和历史。</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很多初学者刚接触工作流平台时，容易把它理解成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把几个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Prompt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连起来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。这种理解并不完整。工作流中真正重要的，不只是每个节点说了什么，更包括：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上一个节点输出了什么字段。</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下一个节点期待接收什么类型的数据。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条件分支依据什么变量做判断。</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哪些信息要进入上下文，哪些不能进入。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哪些结果需要持久化到会话中，哪些只用于本轮计算。</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工作流设计的核心不是节点越多越复杂越高级，而是每个节点各司其职，节点之间传得稳、接得住、判得清。</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二、构建工作流的</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积木</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：组件功能和选择</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，开始节点（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Start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）负责声明这条工作流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从哪里拿数据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。结束节点（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End</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）负责声明这条工作流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最后产出什么</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。看似简单，实际上它们决定了整个流程的数据边界。</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工作流的开始节点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的结束节点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开始节点决定系统从哪里接收原始输入，它可能接收用户文本、上传文件、系统时间、业务参数或会话标识。结束节点则决定流程最终交付什么，它可能是一段回复文本，也可能是一组结构化字段，或者是一份供外部系统直接消费的对象。</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实训中许多问题，并不是中间推理出了错，而是起点没有定义清楚、终点没有约束稳定，导致整个流程虽然看起来完成了运行，却在某一节点处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卡死</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，无法进入后续系统。</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如果把工作流比作一条生产线，那么开始节点定义的是设定原材料的规格，结束节点定义的是最后输出的成品规格。如果两端设定不清晰，中间过程的管理一定是混乱的。</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LLM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节点是工作流中的语义推理核心，如图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。它最擅长处理自然语言理解、意图识别、信息抽取、开放式分类、文本归纳和自然语言生成等任务。凡是必须依赖语义理解与上下文推理的工作，都适合交给</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节点来完成。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的大模型节点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但一个成熟的系统绝不会让模型包办一切。规则明确的逻辑判断，应由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控制节点处理；数值计算、字段清洗、批量处理、格式标准化等工作，更适合交给代码节点完成；私有知识查询，则应交给知识库节点处理。对学员来说，本节最重要的，不是记住智能体节点能做什么，而是学会判断哪些任务不该让智能体去做。</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代码节点（图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）可以让用户编写代码实现自定义功能，适合承担程序化的工作，比如对数据的清洗、合并、增删或解析。通常我们会使用该节点处理数据，为后续节点提供结构化表达的对象。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的代码执行节点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知识检索节点与代码执行节点，分别代表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与外部知识能力、程序能力的协作方式。前者让回答建立在企业真实资料之上，后者则承担那些程序比模型更稳定、更可验证的任务，例如统计、规范化、阈值判断和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处理。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如图</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中提供了两种分解路由的方式，一种是传统的条件分支，通过设置条件变量来判断后续运行哪条分支。另一种是通过内置大模型的问题分类器，将输入的文本通过大模型进行语义分析，再根据设定的路由方案选择后续分支。</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的条件分支和问题分类节点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条件分支节点适合承接规则明确的流程分叉。例如，在售后客服的智能体流程中，设置两个变量</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代表用户意图，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need_clarification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判断已获取的信息是否充足，可以设置以下分支：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查询设备状态，进入知识库查询分支。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报修申请，进入补充设备编号分支。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3)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need_clarification=true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，进入追问分支。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如果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重置会话，进入记忆清空分支。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在一般的开发流程中，我们会采用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负责判断意图，</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IF/ELSE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负责执行路由。虽然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提供了可以直接用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判断意图并执行路由的问题分类节点，但在实际开发过程中这两者最好分开，不要让一个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节点一边判断、一边自己决定整条流程怎么走，可控性会明显下降。</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变量聚合器（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Variable Aggregator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）常用于把多个分支、多个节点或多个迭代结果汇总到一起，方便后续统一处理。它的价值很大，但也是工作流里最容易出现问题的节点之一。</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名称看，学员可能会误以为该节点可以实现变量的拼接，但实际上变量聚合器只会将传入该节点的第一个有效变量作为输出结果。因此该节点多伴随在条件分支路由的后端，用于将两条路由合并，但实际上只会从其中得到一个变量的结果作为后续节点的统一处理变量。</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的变量聚合器内置变量格式检测，如果和设定变量类型不匹配的变量无法被检测到，如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。但如果同样是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的变量不会有进一步检测，这也导致变量聚合器接收到的变量可能是不同结构，如果没有进一步处理为统一格式，很容易导致后续节点因为格式不匹配等问题产生报错。</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如图变量聚合器聚合的常用方法，在前置节点被条件分支分开的两条路由，分别导向智能体节点和代码执行节点，二者的输出变量汇聚到变量聚合器后，被输出为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Group0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变量。但根据前置路由我们会发现，在智能体和代码执行两个节点中，只会有一个符合前置条件分支的节点被执行，而另一个没有被执行，所以是空变量。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因此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Group0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的结果是二者之一，但如果通过某些方式，设置汇入变量聚合器的两个变量都有效，此时变量聚合器返回的是从上到下的第一个有效变量，在下图中是来自智能体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_0</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节点的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content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变量聚合器和分支节点虽然更像辅助组件，但它们往往直接决定流程稳定性。很多真实问题并不出现在模型本身，而出现在这些节点之间，例如输出结构不一致、聚合结果类型混乱、数组层级出错、模板引用空字段等。</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因此，这一节要向学员传达的是：工作流不是节点展示，而是职责组织；节点设计的专业性，最终体现在整个系统能否稳定协作。</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除了上述节点外，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还有提供模板转换、循环和迭代等方法，在本节中不再一一介绍，学员有兴趣可以自行学习并应用在自己的智能体工作流开发中。</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三、变量管理与数据传递</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四、对话型工作流</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果说节点是工作流的器官，那么变量就是工作流中的血液与血管。一个节点是否能正常工作，很大程度上取决于它当前拿到了什么数据；一个工作流是否稳定运行，本质上取决于这些数据能否在不同节点之间被正确地传递、命名、解释和消费。很多表面看起来像模型发挥不稳定的问题，实际根因恰恰是变量没有传对、传全，或者字段名称、类型、作用域存在不一致。</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上下文管理是变量管理中最容易被误解的一部分。很多初学者天然会觉得，把信息给模型给得越多越好，似乎上下文越长，系统越聪明。但在工程实践中，上下文的核心原则并不是尽可能多，而是够用即可。如果传入的信息过少，模型会表现为失忆、误判或重复追问；如果传入的信息过多，则会增加噪声、抬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成本，并掩盖真正关键的变量。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更专业的做法，是围绕当前节点的职责，有选择地传入必要信息。也就是说，变量管理不是单纯的在流程中添加或删减变量，更是一次上下文裁剪与信息组织能力的训练。</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学员需要形成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变量契约</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的概念。所谓变量契约，是在搭流程之前，就先明确关键变量的名称、类型、来源、含义和是否必填。它看起来像一种额外的文档习惯，但本质上是工程化流程设计的基础。</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变量契约的价值，在于减少字段混乱、提高团队协作效率、降低后期维护成本，并让调试过程变成检查字段，通过比对预期值来调整工作流。</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变量契约表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变量名</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类型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来源节点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含义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是否必填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user_query
string
Start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用户当前输入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intent
string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意图识别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用户意图类别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missing_slots
array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槽位判断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缺失参数列表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rag_context
string
RAG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检索到的知识片段</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否</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final_answer
string
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回答生成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最终回复内容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二、构建工作流的</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积木</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：组件功能和选择</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一、从提示词到工作流</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三、变量管理与数据传递</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四、对话型工作流</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工作流（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更适合一次性任务，如总结一份文档、处理一次表格数据等，这类流程通常是单次执行即结束，执行完成后，流程本身并不自动保留历史状态。每执行一次，通常只接收当前输入，产出当前输出，流程中不会自动知道上一轮执行的记录。所以，当业务需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追问、补槽、连续确认、上下文延续</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时，单纯使用无状态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Workflow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往往不够。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对话流（</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）则用于持续对话场景。系统会自动维护会话</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ID</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、历史消息和部分上下文，使得用户的多轮输入能够被视为同一段连续交互。因此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可以理解为带状态的工作流。</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会话记忆机制决定了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在多轮对话中是否具有连续性。没有记忆，多轮对话就会退化为很多次单轮问答；记忆配置不当，则可能引发信息污染、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Token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膨胀或答非所问。</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需要特别说明的是，不同平台对</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记忆</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的实现方式并不完全相同。有的平台提供独立的记忆组件，有的平台则是在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节点中配置历史注入，有的平台把会话历史管理放在</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Chatflow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运行时中自动处理。因此，从更专业和更通用的角度看，本节讨论的重点应当是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会话记忆机制</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，而不只是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RAGFlow</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或某个平台上的某一个具体节点。</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rPr>
              <a:t>在很多平台中，记忆能力不是自动产生的，而是需要在</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节点中显式配置对话历史变量，或启用对应的历史注入选项。其本质，是让模型在当前轮输出内容生成时，看见之前若干轮的消息。当然很多大模型内置有记忆功能，在简单的工作流对话中，可以发现大模型能够识别到之前对话的内容。但这只是大模型节点自身的记忆功能，它所认识到的不是整个工作流会话的记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41700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5031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11650" y="2206625"/>
            <a:ext cx="7312025" cy="4109085"/>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如果你的问题是它前面或者后续节点的工作内容，那会发现大模型就束手无策了。但在实际的项目实施中，记录整个会话过程的历史是工作流搭建不可或缺的一环。常见配置思路是在系统中显示指定一个历史变量，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`history`</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。再决定它所携带的用户信息，并在流程中显式更新，以及在提示词中明确要求模型结合该变量理解当前问题：</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rot="0">
            <a:off x="326390" y="1431290"/>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9" name="矩形 8"/>
          <p:cNvSpPr/>
          <p:nvPr/>
        </p:nvSpPr>
        <p:spPr>
          <a:xfrm>
            <a:off x="83369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58470" y="2379980"/>
            <a:ext cx="7291705" cy="364109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这种写法把历史记录和当前问题区分开了，让模型关注点主次分明，避免把所有内容混成一团。</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4241800"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8334" y="1904999"/>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4" name="文本框 3"/>
          <p:cNvSpPr txBox="1"/>
          <p:nvPr/>
        </p:nvSpPr>
        <p:spPr>
          <a:xfrm>
            <a:off x="46686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在企业</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Agent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中，真正决定系统效率的，往往并不是语言表达是否自然，而是它能否快速判断当前输入属于什么任务、还缺什么信息、下一步应该往哪里走。也就是说，多轮系统的关键，不只是连续对话能力，而是业务推进能力。这就需要引入意图识别、补槽机制和会话路由。</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975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673100" y="1967230"/>
            <a:ext cx="7158355" cy="4202430"/>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意图识别的本质，是把用户自然语言映射成业务动作。用户说</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帮我报修</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巡检标准温度是多少</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设备编号是</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AC-204”“</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不用继续了，重新开始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，从人类角度看只是不同句子，但在系统内部，它们对应的却是不同流程入口。成熟的设计通常会先让</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节点完成语义判断，再输出结构化结果。这样的设计把</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理解</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执行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分离开来，既保留了模型对自然语言的适应能力，也保证了流程整体的可控性。</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8368684" y="1773555"/>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0"/>
          <p:cNvSpPr/>
          <p:nvPr/>
        </p:nvSpPr>
        <p:spPr>
          <a:xfrm>
            <a:off x="478282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612775" y="2370138"/>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5" name="文本框 4"/>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031105" y="1828165"/>
            <a:ext cx="6608445" cy="400304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在任务型对话中，补槽机制（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Slot Filling</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尤其重要。许多业务任务在信息不完整时，并不能直接生成结果。报修需要设备编号、位置、故障现象和联系人；预约需要时间、地点和对象；审批需要事项、理由和附件。补槽并不是多问几句，而是一种结构化的信息收集过程。</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rot="0">
            <a:off x="385445" y="1786255"/>
            <a:ext cx="7734935" cy="4715510"/>
            <a:chOff x="5049" y="1927"/>
            <a:chExt cx="9267" cy="5731"/>
          </a:xfrm>
          <a:solidFill>
            <a:srgbClr val="1E8CE5"/>
          </a:solidFill>
        </p:grpSpPr>
        <p:sp>
          <p:nvSpPr>
            <p:cNvPr id="16" name="任意多边形 15"/>
            <p:cNvSpPr/>
            <p:nvPr>
              <p:custDataLst>
                <p:tags r:id="rId1"/>
              </p:custDataLst>
            </p:nvPr>
          </p:nvSpPr>
          <p:spPr>
            <a:xfrm rot="10800000">
              <a:off x="11403" y="7498"/>
              <a:ext cx="1928" cy="150"/>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950" h="150">
                  <a:moveTo>
                    <a:pt x="157" y="0"/>
                  </a:moveTo>
                  <a:lnTo>
                    <a:pt x="1793" y="0"/>
                  </a:lnTo>
                  <a:lnTo>
                    <a:pt x="1950" y="150"/>
                  </a:lnTo>
                  <a:lnTo>
                    <a:pt x="0" y="150"/>
                  </a:lnTo>
                  <a:lnTo>
                    <a:pt x="15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任意多边形 16"/>
            <p:cNvSpPr/>
            <p:nvPr>
              <p:custDataLst>
                <p:tags r:id="rId2"/>
              </p:custDataLst>
            </p:nvPr>
          </p:nvSpPr>
          <p:spPr>
            <a:xfrm rot="5400000">
              <a:off x="6739" y="236"/>
              <a:ext cx="5731" cy="9112"/>
            </a:xfrm>
            <a:custGeom>
              <a:avLst/>
              <a:gdLst>
                <a:gd name="adj" fmla="val 104500"/>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540" h="9270">
                  <a:moveTo>
                    <a:pt x="392" y="125"/>
                  </a:moveTo>
                  <a:lnTo>
                    <a:pt x="400" y="7061"/>
                  </a:lnTo>
                  <a:lnTo>
                    <a:pt x="152" y="7361"/>
                  </a:lnTo>
                  <a:lnTo>
                    <a:pt x="164" y="9131"/>
                  </a:lnTo>
                  <a:lnTo>
                    <a:pt x="4383" y="9145"/>
                  </a:lnTo>
                  <a:lnTo>
                    <a:pt x="4383" y="125"/>
                  </a:lnTo>
                  <a:lnTo>
                    <a:pt x="392" y="125"/>
                  </a:lnTo>
                  <a:close/>
                  <a:moveTo>
                    <a:pt x="252" y="0"/>
                  </a:moveTo>
                  <a:lnTo>
                    <a:pt x="4540" y="0"/>
                  </a:lnTo>
                  <a:lnTo>
                    <a:pt x="4540" y="830"/>
                  </a:lnTo>
                  <a:lnTo>
                    <a:pt x="4390" y="987"/>
                  </a:lnTo>
                  <a:lnTo>
                    <a:pt x="4390" y="2623"/>
                  </a:lnTo>
                  <a:lnTo>
                    <a:pt x="4540" y="2780"/>
                  </a:lnTo>
                  <a:lnTo>
                    <a:pt x="4540" y="9270"/>
                  </a:lnTo>
                  <a:lnTo>
                    <a:pt x="4342" y="9269"/>
                  </a:lnTo>
                  <a:lnTo>
                    <a:pt x="4238" y="9170"/>
                  </a:lnTo>
                  <a:lnTo>
                    <a:pt x="3418" y="9170"/>
                  </a:lnTo>
                  <a:lnTo>
                    <a:pt x="3317" y="9266"/>
                  </a:lnTo>
                  <a:lnTo>
                    <a:pt x="8" y="9256"/>
                  </a:lnTo>
                  <a:lnTo>
                    <a:pt x="0" y="7269"/>
                  </a:lnTo>
                  <a:lnTo>
                    <a:pt x="254" y="7041"/>
                  </a:lnTo>
                  <a:lnTo>
                    <a:pt x="2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梯形 17"/>
            <p:cNvSpPr/>
            <p:nvPr>
              <p:custDataLst>
                <p:tags r:id="rId3"/>
              </p:custDataLst>
            </p:nvPr>
          </p:nvSpPr>
          <p:spPr>
            <a:xfrm rot="5400000">
              <a:off x="13749" y="4156"/>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custDataLst>
                <p:tags r:id="rId4"/>
              </p:custDataLst>
            </p:nvPr>
          </p:nvSpPr>
          <p:spPr>
            <a:xfrm>
              <a:off x="6194" y="7431"/>
              <a:ext cx="964" cy="170"/>
            </a:xfrm>
            <a:prstGeom prst="trapezoid">
              <a:avLst>
                <a:gd name="adj" fmla="val 1045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8275521" y="1842581"/>
            <a:ext cx="3494356" cy="46589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3" name="文本框 2"/>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527050" y="2218055"/>
            <a:ext cx="7366000" cy="40970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一个专业的补槽系统，必须先知道完成当前任务至少需要哪些参数，再根据当前状态判断还缺少什么，并且在每一轮只追问最关键的少数字段，而不是一次性抛出大量泛化问题。补槽的本质不是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增强聊天感</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，而是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推动业务向完成状态推进</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与之相伴的，是新话题识别与会话重置机制。真实用户并不会严格沿着系统预设路径交互，他可能在补充报修信息时突然转去问知识问题，也可能直接中断当前任务重新开始。如果系统不能正确识别这些行为，就会出现旧状态污染新任务的问题：知识问答被错误地当成报修信息补充，旧槽位被错误带入新流程，或者系统继续追问已经无关的字段。</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因此，有必要让智能体知道如何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继续当前任务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，以及如何</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结束当前任务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，或者在不同任务之间切换。对企业级智能体来说，这种话题边界感并不是锦上添花，而是系统长期可用的重要前提。</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283.4,&quot;left&quot;:42.29937007874014,&quot;top&quot;:157.55,&quot;width&quot;:912.1340097406343}"/>
</p:tagLst>
</file>

<file path=ppt/tags/tag71.xml><?xml version="1.0" encoding="utf-8"?>
<p:tagLst xmlns:p="http://schemas.openxmlformats.org/presentationml/2006/main">
  <p:tag name="KSO_WM_DIAGRAM_VIRTUALLY_FRAME" val="{&quot;height&quot;:283.4,&quot;left&quot;:42.29937007874014,&quot;top&quot;:157.55,&quot;width&quot;:912.1340097406343}"/>
</p:tagLst>
</file>

<file path=ppt/tags/tag72.xml><?xml version="1.0" encoding="utf-8"?>
<p:tagLst xmlns:p="http://schemas.openxmlformats.org/presentationml/2006/main">
  <p:tag name="KSO_WM_DIAGRAM_VIRTUALLY_FRAME" val="{&quot;height&quot;:283.4,&quot;left&quot;:42.29937007874014,&quot;top&quot;:157.55,&quot;width&quot;:912.1340097406343}"/>
</p:tagLst>
</file>

<file path=ppt/tags/tag73.xml><?xml version="1.0" encoding="utf-8"?>
<p:tagLst xmlns:p="http://schemas.openxmlformats.org/presentationml/2006/main">
  <p:tag name="KSO_WM_DIAGRAM_VIRTUALLY_FRAME" val="{&quot;height&quot;:283.4,&quot;left&quot;:42.29937007874014,&quot;top&quot;:157.55,&quot;width&quot;:912.1340097406343}"/>
</p:tagLst>
</file>

<file path=ppt/tags/tag74.xml><?xml version="1.0" encoding="utf-8"?>
<p:tagLst xmlns:p="http://schemas.openxmlformats.org/presentationml/2006/main">
  <p:tag name="KSO_WM_DIAGRAM_VIRTUALLY_FRAME" val="{&quot;height&quot;:283.4,&quot;left&quot;:42.29937007874014,&quot;top&quot;:157.55,&quot;width&quot;:912.1340097406343}"/>
</p:tagLst>
</file>

<file path=ppt/tags/tag75.xml><?xml version="1.0" encoding="utf-8"?>
<p:tagLst xmlns:p="http://schemas.openxmlformats.org/presentationml/2006/main">
  <p:tag name="KSO_WM_DIAGRAM_VIRTUALLY_FRAME" val="{&quot;height&quot;:283.4,&quot;left&quot;:42.29937007874014,&quot;top&quot;:157.55,&quot;width&quot;:912.1340097406343}"/>
</p:tagLst>
</file>

<file path=ppt/tags/tag76.xml><?xml version="1.0" encoding="utf-8"?>
<p:tagLst xmlns:p="http://schemas.openxmlformats.org/presentationml/2006/main">
  <p:tag name="KSO_WM_DIAGRAM_VIRTUALLY_FRAME" val="{&quot;height&quot;:283.4,&quot;left&quot;:42.29937007874014,&quot;top&quot;:157.55,&quot;width&quot;:912.1340097406343}"/>
</p:tagLst>
</file>

<file path=ppt/tags/tag77.xml><?xml version="1.0" encoding="utf-8"?>
<p:tagLst xmlns:p="http://schemas.openxmlformats.org/presentationml/2006/main">
  <p:tag name="KSO_WM_DIAGRAM_VIRTUALLY_FRAME" val="{&quot;height&quot;:283.4,&quot;left&quot;:42.29937007874014,&quot;top&quot;:157.55,&quot;width&quot;:912.1340097406343}"/>
</p:tagLst>
</file>

<file path=ppt/tags/tag78.xml><?xml version="1.0" encoding="utf-8"?>
<p:tagLst xmlns:p="http://schemas.openxmlformats.org/presentationml/2006/main">
  <p:tag name="KSO_WM_DIAGRAM_VIRTUALLY_FRAME" val="{&quot;height&quot;:283.4,&quot;left&quot;:42.29937007874014,&quot;top&quot;:157.55,&quot;width&quot;:912.1340097406343}"/>
</p:tagLst>
</file>

<file path=ppt/tags/tag79.xml><?xml version="1.0" encoding="utf-8"?>
<p:tagLst xmlns:p="http://schemas.openxmlformats.org/presentationml/2006/main">
  <p:tag name="KSO_WM_DIAGRAM_VIRTUALLY_FRAME" val="{&quot;height&quot;:283.4,&quot;left&quot;:42.29937007874014,&quot;top&quot;:157.55,&quot;width&quot;:912.1340097406343}"/>
</p:tagLst>
</file>

<file path=ppt/tags/tag8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0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DIAGRAM_VIRTUALLY_FRAME" val="{&quot;height&quot;:283.4,&quot;left&quot;:42.29937007874014,&quot;top&quot;:157.55,&quot;width&quot;:912.1340097406343}"/>
</p:tagLst>
</file>

<file path=ppt/tags/tag108.xml><?xml version="1.0" encoding="utf-8"?>
<p:tagLst xmlns:p="http://schemas.openxmlformats.org/presentationml/2006/main">
  <p:tag name="KSO_WM_DIAGRAM_VIRTUALLY_FRAME" val="{&quot;height&quot;:283.4,&quot;left&quot;:42.29937007874014,&quot;top&quot;:157.55,&quot;width&quot;:912.1340097406343}"/>
</p:tagLst>
</file>

<file path=ppt/tags/tag109.xml><?xml version="1.0" encoding="utf-8"?>
<p:tagLst xmlns:p="http://schemas.openxmlformats.org/presentationml/2006/main">
  <p:tag name="KSO_WM_DIAGRAM_VIRTUALLY_FRAME" val="{&quot;height&quot;:283.4,&quot;left&quot;:42.29937007874014,&quot;top&quot;:157.55,&quot;width&quot;:912.1340097406343}"/>
</p:tagLst>
</file>

<file path=ppt/tags/tag110.xml><?xml version="1.0" encoding="utf-8"?>
<p:tagLst xmlns:p="http://schemas.openxmlformats.org/presentationml/2006/main">
  <p:tag name="KSO_WM_DIAGRAM_VIRTUALLY_FRAME" val="{&quot;height&quot;:283.4,&quot;left&quot;:42.29937007874014,&quot;top&quot;:157.55,&quot;width&quot;:912.1340097406343}"/>
</p:tagLst>
</file>

<file path=ppt/tags/tag111.xml><?xml version="1.0" encoding="utf-8"?>
<p:tagLst xmlns:p="http://schemas.openxmlformats.org/presentationml/2006/main">
  <p:tag name="KSO_WM_DIAGRAM_VIRTUALLY_FRAME" val="{&quot;height&quot;:283.4,&quot;left&quot;:42.29937007874014,&quot;top&quot;:157.55,&quot;width&quot;:912.1340097406343}"/>
</p:tagLst>
</file>

<file path=ppt/tags/tag112.xml><?xml version="1.0" encoding="utf-8"?>
<p:tagLst xmlns:p="http://schemas.openxmlformats.org/presentationml/2006/main">
  <p:tag name="KSO_WM_DIAGRAM_VIRTUALLY_FRAME" val="{&quot;height&quot;:283.4,&quot;left&quot;:42.29937007874014,&quot;top&quot;:157.55,&quot;width&quot;:912.1340097406343}"/>
</p:tagLst>
</file>

<file path=ppt/tags/tag113.xml><?xml version="1.0" encoding="utf-8"?>
<p:tagLst xmlns:p="http://schemas.openxmlformats.org/presentationml/2006/main">
  <p:tag name="KSO_WM_DIAGRAM_VIRTUALLY_FRAME" val="{&quot;height&quot;:283.4,&quot;left&quot;:42.29937007874014,&quot;top&quot;:157.55,&quot;width&quot;:912.1340097406343}"/>
</p:tagLst>
</file>

<file path=ppt/tags/tag114.xml><?xml version="1.0" encoding="utf-8"?>
<p:tagLst xmlns:p="http://schemas.openxmlformats.org/presentationml/2006/main">
  <p:tag name="KSO_WM_DIAGRAM_VIRTUALLY_FRAME" val="{&quot;height&quot;:283.4,&quot;left&quot;:42.29937007874014,&quot;top&quot;:157.55,&quot;width&quot;:912.1340097406343}"/>
</p:tagLst>
</file>

<file path=ppt/tags/tag115.xml><?xml version="1.0" encoding="utf-8"?>
<p:tagLst xmlns:p="http://schemas.openxmlformats.org/presentationml/2006/main">
  <p:tag name="KSO_WM_DIAGRAM_VIRTUALLY_FRAME" val="{&quot;height&quot;:283.4,&quot;left&quot;:42.29937007874014,&quot;top&quot;:157.55,&quot;width&quot;:912.1340097406343}"/>
</p:tagLst>
</file>

<file path=ppt/tags/tag116.xml><?xml version="1.0" encoding="utf-8"?>
<p:tagLst xmlns:p="http://schemas.openxmlformats.org/presentationml/2006/main">
  <p:tag name="KSO_WM_DIAGRAM_VIRTUALLY_FRAME" val="{&quot;height&quot;:283.4,&quot;left&quot;:42.29937007874014,&quot;top&quot;:157.55,&quot;width&quot;:912.1340097406343}"/>
</p:tagLst>
</file>

<file path=ppt/tags/tag11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1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5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7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8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DIAGRAM_VIRTUALLY_FRAME" val="{&quot;height&quot;:283.4,&quot;left&quot;:42.29937007874014,&quot;top&quot;:157.55,&quot;width&quot;:912.1340097406343}"/>
</p:tagLst>
</file>

<file path=ppt/tags/tag192.xml><?xml version="1.0" encoding="utf-8"?>
<p:tagLst xmlns:p="http://schemas.openxmlformats.org/presentationml/2006/main">
  <p:tag name="KSO_WM_DIAGRAM_VIRTUALLY_FRAME" val="{&quot;height&quot;:283.4,&quot;left&quot;:42.29937007874014,&quot;top&quot;:157.55,&quot;width&quot;:912.1340097406343}"/>
</p:tagLst>
</file>

<file path=ppt/tags/tag193.xml><?xml version="1.0" encoding="utf-8"?>
<p:tagLst xmlns:p="http://schemas.openxmlformats.org/presentationml/2006/main">
  <p:tag name="KSO_WM_DIAGRAM_VIRTUALLY_FRAME" val="{&quot;height&quot;:283.4,&quot;left&quot;:42.29937007874014,&quot;top&quot;:157.55,&quot;width&quot;:912.1340097406343}"/>
</p:tagLst>
</file>

<file path=ppt/tags/tag194.xml><?xml version="1.0" encoding="utf-8"?>
<p:tagLst xmlns:p="http://schemas.openxmlformats.org/presentationml/2006/main">
  <p:tag name="KSO_WM_DIAGRAM_VIRTUALLY_FRAME" val="{&quot;height&quot;:283.4,&quot;left&quot;:42.29937007874014,&quot;top&quot;:157.55,&quot;width&quot;:912.1340097406343}"/>
</p:tagLst>
</file>

<file path=ppt/tags/tag195.xml><?xml version="1.0" encoding="utf-8"?>
<p:tagLst xmlns:p="http://schemas.openxmlformats.org/presentationml/2006/main">
  <p:tag name="KSO_WM_DIAGRAM_VIRTUALLY_FRAME" val="{&quot;height&quot;:283.4,&quot;left&quot;:42.29937007874014,&quot;top&quot;:157.55,&quot;width&quot;:912.1340097406343}"/>
</p:tagLst>
</file>

<file path=ppt/tags/tag196.xml><?xml version="1.0" encoding="utf-8"?>
<p:tagLst xmlns:p="http://schemas.openxmlformats.org/presentationml/2006/main">
  <p:tag name="KSO_WM_DIAGRAM_VIRTUALLY_FRAME" val="{&quot;height&quot;:283.4,&quot;left&quot;:42.29937007874014,&quot;top&quot;:157.55,&quot;width&quot;:912.1340097406343}"/>
</p:tagLst>
</file>

<file path=ppt/tags/tag197.xml><?xml version="1.0" encoding="utf-8"?>
<p:tagLst xmlns:p="http://schemas.openxmlformats.org/presentationml/2006/main">
  <p:tag name="KSO_WM_DIAGRAM_VIRTUALLY_FRAME" val="{&quot;height&quot;:283.4,&quot;left&quot;:42.29937007874014,&quot;top&quot;:157.55,&quot;width&quot;:912.1340097406343}"/>
</p:tagLst>
</file>

<file path=ppt/tags/tag198.xml><?xml version="1.0" encoding="utf-8"?>
<p:tagLst xmlns:p="http://schemas.openxmlformats.org/presentationml/2006/main">
  <p:tag name="KSO_WM_DIAGRAM_VIRTUALLY_FRAME" val="{&quot;height&quot;:283.4,&quot;left&quot;:42.29937007874014,&quot;top&quot;:157.55,&quot;width&quot;:912.1340097406343}"/>
</p:tagLst>
</file>

<file path=ppt/tags/tag199.xml><?xml version="1.0" encoding="utf-8"?>
<p:tagLst xmlns:p="http://schemas.openxmlformats.org/presentationml/2006/main">
  <p:tag name="KSO_WM_DIAGRAM_VIRTUALLY_FRAME" val="{&quot;height&quot;:283.4,&quot;left&quot;:42.29937007874014,&quot;top&quot;:157.55,&quot;width&quot;:912.1340097406343}"/>
</p:tagLst>
</file>

<file path=ppt/tags/tag200.xml><?xml version="1.0" encoding="utf-8"?>
<p:tagLst xmlns:p="http://schemas.openxmlformats.org/presentationml/2006/main">
  <p:tag name="KSO_WM_DIAGRAM_VIRTUALLY_FRAME" val="{&quot;height&quot;:283.4,&quot;left&quot;:42.29937007874014,&quot;top&quot;:157.55,&quot;width&quot;:912.1340097406343}"/>
</p:tagLst>
</file>

<file path=ppt/tags/tag20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0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1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2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DIAGRAM_VIRTUALLY_FRAME" val="{&quot;height&quot;:283.4,&quot;left&quot;:42.29937007874014,&quot;top&quot;:157.55,&quot;width&quot;:912.1340097406343}"/>
</p:tagLst>
</file>

<file path=ppt/tags/tag233.xml><?xml version="1.0" encoding="utf-8"?>
<p:tagLst xmlns:p="http://schemas.openxmlformats.org/presentationml/2006/main">
  <p:tag name="KSO_WM_DIAGRAM_VIRTUALLY_FRAME" val="{&quot;height&quot;:283.4,&quot;left&quot;:42.29937007874014,&quot;top&quot;:157.55,&quot;width&quot;:912.1340097406343}"/>
</p:tagLst>
</file>

<file path=ppt/tags/tag234.xml><?xml version="1.0" encoding="utf-8"?>
<p:tagLst xmlns:p="http://schemas.openxmlformats.org/presentationml/2006/main">
  <p:tag name="KSO_WM_DIAGRAM_VIRTUALLY_FRAME" val="{&quot;height&quot;:283.4,&quot;left&quot;:42.29937007874014,&quot;top&quot;:157.55,&quot;width&quot;:912.1340097406343}"/>
</p:tagLst>
</file>

<file path=ppt/tags/tag235.xml><?xml version="1.0" encoding="utf-8"?>
<p:tagLst xmlns:p="http://schemas.openxmlformats.org/presentationml/2006/main">
  <p:tag name="KSO_WM_DIAGRAM_VIRTUALLY_FRAME" val="{&quot;height&quot;:283.4,&quot;left&quot;:42.29937007874014,&quot;top&quot;:157.55,&quot;width&quot;:912.1340097406343}"/>
</p:tagLst>
</file>

<file path=ppt/tags/tag236.xml><?xml version="1.0" encoding="utf-8"?>
<p:tagLst xmlns:p="http://schemas.openxmlformats.org/presentationml/2006/main">
  <p:tag name="KSO_WM_DIAGRAM_VIRTUALLY_FRAME" val="{&quot;height&quot;:283.4,&quot;left&quot;:42.29937007874014,&quot;top&quot;:157.55,&quot;width&quot;:912.1340097406343}"/>
</p:tagLst>
</file>

<file path=ppt/tags/tag237.xml><?xml version="1.0" encoding="utf-8"?>
<p:tagLst xmlns:p="http://schemas.openxmlformats.org/presentationml/2006/main">
  <p:tag name="KSO_WM_DIAGRAM_VIRTUALLY_FRAME" val="{&quot;height&quot;:283.4,&quot;left&quot;:42.29937007874014,&quot;top&quot;:157.55,&quot;width&quot;:912.1340097406343}"/>
</p:tagLst>
</file>

<file path=ppt/tags/tag238.xml><?xml version="1.0" encoding="utf-8"?>
<p:tagLst xmlns:p="http://schemas.openxmlformats.org/presentationml/2006/main">
  <p:tag name="KSO_WM_DIAGRAM_VIRTUALLY_FRAME" val="{&quot;height&quot;:283.4,&quot;left&quot;:42.29937007874014,&quot;top&quot;:157.55,&quot;width&quot;:912.1340097406343}"/>
</p:tagLst>
</file>

<file path=ppt/tags/tag239.xml><?xml version="1.0" encoding="utf-8"?>
<p:tagLst xmlns:p="http://schemas.openxmlformats.org/presentationml/2006/main">
  <p:tag name="KSO_WM_DIAGRAM_VIRTUALLY_FRAME" val="{&quot;height&quot;:283.4,&quot;left&quot;:42.29937007874014,&quot;top&quot;:157.55,&quot;width&quot;:912.1340097406343}"/>
</p:tagLst>
</file>

<file path=ppt/tags/tag240.xml><?xml version="1.0" encoding="utf-8"?>
<p:tagLst xmlns:p="http://schemas.openxmlformats.org/presentationml/2006/main">
  <p:tag name="KSO_WM_DIAGRAM_VIRTUALLY_FRAME" val="{&quot;height&quot;:283.4,&quot;left&quot;:42.29937007874014,&quot;top&quot;:157.55,&quot;width&quot;:912.1340097406343}"/>
</p:tagLst>
</file>

<file path=ppt/tags/tag241.xml><?xml version="1.0" encoding="utf-8"?>
<p:tagLst xmlns:p="http://schemas.openxmlformats.org/presentationml/2006/main">
  <p:tag name="KSO_WM_DIAGRAM_VIRTUALLY_FRAME" val="{&quot;height&quot;:283.4,&quot;left&quot;:42.29937007874014,&quot;top&quot;:157.55,&quot;width&quot;:912.1340097406343}"/>
</p:tagLst>
</file>

<file path=ppt/tags/tag24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63.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8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5981</Words>
  <Application>WPS 演示</Application>
  <PresentationFormat>宽屏</PresentationFormat>
  <Paragraphs>416</Paragraphs>
  <Slides>46</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46</vt:i4>
      </vt:variant>
    </vt:vector>
  </HeadingPairs>
  <TitlesOfParts>
    <vt:vector size="57" baseType="lpstr">
      <vt:lpstr>Arial</vt:lpstr>
      <vt:lpstr>宋体</vt:lpstr>
      <vt:lpstr>Wingdings</vt:lpstr>
      <vt:lpstr>微软雅黑</vt:lpstr>
      <vt:lpstr>Wingdings</vt:lpstr>
      <vt:lpstr>DIN-BoldItalic</vt:lpstr>
      <vt:lpstr>等线</vt:lpstr>
      <vt:lpstr>思源宋体</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1149</cp:revision>
  <dcterms:created xsi:type="dcterms:W3CDTF">2019-06-19T02:08:00Z</dcterms:created>
  <dcterms:modified xsi:type="dcterms:W3CDTF">2026-05-23T11:54:56Z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B173FD3CC2544E228680B994428093BC_13</vt:lpwstr>
  </property>
</Properties>
</file>