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7" r:id="rId3"/>
  </p:sldMasterIdLst>
  <p:notesMasterIdLst>
    <p:notesMasterId r:id="rId26"/>
  </p:notesMasterIdLst>
  <p:handoutMasterIdLst>
    <p:handoutMasterId r:id="rId27"/>
  </p:handoutMasterIdLst>
  <p:sldIdLst>
    <p:sldId id="2880" r:id="rId4"/>
    <p:sldId id="2901" r:id="rId5"/>
    <p:sldId id="2900" r:id="rId6"/>
    <p:sldId id="2899" r:id="rId7"/>
    <p:sldId id="2898" r:id="rId8"/>
    <p:sldId id="2897" r:id="rId9"/>
    <p:sldId id="2896" r:id="rId10"/>
    <p:sldId id="2895" r:id="rId11"/>
    <p:sldId id="2894" r:id="rId12"/>
    <p:sldId id="2893" r:id="rId13"/>
    <p:sldId id="2892" r:id="rId14"/>
    <p:sldId id="2891" r:id="rId15"/>
    <p:sldId id="2890" r:id="rId16"/>
    <p:sldId id="2889" r:id="rId17"/>
    <p:sldId id="2888" r:id="rId18"/>
    <p:sldId id="2887" r:id="rId19"/>
    <p:sldId id="2886" r:id="rId20"/>
    <p:sldId id="2885" r:id="rId21"/>
    <p:sldId id="2884" r:id="rId22"/>
    <p:sldId id="2883" r:id="rId23"/>
    <p:sldId id="2882" r:id="rId24"/>
    <p:sldId id="2881" r:id="rId25"/>
  </p:sldIdLst>
  <p:sldSz cx="12192000" cy="6858000"/>
  <p:notesSz cx="6858000" cy="9144000"/>
  <p:custDataLst>
    <p:tags r:id="rId3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798" userDrawn="1">
          <p15:clr>
            <a:srgbClr val="A4A3A4"/>
          </p15:clr>
        </p15:guide>
        <p15:guide id="2" pos="3656"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dministrator" initials="A" lastIdx="5" clrIdx="0"/>
  <p:cmAuthor id="1" name="幸全" initials="幸全" lastIdx="1" clrIdx="0"/>
  <p:cmAuthor id="2" name="作者" initials="A" lastIdx="0" clrIdx="1"/>
  <p:cmAuthor id="3" name="zijun" initials="z" lastIdx="1" clrIdx="2"/>
  <p:cmAuthor id="5" name="ASUS" initials="A" lastIdx="2" clrIdx="4"/>
  <p:cmAuthor id="6" name="linhuan" initials="l" lastIdx="18"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4D2"/>
    <a:srgbClr val="3A6CA3"/>
    <a:srgbClr val="2169D3"/>
    <a:srgbClr val="595959"/>
    <a:srgbClr val="F29421"/>
    <a:srgbClr val="FFFFFF"/>
    <a:srgbClr val="E29A9A"/>
    <a:srgbClr val="D9D9D9"/>
    <a:srgbClr val="DCDCDC"/>
    <a:srgbClr val="F0F0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5244" autoAdjust="0"/>
  </p:normalViewPr>
  <p:slideViewPr>
    <p:cSldViewPr snapToGrid="0" showGuides="1">
      <p:cViewPr varScale="1">
        <p:scale>
          <a:sx n="66" d="100"/>
          <a:sy n="66" d="100"/>
        </p:scale>
        <p:origin x="712" y="48"/>
      </p:cViewPr>
      <p:guideLst>
        <p:guide orient="horz" pos="1798"/>
        <p:guide pos="3656"/>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2" Type="http://schemas.openxmlformats.org/officeDocument/2006/relationships/tags" Target="tags/tag76.xml"/><Relationship Id="rId31" Type="http://schemas.openxmlformats.org/officeDocument/2006/relationships/commentAuthors" Target="commentAuthors.xml"/><Relationship Id="rId30" Type="http://schemas.openxmlformats.org/officeDocument/2006/relationships/tableStyles" Target="tableStyles.xml"/><Relationship Id="rId3" Type="http://schemas.openxmlformats.org/officeDocument/2006/relationships/slideMaster" Target="slideMasters/slideMaster2.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handoutMaster" Target="handoutMasters/handoutMaster1.xml"/><Relationship Id="rId26" Type="http://schemas.openxmlformats.org/officeDocument/2006/relationships/notesMaster" Target="notesMasters/notesMaster1.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ags" Target="../tags/tag16.xml"/><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6" Type="http://schemas.openxmlformats.org/officeDocument/2006/relationships/tags" Target="../tags/tag23.xml"/><Relationship Id="rId5" Type="http://schemas.openxmlformats.org/officeDocument/2006/relationships/tags" Target="../tags/tag22.xml"/><Relationship Id="rId4" Type="http://schemas.openxmlformats.org/officeDocument/2006/relationships/tags" Target="../tags/tag21.xml"/><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28.xml"/><Relationship Id="rId5" Type="http://schemas.openxmlformats.org/officeDocument/2006/relationships/tags" Target="../tags/tag27.xml"/><Relationship Id="rId4" Type="http://schemas.openxmlformats.org/officeDocument/2006/relationships/tags" Target="../tags/tag26.xml"/><Relationship Id="rId3" Type="http://schemas.openxmlformats.org/officeDocument/2006/relationships/tags" Target="../tags/tag25.xml"/><Relationship Id="rId2" Type="http://schemas.openxmlformats.org/officeDocument/2006/relationships/tags" Target="../tags/tag24.xml"/><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7" Type="http://schemas.openxmlformats.org/officeDocument/2006/relationships/tags" Target="../tags/tag34.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3" Type="http://schemas.openxmlformats.org/officeDocument/2006/relationships/tags" Target="../tags/tag30.xml"/><Relationship Id="rId2" Type="http://schemas.openxmlformats.org/officeDocument/2006/relationships/tags" Target="../tags/tag29.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9" Type="http://schemas.openxmlformats.org/officeDocument/2006/relationships/tags" Target="../tags/tag42.xml"/><Relationship Id="rId8" Type="http://schemas.openxmlformats.org/officeDocument/2006/relationships/tags" Target="../tags/tag41.xml"/><Relationship Id="rId7" Type="http://schemas.openxmlformats.org/officeDocument/2006/relationships/tags" Target="../tags/tag40.xml"/><Relationship Id="rId6" Type="http://schemas.openxmlformats.org/officeDocument/2006/relationships/tags" Target="../tags/tag39.xml"/><Relationship Id="rId5" Type="http://schemas.openxmlformats.org/officeDocument/2006/relationships/tags" Target="../tags/tag38.xml"/><Relationship Id="rId4" Type="http://schemas.openxmlformats.org/officeDocument/2006/relationships/tags" Target="../tags/tag37.xml"/><Relationship Id="rId3" Type="http://schemas.openxmlformats.org/officeDocument/2006/relationships/tags" Target="../tags/tag36.xml"/><Relationship Id="rId2" Type="http://schemas.openxmlformats.org/officeDocument/2006/relationships/tags" Target="../tags/tag35.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4" Type="http://schemas.openxmlformats.org/officeDocument/2006/relationships/tags" Target="../tags/tag49.xml"/><Relationship Id="rId3" Type="http://schemas.openxmlformats.org/officeDocument/2006/relationships/tags" Target="../tags/tag48.xml"/><Relationship Id="rId2" Type="http://schemas.openxmlformats.org/officeDocument/2006/relationships/tags" Target="../tags/tag47.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7" Type="http://schemas.openxmlformats.org/officeDocument/2006/relationships/tags" Target="../tags/tag55.xml"/><Relationship Id="rId6" Type="http://schemas.openxmlformats.org/officeDocument/2006/relationships/tags" Target="../tags/tag54.xml"/><Relationship Id="rId5" Type="http://schemas.openxmlformats.org/officeDocument/2006/relationships/tags" Target="../tags/tag53.xml"/><Relationship Id="rId4" Type="http://schemas.openxmlformats.org/officeDocument/2006/relationships/tags" Target="../tags/tag52.xml"/><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6" Type="http://schemas.openxmlformats.org/officeDocument/2006/relationships/tags" Target="../tags/tag60.xml"/><Relationship Id="rId5" Type="http://schemas.openxmlformats.org/officeDocument/2006/relationships/tags" Target="../tags/tag59.xml"/><Relationship Id="rId4" Type="http://schemas.openxmlformats.org/officeDocument/2006/relationships/tags" Target="../tags/tag58.xml"/><Relationship Id="rId3" Type="http://schemas.openxmlformats.org/officeDocument/2006/relationships/tags" Target="../tags/tag57.xml"/><Relationship Id="rId2" Type="http://schemas.openxmlformats.org/officeDocument/2006/relationships/tags" Target="../tags/tag56.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5" Type="http://schemas.openxmlformats.org/officeDocument/2006/relationships/tags" Target="../tags/tag64.xml"/><Relationship Id="rId4" Type="http://schemas.openxmlformats.org/officeDocument/2006/relationships/tags" Target="../tags/tag63.xml"/><Relationship Id="rId3" Type="http://schemas.openxmlformats.org/officeDocument/2006/relationships/tags" Target="../tags/tag62.xml"/><Relationship Id="rId2" Type="http://schemas.openxmlformats.org/officeDocument/2006/relationships/tags" Target="../tags/tag61.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6" Type="http://schemas.openxmlformats.org/officeDocument/2006/relationships/tags" Target="../tags/tag69.xml"/><Relationship Id="rId5" Type="http://schemas.openxmlformats.org/officeDocument/2006/relationships/tags" Target="../tags/tag68.xml"/><Relationship Id="rId4" Type="http://schemas.openxmlformats.org/officeDocument/2006/relationships/tags" Target="../tags/tag67.xml"/><Relationship Id="rId3" Type="http://schemas.openxmlformats.org/officeDocument/2006/relationships/tags" Target="../tags/tag66.xml"/><Relationship Id="rId2" Type="http://schemas.openxmlformats.org/officeDocument/2006/relationships/tags" Target="../tags/tag65.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rgbClr val="FFFFFF"/>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a:xfrm>
            <a:off x="4116000" y="6314400"/>
            <a:ext cx="3960000" cy="316800"/>
          </a:xfrm>
        </p:spPr>
        <p:txBody>
          <a:bodyPr/>
          <a:lstStyle/>
          <a:p>
            <a:endParaRPr lang="zh-CN" altLang="en-US"/>
          </a:p>
        </p:txBody>
      </p:sp>
      <p:sp>
        <p:nvSpPr>
          <p:cNvPr id="5" name="灯片编号占位符 4"/>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marL="0" marR="0" algn="ctr" defTabSz="914400" rtl="0" eaLnBrk="1" fontAlgn="auto" latinLnBrk="0" hangingPunct="1">
              <a:lnSpc>
                <a:spcPct val="100000"/>
              </a:lnSpc>
              <a:buNone/>
              <a:defRPr kumimoji="0" lang="zh-CN" altLang="en-US" sz="6000" b="1" i="0" u="none" strike="noStrike" kern="1200" cap="none" spc="300" normalizeH="0" baseline="0" noProof="1" dirty="0">
                <a:solidFill>
                  <a:schemeClr val="tx1">
                    <a:lumMod val="85000"/>
                    <a:lumOff val="15000"/>
                  </a:schemeClr>
                </a:solidFill>
                <a:effectLst/>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单击此处编辑标题</a:t>
            </a:r>
            <a:endParaRPr>
              <a:sym typeface="+mn-ea"/>
            </a:endParaRPr>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marL="0" indent="0" algn="ctr">
              <a:lnSpc>
                <a:spcPct val="110000"/>
              </a:lnSpc>
              <a:buNone/>
              <a:defRPr sz="2400" spc="200" baseline="0">
                <a:solidFill>
                  <a:schemeClr val="tx1">
                    <a:lumMod val="65000"/>
                    <a:lumOff val="35000"/>
                  </a:schemeClr>
                </a:solidFill>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b="1" i="0" spc="300" baseline="0">
                <a:solidFill>
                  <a:schemeClr val="tx1">
                    <a:lumMod val="85000"/>
                    <a:lumOff val="15000"/>
                  </a:schemeClr>
                </a:solidFill>
                <a:effectLst/>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eaLnBrk="1" fontAlgn="auto" latinLnBrk="0" hangingPunct="1">
              <a:lnSpc>
                <a:spcPct val="110000"/>
              </a:lnSpc>
              <a:buNone/>
              <a:defRPr sz="2400" u="none" strike="noStrike" kern="1200" cap="none" spc="200" normalizeH="0" baseline="0">
                <a:solidFill>
                  <a:schemeClr val="tx1">
                    <a:lumMod val="65000"/>
                    <a:lumOff val="35000"/>
                  </a:schemeClr>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a:xfrm>
            <a:off x="4116000" y="6314400"/>
            <a:ext cx="3960000" cy="316800"/>
          </a:xfrm>
        </p:spPr>
        <p:txBody>
          <a:bodyPr/>
          <a:lstStyle/>
          <a:p>
            <a:endParaRPr lang="zh-CN" altLang="en-US" dirty="0"/>
          </a:p>
        </p:txBody>
      </p:sp>
      <p:sp>
        <p:nvSpPr>
          <p:cNvPr id="18" name="灯片编号占位符 17"/>
          <p:cNvSpPr>
            <a:spLocks noGrp="1"/>
          </p:cNvSpPr>
          <p:nvPr>
            <p:ph type="sldNum" sz="quarter" idx="12"/>
            <p:custDataLst>
              <p:tags r:id="rId6"/>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rgbClr val="FFFFFF"/>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a:xfrm>
            <a:off x="4116000" y="6314400"/>
            <a:ext cx="3960000" cy="316800"/>
          </a:xfrm>
        </p:spPr>
        <p:txBody>
          <a:bodyPr/>
          <a:lstStyle/>
          <a:p>
            <a:endParaRPr lang="zh-CN" altLang="en-US"/>
          </a:p>
        </p:txBody>
      </p:sp>
      <p:sp>
        <p:nvSpPr>
          <p:cNvPr id="4" name="灯片编号占位符 3"/>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838200" y="1825625"/>
            <a:ext cx="10515600" cy="435133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F51CC480-FC89-4E2E-BB6A-EFF978791FAC}"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A255A7EE-E527-4C9D-8585-493F7BE371F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b="1" i="0" spc="300" baseline="0">
                <a:solidFill>
                  <a:schemeClr val="tx1">
                    <a:lumMod val="85000"/>
                    <a:lumOff val="15000"/>
                  </a:schemeClr>
                </a:solidFill>
                <a:effectLst/>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eaLnBrk="1" fontAlgn="auto" latinLnBrk="0" hangingPunct="1">
              <a:lnSpc>
                <a:spcPct val="110000"/>
              </a:lnSpc>
              <a:buNone/>
              <a:defRPr sz="2400" u="none" strike="noStrike" kern="1200" cap="none" spc="200" normalizeH="0" baseline="0">
                <a:solidFill>
                  <a:schemeClr val="tx1">
                    <a:lumMod val="65000"/>
                    <a:lumOff val="35000"/>
                  </a:schemeClr>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a:xfrm>
            <a:off x="4116000" y="6314400"/>
            <a:ext cx="3960000" cy="316800"/>
          </a:xfrm>
        </p:spPr>
        <p:txBody>
          <a:bodyPr/>
          <a:lstStyle/>
          <a:p>
            <a:endParaRPr lang="zh-CN" altLang="en-US" dirty="0"/>
          </a:p>
        </p:txBody>
      </p:sp>
      <p:sp>
        <p:nvSpPr>
          <p:cNvPr id="18" name="灯片编号占位符 17"/>
          <p:cNvSpPr>
            <a:spLocks noGrp="1"/>
          </p:cNvSpPr>
          <p:nvPr>
            <p:ph type="sldNum" sz="quarter" idx="12"/>
            <p:custDataLst>
              <p:tags r:id="rId6"/>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vl6pPr marL="2286000" indent="0">
              <a:buNone/>
              <a:defRPr/>
            </a:lvl6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a:xfrm>
            <a:off x="4116000" y="6314400"/>
            <a:ext cx="3960000" cy="316800"/>
          </a:xfrm>
        </p:spPr>
        <p:txBody>
          <a:bodyPr/>
          <a:lstStyle/>
          <a:p>
            <a:endParaRPr lang="zh-CN" altLang="en-US"/>
          </a:p>
        </p:txBody>
      </p:sp>
      <p:sp>
        <p:nvSpPr>
          <p:cNvPr id="6" name="灯片编号占位符 5"/>
          <p:cNvSpPr>
            <a:spLocks noGrp="1"/>
          </p:cNvSpPr>
          <p:nvPr>
            <p:ph type="sldNum" sz="quarter" idx="12"/>
            <p:custDataLst>
              <p:tags r:id="rId6"/>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b="1" i="0" u="none" strike="noStrike" kern="1200" cap="none" spc="300" normalizeH="0" baseline="0">
                <a:solidFill>
                  <a:schemeClr val="tx1">
                    <a:lumMod val="85000"/>
                    <a:lumOff val="15000"/>
                  </a:schemeClr>
                </a:solidFill>
                <a:effectLst/>
                <a:uFillTx/>
              </a:defRPr>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eaLnBrk="1" fontAlgn="auto" latinLnBrk="0" hangingPunct="1">
              <a:lnSpc>
                <a:spcPct val="130000"/>
              </a:lnSpc>
              <a:buNone/>
              <a:defRPr kumimoji="0" lang="zh-CN" altLang="en-US" sz="1800" b="0" i="0" u="none" strike="noStrike" kern="1200" cap="none" spc="150" normalizeH="0" baseline="0" noProof="1">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a:xfrm>
            <a:off x="4116000" y="6314400"/>
            <a:ext cx="3960000" cy="316800"/>
          </a:xfrm>
        </p:spPr>
        <p:txBody>
          <a:bodyPr/>
          <a:lstStyle/>
          <a:p>
            <a:endParaRPr lang="zh-CN" altLang="en-US"/>
          </a:p>
        </p:txBody>
      </p:sp>
      <p:sp>
        <p:nvSpPr>
          <p:cNvPr id="6" name="灯片编号占位符 5"/>
          <p:cNvSpPr>
            <a:spLocks noGrp="1"/>
          </p:cNvSpPr>
          <p:nvPr>
            <p:ph type="sldNum" sz="quarter" idx="12"/>
            <p:custDataLst>
              <p:tags r:id="rId6"/>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lvl1pPr marL="228600" indent="-228600" eaLnBrk="1" fontAlgn="auto" latinLnBrk="0" hangingPunct="1">
              <a:lnSpc>
                <a:spcPct val="130000"/>
              </a:lnSpc>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2pPr>
            <a:lvl3pPr marL="1143000" indent="-228600" eaLnBrk="1" fontAlgn="auto" latinLnBrk="0" hangingPunct="1">
              <a:lnSpc>
                <a:spcPct val="120000"/>
              </a:lnSpc>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3pPr>
            <a:lvl4pPr marL="1600200" indent="-228600" eaLnBrk="1" fontAlgn="auto" latinLnBrk="0" hangingPunct="1">
              <a:lnSpc>
                <a:spcPct val="120000"/>
              </a:lnSpc>
              <a:buFont typeface="Wingdings" panose="05000000000000000000" charset="0"/>
              <a:buChar char=""/>
              <a:defRPr sz="14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4pPr>
            <a:lvl5pPr eaLnBrk="1" fontAlgn="auto" latinLnBrk="0" hangingPunct="1">
              <a:lnSpc>
                <a:spcPct val="120000"/>
              </a:lnSpc>
              <a:defRPr sz="1400" u="none" strike="noStrike" kern="1200" cap="none" spc="150" normalizeH="0">
                <a:solidFill>
                  <a:schemeClr val="tx1">
                    <a:lumMod val="65000"/>
                    <a:lumOff val="35000"/>
                  </a:schemeClr>
                </a:solidFill>
                <a:latin typeface="Arial" panose="020B060402020202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a:xfrm>
            <a:off x="4116000" y="6314400"/>
            <a:ext cx="3960000" cy="316800"/>
          </a:xfrm>
        </p:spPr>
        <p:txBody>
          <a:bodyPr/>
          <a:lstStyle/>
          <a:p>
            <a:endParaRPr lang="zh-CN" altLang="en-US"/>
          </a:p>
        </p:txBody>
      </p:sp>
      <p:sp>
        <p:nvSpPr>
          <p:cNvPr id="7" name="灯片编号占位符 6"/>
          <p:cNvSpPr>
            <a:spLocks noGrp="1"/>
          </p:cNvSpPr>
          <p:nvPr>
            <p:ph type="sldNum" sz="quarter" idx="12"/>
            <p:custDataLst>
              <p:tags r:id="rId7"/>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eaLnBrk="1" fontAlgn="auto" latinLnBrk="0" hangingPunct="1">
              <a:lnSpc>
                <a:spcPct val="100000"/>
              </a:lnSpc>
              <a:spcAft>
                <a:spcPts val="0"/>
              </a:spcAft>
              <a:buNone/>
              <a:defRPr sz="2000" b="1" u="none" strike="noStrike" kern="1200" cap="none" spc="200" normalizeH="0" baseline="0">
                <a:solidFill>
                  <a:schemeClr val="tx1">
                    <a:lumMod val="75000"/>
                    <a:lumOff val="25000"/>
                  </a:schemeClr>
                </a:solidFill>
                <a:uFillTx/>
                <a:latin typeface="Arial" panose="020B060402020202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1" i="0" u="none" strike="noStrike" kern="1200" cap="none" spc="20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a:xfrm>
            <a:off x="4116000" y="6314400"/>
            <a:ext cx="3960000" cy="316800"/>
          </a:xfrm>
        </p:spPr>
        <p:txBody>
          <a:bodyPr/>
          <a:lstStyle/>
          <a:p>
            <a:endParaRPr lang="zh-CN" altLang="en-US"/>
          </a:p>
        </p:txBody>
      </p:sp>
      <p:sp>
        <p:nvSpPr>
          <p:cNvPr id="9" name="灯片编号占位符 8"/>
          <p:cNvSpPr>
            <a:spLocks noGrp="1"/>
          </p:cNvSpPr>
          <p:nvPr>
            <p:ph type="sldNum" sz="quarter" idx="12"/>
            <p:custDataLst>
              <p:tags r:id="rId9"/>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a:xfrm>
            <a:off x="4116000" y="6314400"/>
            <a:ext cx="3960000" cy="316800"/>
          </a:xfrm>
        </p:spPr>
        <p:txBody>
          <a:bodyPr/>
          <a:lstStyle/>
          <a:p>
            <a:endParaRPr lang="zh-CN" altLang="en-US"/>
          </a:p>
        </p:txBody>
      </p:sp>
      <p:sp>
        <p:nvSpPr>
          <p:cNvPr id="5" name="灯片编号占位符 4"/>
          <p:cNvSpPr>
            <a:spLocks noGrp="1"/>
          </p:cNvSpPr>
          <p:nvPr>
            <p:ph type="sldNum" sz="quarter" idx="12"/>
            <p:custDataLst>
              <p:tags r:id="rId5"/>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空白">
    <p:bg>
      <p:bgPr>
        <a:solidFill>
          <a:srgbClr val="FFFFFF"/>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a:xfrm>
            <a:off x="4116000" y="6314400"/>
            <a:ext cx="3960000" cy="316800"/>
          </a:xfrm>
        </p:spPr>
        <p:txBody>
          <a:bodyPr/>
          <a:lstStyle/>
          <a:p>
            <a:endParaRPr lang="zh-CN" altLang="en-US"/>
          </a:p>
        </p:txBody>
      </p:sp>
      <p:sp>
        <p:nvSpPr>
          <p:cNvPr id="4" name="灯片编号占位符 3"/>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rgbClr val="FFFFFF"/>
        </a:solidFill>
        <a:effectLst/>
      </p:bgPr>
    </p:bg>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6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defTabSz="914400" eaLnBrk="1" fontAlgn="auto" latinLnBrk="0" hangingPunct="1">
              <a:buFont typeface="Arial" panose="020B0604020202020204" pitchFamily="34" charset="0"/>
              <a:buNone/>
              <a:tabLst>
                <a:tab pos="1609725" algn="l"/>
                <a:tab pos="1609725" algn="l"/>
                <a:tab pos="1609725" algn="l"/>
                <a:tab pos="1609725" algn="l"/>
              </a:tabLst>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2pPr>
            <a:lvl3pPr eaLnBrk="1" fontAlgn="auto" latinLnBrk="0" hangingPunct="1">
              <a:buFont typeface="Arial" panose="020B0604020202020204" pitchFamily="34" charset="0"/>
              <a:buChar char="●"/>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3pPr>
            <a:lvl4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4pPr>
            <a:lvl5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5pPr>
          </a:lstStyle>
          <a:p>
            <a:pPr lvl="0"/>
            <a:r>
              <a:rPr dirty="0">
                <a:sym typeface="+mn-ea"/>
              </a:rPr>
              <a:t>单击此处编辑母版文本样式</a:t>
            </a:r>
            <a:endParaRPr dirty="0">
              <a:sym typeface="+mn-ea"/>
            </a:endParaRPr>
          </a:p>
        </p:txBody>
      </p:sp>
      <p:sp>
        <p:nvSpPr>
          <p:cNvPr id="5" name="日期占位符 4"/>
          <p:cNvSpPr>
            <a:spLocks noGrp="1"/>
          </p:cNvSpPr>
          <p:nvPr>
            <p:ph type="dt" sz="half" idx="10"/>
            <p:custDataLst>
              <p:tags r:id="rId4"/>
            </p:custDataLst>
          </p:nvPr>
        </p:nvSpPr>
        <p:spPr>
          <a:xfrm>
            <a:off x="612000" y="6314400"/>
            <a:ext cx="2700000" cy="316800"/>
          </a:xfrm>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a:xfrm>
            <a:off x="4116000" y="6314400"/>
            <a:ext cx="3960000" cy="316800"/>
          </a:xfrm>
        </p:spPr>
        <p:txBody>
          <a:bodyPr/>
          <a:lstStyle/>
          <a:p>
            <a:endParaRPr lang="zh-CN" altLang="en-US" dirty="0"/>
          </a:p>
        </p:txBody>
      </p:sp>
      <p:sp>
        <p:nvSpPr>
          <p:cNvPr id="7" name="灯片编号占位符 6"/>
          <p:cNvSpPr>
            <a:spLocks noGrp="1"/>
          </p:cNvSpPr>
          <p:nvPr>
            <p:ph type="sldNum" sz="quarter" idx="12"/>
            <p:custDataLst>
              <p:tags r:id="rId6"/>
            </p:custDataLst>
          </p:nvPr>
        </p:nvSpPr>
        <p:spPr>
          <a:xfrm>
            <a:off x="8877600" y="6314400"/>
            <a:ext cx="2700000" cy="316800"/>
          </a:xfrm>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a:xfrm>
            <a:off x="10353745" y="7820730"/>
            <a:ext cx="10969200" cy="705600"/>
          </a:xfrm>
        </p:spPr>
        <p:txBody>
          <a:bodyPr/>
          <a:lstStyle>
            <a:lvl1pPr>
              <a:defRPr baseline="0"/>
            </a:lvl1pPr>
          </a:lstStyle>
          <a:p>
            <a:r>
              <a:rPr lang="zh-CN" altLang="en-US"/>
              <a:t>单击此处编辑母版标题样式</a:t>
            </a:r>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rgbClr val="FFFFFF"/>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marL="0" marR="0" lvl="0" algn="l" defTabSz="914400" rtl="0" eaLnBrk="1" fontAlgn="auto" latinLnBrk="0" hangingPunct="1">
              <a:lnSpc>
                <a:spcPct val="100000"/>
              </a:lnSpc>
              <a:spcAft>
                <a:spcPts val="0"/>
              </a:spcAft>
              <a:buNone/>
              <a:defRPr kumimoji="0" lang="zh-CN" altLang="en-US" sz="28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单击此处编辑标题</a:t>
            </a:r>
            <a:endParaRPr dirty="0">
              <a:sym typeface="+mn-ea"/>
            </a:endParaRPr>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eaLnBrk="1" fontAlgn="auto" latinLnBrk="0" hangingPunct="1">
              <a:lnSpc>
                <a:spcPct val="130000"/>
              </a:lnSpc>
              <a:spcAft>
                <a:spcPts val="1000"/>
              </a:spcAft>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spcAft>
                <a:spcPts val="600"/>
              </a:spcAft>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spcAft>
                <a:spcPts val="600"/>
              </a:spcAft>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spcAft>
                <a:spcPts val="300"/>
              </a:spcAft>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spcAft>
                <a:spcPts val="300"/>
              </a:spcAft>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a:xfrm>
            <a:off x="4116000" y="6314400"/>
            <a:ext cx="3960000" cy="316800"/>
          </a:xfrm>
        </p:spPr>
        <p:txBody>
          <a:bodyPr/>
          <a:lstStyle/>
          <a:p>
            <a:endParaRPr lang="zh-CN" altLang="en-US"/>
          </a:p>
        </p:txBody>
      </p:sp>
      <p:sp>
        <p:nvSpPr>
          <p:cNvPr id="6" name="灯片编号占位符 5"/>
          <p:cNvSpPr>
            <a:spLocks noGrp="1"/>
          </p:cNvSpPr>
          <p:nvPr>
            <p:ph type="sldNum" sz="quarter" idx="12"/>
            <p:custDataLst>
              <p:tags r:id="rId6"/>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内容">
    <p:bg>
      <p:bgPr>
        <a:solidFill>
          <a:srgbClr val="FFFFFF"/>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a:xfrm>
            <a:off x="4116000" y="6314400"/>
            <a:ext cx="3960000" cy="316800"/>
          </a:xfrm>
        </p:spPr>
        <p:txBody>
          <a:bodyPr/>
          <a:lstStyle/>
          <a:p>
            <a:endParaRPr lang="zh-CN" altLang="en-US"/>
          </a:p>
        </p:txBody>
      </p:sp>
      <p:sp>
        <p:nvSpPr>
          <p:cNvPr id="5" name="灯片编号占位符 4"/>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lvl1pPr marL="228600" indent="-228600" eaLnBrk="1" fontAlgn="auto" latinLnBrk="0" hangingPunct="1">
              <a:lnSpc>
                <a:spcPct val="130000"/>
              </a:lnSpc>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rgbClr val="FFFFFF"/>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a:xfrm>
            <a:off x="4116000" y="6314400"/>
            <a:ext cx="3960000" cy="316800"/>
          </a:xfrm>
        </p:spPr>
        <p:txBody>
          <a:bodyPr/>
          <a:lstStyle/>
          <a:p>
            <a:endParaRPr lang="zh-CN" altLang="en-US"/>
          </a:p>
        </p:txBody>
      </p:sp>
      <p:sp>
        <p:nvSpPr>
          <p:cNvPr id="5" name="灯片编号占位符 4"/>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marL="0" marR="0" algn="ctr" defTabSz="914400" rtl="0" eaLnBrk="1" fontAlgn="auto" latinLnBrk="0" hangingPunct="1">
              <a:lnSpc>
                <a:spcPct val="100000"/>
              </a:lnSpc>
              <a:buNone/>
              <a:defRPr kumimoji="0" lang="zh-CN" altLang="en-US" sz="6000" b="1" i="0" u="none" strike="noStrike" kern="1200" cap="none" spc="300" normalizeH="0" baseline="0" noProof="1" dirty="0">
                <a:solidFill>
                  <a:schemeClr val="tx1">
                    <a:lumMod val="85000"/>
                    <a:lumOff val="15000"/>
                  </a:schemeClr>
                </a:solidFill>
                <a:effectLst/>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单击此处编辑标题</a:t>
            </a:r>
            <a:endParaRPr>
              <a:sym typeface="+mn-ea"/>
            </a:endParaRPr>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marL="0" indent="0" algn="ctr">
              <a:lnSpc>
                <a:spcPct val="110000"/>
              </a:lnSpc>
              <a:buNone/>
              <a:defRPr sz="2400" spc="200" baseline="0">
                <a:solidFill>
                  <a:schemeClr val="tx1">
                    <a:lumMod val="65000"/>
                    <a:lumOff val="35000"/>
                  </a:schemeClr>
                </a:solidFill>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1638300" y="365125"/>
            <a:ext cx="9715500" cy="1055370"/>
          </a:xfrm>
        </p:spPr>
        <p:txBody>
          <a:bodyPr anchor="ctr"/>
          <a:lstStyle>
            <a:lvl1pPr>
              <a:defRPr sz="3200">
                <a:solidFill>
                  <a:srgbClr val="0064D2"/>
                </a:solidFill>
              </a:defRPr>
            </a:lvl1pPr>
          </a:lstStyle>
          <a:p>
            <a:r>
              <a:rPr lang="zh-CN" altLang="en-US" dirty="0"/>
              <a:t>单击此处编辑母版标题样式</a:t>
            </a:r>
            <a:endParaRPr lang="zh-CN" altLang="en-US" dirty="0"/>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dirty="0"/>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优先选择1">
    <p:spTree>
      <p:nvGrpSpPr>
        <p:cNvPr id="1" name=""/>
        <p:cNvGrpSpPr/>
        <p:nvPr/>
      </p:nvGrpSpPr>
      <p:grpSpPr>
        <a:xfrm>
          <a:off x="0" y="0"/>
          <a:ext cx="0" cy="0"/>
          <a:chOff x="0" y="0"/>
          <a:chExt cx="0" cy="0"/>
        </a:xfrm>
      </p:grpSpPr>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image" Target="../media/image1.png"/><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image" Target="../media/image2.png"/><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slideLayout" Target="../slideLayouts/slideLayout16.xml"/><Relationship Id="rId7" Type="http://schemas.openxmlformats.org/officeDocument/2006/relationships/slideLayout" Target="../slideLayouts/slideLayout15.xml"/><Relationship Id="rId6" Type="http://schemas.openxmlformats.org/officeDocument/2006/relationships/slideLayout" Target="../slideLayouts/slideLayout14.xml"/><Relationship Id="rId5" Type="http://schemas.openxmlformats.org/officeDocument/2006/relationships/slideLayout" Target="../slideLayouts/slideLayout13.xml"/><Relationship Id="rId4" Type="http://schemas.openxmlformats.org/officeDocument/2006/relationships/slideLayout" Target="../slideLayouts/slideLayout12.xml"/><Relationship Id="rId3" Type="http://schemas.openxmlformats.org/officeDocument/2006/relationships/slideLayout" Target="../slideLayouts/slideLayout11.xml"/><Relationship Id="rId2" Type="http://schemas.openxmlformats.org/officeDocument/2006/relationships/slideLayout" Target="../slideLayouts/slideLayout10.xml"/><Relationship Id="rId16" Type="http://schemas.openxmlformats.org/officeDocument/2006/relationships/theme" Target="../theme/theme2.xml"/><Relationship Id="rId15" Type="http://schemas.openxmlformats.org/officeDocument/2006/relationships/image" Target="../media/image2.png"/><Relationship Id="rId14" Type="http://schemas.openxmlformats.org/officeDocument/2006/relationships/image" Target="../media/image3.png"/><Relationship Id="rId13" Type="http://schemas.openxmlformats.org/officeDocument/2006/relationships/slideLayout" Target="../slideLayouts/slideLayout21.xml"/><Relationship Id="rId12" Type="http://schemas.openxmlformats.org/officeDocument/2006/relationships/slideLayout" Target="../slideLayouts/slideLayout20.xml"/><Relationship Id="rId11" Type="http://schemas.openxmlformats.org/officeDocument/2006/relationships/slideLayout" Target="../slideLayouts/slideLayout19.xml"/><Relationship Id="rId10" Type="http://schemas.openxmlformats.org/officeDocument/2006/relationships/slideLayout" Target="../slideLayouts/slideLayout18.xml"/><Relationship Id="rId1"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7" name="图片 6" descr="图片3"/>
          <p:cNvPicPr>
            <a:picLocks noChangeAspect="1"/>
          </p:cNvPicPr>
          <p:nvPr userDrawn="1"/>
        </p:nvPicPr>
        <p:blipFill>
          <a:blip r:embed="rId9"/>
          <a:stretch>
            <a:fillRect/>
          </a:stretch>
        </p:blipFill>
        <p:spPr>
          <a:xfrm>
            <a:off x="0" y="0"/>
            <a:ext cx="12181205" cy="6858000"/>
          </a:xfrm>
          <a:prstGeom prst="rect">
            <a:avLst/>
          </a:prstGeom>
        </p:spPr>
      </p:pic>
      <p:pic>
        <p:nvPicPr>
          <p:cNvPr id="2" name="图片 1"/>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9949130" y="0"/>
            <a:ext cx="2232075" cy="640111"/>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7" name="图片 6" descr="图片2"/>
          <p:cNvPicPr>
            <a:picLocks noChangeAspect="1"/>
          </p:cNvPicPr>
          <p:nvPr userDrawn="1"/>
        </p:nvPicPr>
        <p:blipFill>
          <a:blip r:embed="rId14"/>
          <a:stretch>
            <a:fillRect/>
          </a:stretch>
        </p:blipFill>
        <p:spPr>
          <a:xfrm>
            <a:off x="0" y="-5715"/>
            <a:ext cx="12192000" cy="6863715"/>
          </a:xfrm>
          <a:prstGeom prst="rect">
            <a:avLst/>
          </a:prstGeom>
        </p:spPr>
      </p:pic>
      <p:pic>
        <p:nvPicPr>
          <p:cNvPr id="2" name="图片 1"/>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9959925" y="-5715"/>
            <a:ext cx="2232075" cy="640111"/>
          </a:xfrm>
          <a:prstGeom prst="rect">
            <a:avLst/>
          </a:prstGeom>
        </p:spPr>
      </p:pic>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slideLayout" Target="../slideLayouts/slideLayout15.xml"/><Relationship Id="rId6" Type="http://schemas.openxmlformats.org/officeDocument/2006/relationships/tags" Target="../tags/tag75.xml"/><Relationship Id="rId5" Type="http://schemas.openxmlformats.org/officeDocument/2006/relationships/tags" Target="../tags/tag74.xml"/><Relationship Id="rId4" Type="http://schemas.openxmlformats.org/officeDocument/2006/relationships/tags" Target="../tags/tag73.xml"/><Relationship Id="rId3" Type="http://schemas.openxmlformats.org/officeDocument/2006/relationships/tags" Target="../tags/tag72.xml"/><Relationship Id="rId2" Type="http://schemas.openxmlformats.org/officeDocument/2006/relationships/tags" Target="../tags/tag71.xml"/><Relationship Id="rId1" Type="http://schemas.openxmlformats.org/officeDocument/2006/relationships/tags" Target="../tags/tag7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文本框 34"/>
          <p:cNvSpPr txBox="1"/>
          <p:nvPr/>
        </p:nvSpPr>
        <p:spPr>
          <a:xfrm>
            <a:off x="0" y="793750"/>
            <a:ext cx="1351262" cy="2061210"/>
          </a:xfrm>
          <a:prstGeom prst="rect">
            <a:avLst/>
          </a:prstGeom>
          <a:noFill/>
        </p:spPr>
        <p:txBody>
          <a:bodyPr wrap="square" rtlCol="0">
            <a:spAutoFit/>
            <a:scene3d>
              <a:camera prst="orthographicFront"/>
              <a:lightRig rig="threePt" dir="t"/>
            </a:scene3d>
            <a:sp3d contourW="12700"/>
          </a:bodyPr>
          <a:lstStyle/>
          <a:p>
            <a:pPr algn="ctr"/>
            <a:r>
              <a:rPr lang="en-US" altLang="zh-CN" sz="3200" dirty="0" smtClean="0">
                <a:solidFill>
                  <a:srgbClr val="3F396C"/>
                </a:solidFill>
                <a:latin typeface="思源宋体" panose="02020700000000000000" charset="-122"/>
                <a:ea typeface="思源宋体" panose="02020700000000000000" charset="-122"/>
              </a:rPr>
              <a:t>04</a:t>
            </a:r>
            <a:endParaRPr lang="en-US" altLang="zh-CN" sz="3200" dirty="0" smtClean="0">
              <a:solidFill>
                <a:srgbClr val="3F396C"/>
              </a:solidFill>
              <a:latin typeface="思源宋体" panose="02020700000000000000" charset="-122"/>
              <a:ea typeface="思源宋体" panose="02020700000000000000" charset="-122"/>
            </a:endParaRPr>
          </a:p>
        </p:txBody>
      </p:sp>
      <p:sp>
        <p:nvSpPr>
          <p:cNvPr id="8" name="文本框1"/>
          <p:cNvSpPr txBox="1"/>
          <p:nvPr>
            <p:custDataLst>
              <p:tags r:id="rId1"/>
            </p:custDataLst>
          </p:nvPr>
        </p:nvSpPr>
        <p:spPr>
          <a:xfrm>
            <a:off x="3844925" y="5423535"/>
            <a:ext cx="4320000"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b="1" dirty="0" smtClean="0">
                <a:solidFill>
                  <a:srgbClr val="0064D2"/>
                </a:solidFill>
                <a:latin typeface="微软雅黑" panose="020B0503020204020204" pitchFamily="34" charset="-122"/>
                <a:ea typeface="微软雅黑" panose="020B0503020204020204" pitchFamily="34" charset="-122"/>
                <a:sym typeface="+mn-ea"/>
              </a:rPr>
              <a:t>一、制造企业设备运维报修助手</a:t>
            </a:r>
            <a:endParaRPr lang="zh-CN" altLang="zh-CN" sz="2400" b="1" dirty="0" smtClean="0">
              <a:solidFill>
                <a:srgbClr val="0064D2"/>
              </a:solidFill>
              <a:latin typeface="微软雅黑" panose="020B0503020204020204" pitchFamily="34" charset="-122"/>
              <a:ea typeface="微软雅黑" panose="020B0503020204020204" pitchFamily="34" charset="-122"/>
              <a:sym typeface="+mn-ea"/>
            </a:endParaRPr>
          </a:p>
        </p:txBody>
      </p:sp>
      <p:grpSp>
        <p:nvGrpSpPr>
          <p:cNvPr id="2" name="组合 1"/>
          <p:cNvGrpSpPr/>
          <p:nvPr>
            <p:custDataLst>
              <p:tags r:id="rId2"/>
            </p:custDataLst>
          </p:nvPr>
        </p:nvGrpSpPr>
        <p:grpSpPr>
          <a:xfrm>
            <a:off x="5052140" y="2077085"/>
            <a:ext cx="2087958" cy="2571359"/>
            <a:chOff x="4536" y="3212"/>
            <a:chExt cx="3287" cy="4048"/>
          </a:xfrm>
        </p:grpSpPr>
        <p:sp>
          <p:nvSpPr>
            <p:cNvPr id="3" name="圆角矩形 34"/>
            <p:cNvSpPr/>
            <p:nvPr>
              <p:custDataLst>
                <p:tags r:id="rId3"/>
              </p:custDataLst>
            </p:nvPr>
          </p:nvSpPr>
          <p:spPr>
            <a:xfrm rot="2700000">
              <a:off x="4536" y="4280"/>
              <a:ext cx="2980" cy="298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4" name="圆角矩形 38"/>
            <p:cNvSpPr/>
            <p:nvPr>
              <p:custDataLst>
                <p:tags r:id="rId4"/>
              </p:custDataLst>
            </p:nvPr>
          </p:nvSpPr>
          <p:spPr>
            <a:xfrm rot="2700000">
              <a:off x="4943" y="4671"/>
              <a:ext cx="2185" cy="2185"/>
            </a:xfrm>
            <a:prstGeom prst="roundRect">
              <a:avLst>
                <a:gd name="adj" fmla="val 6319"/>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6" name="任意多边形 42"/>
            <p:cNvSpPr/>
            <p:nvPr>
              <p:custDataLst>
                <p:tags r:id="rId5"/>
              </p:custDataLst>
            </p:nvPr>
          </p:nvSpPr>
          <p:spPr>
            <a:xfrm>
              <a:off x="4767" y="3212"/>
              <a:ext cx="3056" cy="1809"/>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grpSp>
      <p:sp>
        <p:nvSpPr>
          <p:cNvPr id="9" name="文本框 8"/>
          <p:cNvSpPr txBox="1"/>
          <p:nvPr>
            <p:custDataLst>
              <p:tags r:id="rId6"/>
            </p:custDataLst>
          </p:nvPr>
        </p:nvSpPr>
        <p:spPr>
          <a:xfrm>
            <a:off x="5642257" y="3226193"/>
            <a:ext cx="682858" cy="1014730"/>
          </a:xfrm>
          <a:prstGeom prst="rect">
            <a:avLst/>
          </a:prstGeom>
          <a:noFill/>
        </p:spPr>
        <p:txBody>
          <a:bodyPr wrap="square" rtlCol="0">
            <a:spAutoFit/>
          </a:bodyPr>
          <a:lstStyle/>
          <a:p>
            <a:r>
              <a:rPr lang="en-US" altLang="zh-CN" sz="6000" b="1">
                <a:solidFill>
                  <a:schemeClr val="bg1"/>
                </a:solidFill>
                <a:latin typeface="+mj-ea"/>
                <a:ea typeface="+mj-ea"/>
              </a:rPr>
              <a:t>1</a:t>
            </a:r>
            <a:endParaRPr lang="en-US" altLang="zh-CN" sz="6000" b="1">
              <a:solidFill>
                <a:schemeClr val="bg1"/>
              </a:solidFill>
              <a:latin typeface="+mj-ea"/>
              <a:ea typeface="+mj-ea"/>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任务实施</a:t>
            </a:r>
            <a:endPar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175385" y="1377315"/>
            <a:ext cx="9841230" cy="228219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某制造企业希望为设备管理部门上线一个</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设备运维报修助手</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。该助手部署在企业内部服务门户中，面向一线操作员、班组长和设备管理员，主要承担两类工作：</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1)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回答设备运维相关问答，例如</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空压机巡检温度标准是多少？</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设备报警灯闪烁代表什么？</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2)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受理报修申请，例如</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设备报警了，帮我报修</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这台泵一直漏油，需要安排维修</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1954896" y="3657124"/>
            <a:ext cx="8211454"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教材对步骤图片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55575" y="1777365"/>
            <a:ext cx="5502275" cy="462915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企业给出的业务要求如下：</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1)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如果用户只是咨询知识类问题，系统应直接回答。</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2)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如果用户是要发起报修，系统必须收集完整的报修信息后，才能生成工单摘要。</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3)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如果用户补充的是上一轮缺失信息，系统不能重新开始问一遍。</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4)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如果用户明确表示</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换个问题</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或</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重新开始</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，系统应重置当前会话状态。</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5)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输出结果必须稳定，便于后续接入工单系统。</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5797550" y="1776888"/>
            <a:ext cx="5911850" cy="463026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教材对步骤图片</a:t>
            </a:r>
            <a:endParaRPr lang="zh-CN" altLang="en-US" dirty="0">
              <a:solidFill>
                <a:schemeClr val="tx1"/>
              </a:solidFill>
            </a:endParaRPr>
          </a:p>
        </p:txBody>
      </p:sp>
      <p:sp>
        <p:nvSpPr>
          <p:cNvPr id="4" name="文本框 3"/>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175385" y="1377315"/>
            <a:ext cx="9841230" cy="228219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本次任务基于</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RAGFlow</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实现智能体工作流，项目完成后，理想中的对话表现如下：</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步骤一：识别核心意图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正式搭建前，不要急着拖节点。我们先来梳理整个智能体工作流的核心意图，做一次简化的业务拆解。可以看出，本项目最少存在以下意图：</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1954896" y="3657124"/>
            <a:ext cx="8211454"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教材对步骤图片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55575" y="1777365"/>
            <a:ext cx="5502275" cy="462915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步骤二：明确报修必须收集的槽位</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针对报修申请，建议定义以下必填槽位：</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表</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报修意图槽位变量表</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槽位名</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说明</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是否必填</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device_id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设备编号</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是</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location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设备所在位置</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是</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fault_desc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故障现象描述</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是</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contact_name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联系人姓名</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是</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contact_phone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联系电话</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是</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5797550" y="1776888"/>
            <a:ext cx="5911850" cy="463026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教材对步骤图片</a:t>
            </a:r>
            <a:endParaRPr lang="zh-CN" altLang="en-US" dirty="0">
              <a:solidFill>
                <a:schemeClr val="tx1"/>
              </a:solidFill>
            </a:endParaRPr>
          </a:p>
        </p:txBody>
      </p:sp>
      <p:sp>
        <p:nvSpPr>
          <p:cNvPr id="4" name="文本框 3"/>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175385" y="1377315"/>
            <a:ext cx="9841230" cy="228219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步骤三：定义关键状态变量</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在开始规划</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RAGFlow</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的工作流开始之前，我们还需要定义一些变量来承载并管理会话状态。</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表</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状态变量表</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状态变量</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含义</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示例</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intent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当前主意图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repair_request
slots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已收集槽位</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{"device_id":"AC-204"}
is_complete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所有必填槽位是否填满</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True
topic_switched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从报修中途转向知识问答</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True</a:t>
            </a:r>
            <a:endParaRPr lang="en-US" altLang="zh-CN"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1954896" y="3657124"/>
            <a:ext cx="8211454"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教材对步骤图片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55575" y="1777365"/>
            <a:ext cx="5502275" cy="462915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步骤四：搭一个最小可运行版本</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这一步的目的不是直接实现做复杂流程，而是先让项目运行起来。最小版本只实现两件事：意图识别和结果回复。因此我们可以将上面构建的变量汇聚成一张表单</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intent_schema</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最小可运行项目流程</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我们可以根据流程图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1-1- 28</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的设计，在</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RAGFlow</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的智能体设计中，选择对应节点构建如图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的流程图。</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5797550" y="1776888"/>
            <a:ext cx="5911850" cy="463026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教材对步骤图片</a:t>
            </a:r>
            <a:endParaRPr lang="zh-CN" altLang="en-US" dirty="0">
              <a:solidFill>
                <a:schemeClr val="tx1"/>
              </a:solidFill>
            </a:endParaRPr>
          </a:p>
        </p:txBody>
      </p:sp>
      <p:sp>
        <p:nvSpPr>
          <p:cNvPr id="4" name="文本框 3"/>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175385" y="1377315"/>
            <a:ext cx="9841230" cy="228219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最小可运行工作流</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在这个</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Chatflow</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中，流程的推进是随用户的对话进行的，每轮对话都是从开始节点，用户输入提问信息</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{{sys.query}}</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进行，这是一个系统变量，无需配置，随用户输入变化。在意图识别节点，需要能够对用户的意图进行分析，并维护全局变量表单</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intent_schema</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1954896" y="3657124"/>
            <a:ext cx="8211454"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教材对步骤图片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55575" y="1777365"/>
            <a:ext cx="5502275" cy="462915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步骤五：</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创建全局工单变量</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如图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，在页面右上角点击</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管理</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，在弹出的菜单中选择会话变量，可以打开会话变量列表，在这里可以管理所有会话级别的变量，顾名思义，此处创建的变量由全局所有节点所共享，可以随时被各节点读取。我们创建一个表单记录变量</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global_slots</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，记录用户提交的工单信息。变量类型设为</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string</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，描述和默认值可以不写。</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5797550" y="1776888"/>
            <a:ext cx="5911850" cy="463026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教材对步骤图片</a:t>
            </a:r>
            <a:endParaRPr lang="zh-CN" altLang="en-US" dirty="0">
              <a:solidFill>
                <a:schemeClr val="tx1"/>
              </a:solidFill>
            </a:endParaRPr>
          </a:p>
        </p:txBody>
      </p:sp>
      <p:sp>
        <p:nvSpPr>
          <p:cNvPr id="4" name="文本框 3"/>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175385" y="1377315"/>
            <a:ext cx="9841230" cy="228219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1-1- 30</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创建全局变量</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global_slots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步骤六：</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设置意图路由</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从最小工作流中可以看到，我们要实现一个路由意图功能，拆解用户输入的指令，我们可以先分析这一步要实现的功能：</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1.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接收用户指令；</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2.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结合历史记录分析用户当前输入的意图，为后续意图路由做出标记变量；</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3.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总结报修工单需要的槽位变量信息；</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1954896" y="3657124"/>
            <a:ext cx="8211454"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教材对步骤图片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55575" y="1777365"/>
            <a:ext cx="5502275" cy="462915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基于上述功能，为第一个智能体</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意图分析</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添加提示词。结合之前讲过的提示词工程，来确定这个智能体的身份、任务、约束和回复结果。可以参考下面的提示词样例：</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在样例设置里，限定了大模型的输出结果为一个</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json</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变量，这对后续拆解变量有很大帮助。</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5797550" y="1776888"/>
            <a:ext cx="5911850" cy="463026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教材对步骤图片</a:t>
            </a:r>
            <a:endParaRPr lang="zh-CN" altLang="en-US" dirty="0">
              <a:solidFill>
                <a:schemeClr val="tx1"/>
              </a:solidFill>
            </a:endParaRPr>
          </a:p>
        </p:txBody>
      </p:sp>
      <p:sp>
        <p:nvSpPr>
          <p:cNvPr id="4" name="文本框 3"/>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175385" y="1377315"/>
            <a:ext cx="9841230" cy="228219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但是，在</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RAGFlow</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中，条件节点无法直接获取</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json</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变量中的内容，因此我们需要在</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LLM</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节点和条件节点之间插入代码节点，命名为</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意图分割</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，通过图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1-1- 31</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执行代码的方式拆解用户意图变量</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intent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创建意图分割代码节点</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在代码节点首先将变量输入变量设置为来自意图分析节点的</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content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，这是一个</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string</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格式的变量。</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1954896" y="3657124"/>
            <a:ext cx="8211454"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教材对步骤图片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55575" y="1777365"/>
            <a:ext cx="5502275" cy="462915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要注意默认的代码节点给出了两个变量，如果无需使用第二个需要给他删掉；或者还需要使用更多变量可以添加。但其中的内容是按照</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json</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格式编写的，因此可以通过导入并加载</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json</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格式的方式获得</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intent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，编辑的代码如下：</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将代码节点详情页下滑到最底端，如图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，可以看到代码节点输出的变量</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Return Value</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，设置输出的变量名为</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intent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，格式为</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string</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5797550" y="1776888"/>
            <a:ext cx="5911850" cy="463026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教材对步骤图片</a:t>
            </a:r>
            <a:endParaRPr lang="zh-CN" altLang="en-US" dirty="0">
              <a:solidFill>
                <a:schemeClr val="tx1"/>
              </a:solidFill>
            </a:endParaRPr>
          </a:p>
        </p:txBody>
      </p:sp>
      <p:sp>
        <p:nvSpPr>
          <p:cNvPr id="4" name="文本框 3"/>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175385" y="1377315"/>
            <a:ext cx="9841230" cy="228219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这样就可以在之后的条件节点使用这个</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intent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变量设置分支路由。</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配置意图分割代码节点的输出内容</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在代码节点后插入条件节点，按照图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1-1- 33</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箭头顺序①</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④点击，选择对应的变量和条件判断符，并设置这个变量对应条件的取值，按照我们在</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LLM</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节点</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意图分析</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中给出的系统关键词设置，</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intent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对应的取值有三个：</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"repair_request" | "qa_query" | "reset_session"</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1954896" y="3657124"/>
            <a:ext cx="8211454"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教材对步骤图片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55575" y="1777365"/>
            <a:ext cx="5502275" cy="462915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因此还需要点击箭头⑤处所示，添加另一个条件，再设置变量和取值。这里我们设置报修和重置作为路由条件，另一个</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else</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路由设置为知识查询。</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配置意图路由节点</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步骤七：</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设置报修引导回复</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接下来设置报修这条路由的细节，如图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，我们需要从意图分析节点获取填充工单需要的槽位信息，如法炮制使用代码节点拆解表单内容</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slots</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，并设置该节点输出变量为</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slots</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5797550" y="1776888"/>
            <a:ext cx="5911850" cy="463026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教材对步骤图片</a:t>
            </a:r>
            <a:endParaRPr lang="zh-CN" altLang="en-US" dirty="0">
              <a:solidFill>
                <a:schemeClr val="tx1"/>
              </a:solidFill>
            </a:endParaRPr>
          </a:p>
        </p:txBody>
      </p:sp>
      <p:sp>
        <p:nvSpPr>
          <p:cNvPr id="4" name="文本框 3"/>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175385" y="1377315"/>
            <a:ext cx="9841230" cy="228219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配置槽位分割代码节点</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这个槽位</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slots</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是当前对话中识别到的，如果对话结束，这个变量就不存在了，因此我们还需要用变量赋值器把这个变量更新到之前创建的全局变量</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global_slots</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中，这个变量是第一个意图更新节点需要参考的历史记忆之一。在代码节点后面创建一个变量赋值节点，按图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1-1- 35</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的方式配置变量更新信息。</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1954896" y="3657124"/>
            <a:ext cx="8211454"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教材对步骤图片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55575" y="1777365"/>
            <a:ext cx="5502275" cy="462915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通过变量赋值节点改变</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global_slots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我们收集到槽位信息了，接下来可以根据这组信息的提问编写引导回复节点的系统提示词：</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步骤八：</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设置重置意图路由</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如果用户想要调整之前提交的信息，除了可以直接和模型回复要修改的内容外，也可以通过我们这一步设置的重置工单路由。</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5797550" y="1776888"/>
            <a:ext cx="5911850" cy="463026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教材对步骤图片</a:t>
            </a:r>
            <a:endParaRPr lang="zh-CN" altLang="en-US" dirty="0">
              <a:solidFill>
                <a:schemeClr val="tx1"/>
              </a:solidFill>
            </a:endParaRPr>
          </a:p>
        </p:txBody>
      </p:sp>
      <p:sp>
        <p:nvSpPr>
          <p:cNvPr id="4" name="文本框 3"/>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175385" y="1377315"/>
            <a:ext cx="9841230" cy="228219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在这一步我们重置的方法是通过清除存放在全局变量</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global_slots</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中的内容。因此模型的回复并不会直接导致这一变化发生，我们先构建这一节点回复的系统提示词：</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之后我们依然通过创建变量赋值器的方式，如图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，用该节点自带的</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清除</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功能，调整</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global_slots</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的取值：</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通过变量聚合节点清除</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global_slots</a:t>
            </a:r>
            <a:endParaRPr lang="en-US" altLang="zh-CN"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1954896" y="3657124"/>
            <a:ext cx="8211454"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教材对步骤图片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55575" y="1777365"/>
            <a:ext cx="5502275" cy="462915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步骤九：</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设置知识回复路由</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最后一条路由可以回答用户的问题，因此我们只需要对该</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LLM</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节点配置系统提示词：</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步骤十：</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聚合回复变量</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创建一个变量聚合节点，然后把三个</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LLM</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回复节点的线都链接过去，整个工作流的效果如图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所示。</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企业设备运维报修助手智能体工作流</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5797550" y="1776888"/>
            <a:ext cx="5911850" cy="463026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教材对步骤图片</a:t>
            </a:r>
            <a:endParaRPr lang="zh-CN" altLang="en-US" dirty="0">
              <a:solidFill>
                <a:schemeClr val="tx1"/>
              </a:solidFill>
            </a:endParaRPr>
          </a:p>
        </p:txBody>
      </p:sp>
      <p:sp>
        <p:nvSpPr>
          <p:cNvPr id="4" name="文本框 3"/>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175385" y="1377315"/>
            <a:ext cx="9841230" cy="228219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如图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，点击变量聚合节点，在弹出的详情页中配置分组信息。点击箭头①处添加一个分组，在箭头②处可以添加这个分组下的变量信息，我们创建三个变量，分别填入来自三个节点的</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content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变量。最后把变量聚合节点的尾端连接回复消息节点，如图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，并把回复消息设置为变量聚合节点的输出内容。</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1954896" y="3657124"/>
            <a:ext cx="8211454"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教材对步骤图片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55575" y="1777365"/>
            <a:ext cx="5502275" cy="462915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这样我们便完成了设备运维报修助手的智能体工作流编排。</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配置变量聚合节点</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配置消息回复节点</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步骤十一：测试工作流</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为了验证我们搭建的工作流是否可以正常运行，我们可以按照如下的测试流程进行检验。</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5797550" y="1776888"/>
            <a:ext cx="5911850" cy="463026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教材对步骤图片</a:t>
            </a:r>
            <a:endParaRPr lang="zh-CN" altLang="en-US" dirty="0">
              <a:solidFill>
                <a:schemeClr val="tx1"/>
              </a:solidFill>
            </a:endParaRPr>
          </a:p>
        </p:txBody>
      </p:sp>
      <p:sp>
        <p:nvSpPr>
          <p:cNvPr id="4" name="文本框 3"/>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175385" y="1377315"/>
            <a:ext cx="9841230" cy="228219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第一组：纯知识问答测试</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目标：测试</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Categorize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节点是否能准确识别问答意图，且</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LLM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是否能正常输出知识。</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第二组：标准报修补槽测试</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目标：验证系统是否能识别缺失信息，并分次收集，且不重复询问已提供的信息。</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第三组：话题切换冲突测试</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目标：验证在报修过程中，用户突然问问题，系统能否平滑切换。</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第四组：重置会话测试（验证</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Reset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逻辑）</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目标：验证用户明确要求重新开始时，系统是否重置。</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1954896" y="3657124"/>
            <a:ext cx="8211454"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教材对步骤图片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0.xml><?xml version="1.0" encoding="utf-8"?>
<p:tagLst xmlns:p="http://schemas.openxmlformats.org/presentationml/2006/main">
  <p:tag name="KSO_WM_DIAGRAM_VIRTUALLY_FRAME" val="{&quot;height&quot;:333.7,&quot;left&quot;:116.85,&quot;top&quot;:150.5,&quot;width&quot;:710.2425984251968}"/>
</p:tagLst>
</file>

<file path=ppt/tags/tag71.xml><?xml version="1.0" encoding="utf-8"?>
<p:tagLst xmlns:p="http://schemas.openxmlformats.org/presentationml/2006/main">
  <p:tag name="KSO_WM_DIAGRAM_VIRTUALLY_FRAME" val="{&quot;height&quot;:333.7,&quot;left&quot;:116.85,&quot;top&quot;:150.5,&quot;width&quot;:710.2425984251968}"/>
</p:tagLst>
</file>

<file path=ppt/tags/tag72.xml><?xml version="1.0" encoding="utf-8"?>
<p:tagLst xmlns:p="http://schemas.openxmlformats.org/presentationml/2006/main">
  <p:tag name="KSO_WM_DIAGRAM_VIRTUALLY_FRAME" val="{&quot;height&quot;:333.7,&quot;left&quot;:116.85,&quot;top&quot;:150.5,&quot;width&quot;:710.2425984251968}"/>
</p:tagLst>
</file>

<file path=ppt/tags/tag73.xml><?xml version="1.0" encoding="utf-8"?>
<p:tagLst xmlns:p="http://schemas.openxmlformats.org/presentationml/2006/main">
  <p:tag name="KSO_WM_DIAGRAM_VIRTUALLY_FRAME" val="{&quot;height&quot;:333.7,&quot;left&quot;:116.85,&quot;top&quot;:150.5,&quot;width&quot;:710.2425984251968}"/>
</p:tagLst>
</file>

<file path=ppt/tags/tag74.xml><?xml version="1.0" encoding="utf-8"?>
<p:tagLst xmlns:p="http://schemas.openxmlformats.org/presentationml/2006/main">
  <p:tag name="KSO_WM_DIAGRAM_VIRTUALLY_FRAME" val="{&quot;height&quot;:333.7,&quot;left&quot;:116.85,&quot;top&quot;:150.5,&quot;width&quot;:710.2425984251968}"/>
</p:tagLst>
</file>

<file path=ppt/tags/tag75.xml><?xml version="1.0" encoding="utf-8"?>
<p:tagLst xmlns:p="http://schemas.openxmlformats.org/presentationml/2006/main">
  <p:tag name="KSO_WM_DIAGRAM_VIRTUALLY_FRAME" val="{&quot;height&quot;:333.7,&quot;left&quot;:116.85,&quot;top&quot;:150.5,&quot;width&quot;:710.2425984251968}"/>
</p:tagLst>
</file>

<file path=ppt/tags/tag76.xml><?xml version="1.0" encoding="utf-8"?>
<p:tagLst xmlns:p="http://schemas.openxmlformats.org/presentationml/2006/main">
  <p:tag name="COMMONDATA" val="eyJoZGlkIjoiYzZkNzQ4ZWFiZmQ4NTRhOWRkZTk3YTMwMjlmMmZhYmUifQ=="/>
  <p:tag name="KSO_WPP_MARK_KEY" val="3c15e236-6e17-4788-8b7a-5fd2c15b6c5c"/>
</p:tagLst>
</file>

<file path=ppt/theme/theme1.xml><?xml version="1.0" encoding="utf-8"?>
<a:theme xmlns:a="http://schemas.openxmlformats.org/drawingml/2006/main" name="1_自定义设计方案">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3606</Words>
  <Application>WPS 演示</Application>
  <PresentationFormat>宽屏</PresentationFormat>
  <Paragraphs>176</Paragraphs>
  <Slides>22</Slides>
  <Notes>35</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22</vt:i4>
      </vt:variant>
    </vt:vector>
  </HeadingPairs>
  <TitlesOfParts>
    <vt:vector size="33" baseType="lpstr">
      <vt:lpstr>Arial</vt:lpstr>
      <vt:lpstr>宋体</vt:lpstr>
      <vt:lpstr>Wingdings</vt:lpstr>
      <vt:lpstr>微软雅黑</vt:lpstr>
      <vt:lpstr>Wingdings</vt:lpstr>
      <vt:lpstr>思源宋体</vt:lpstr>
      <vt:lpstr>DIN-BoldItalic</vt:lpstr>
      <vt:lpstr>等线</vt:lpstr>
      <vt:lpstr>JetBrainsMono NF</vt:lpstr>
      <vt:lpstr>1_自定义设计方案</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别清欢</cp:lastModifiedBy>
  <cp:revision>1150</cp:revision>
  <dcterms:created xsi:type="dcterms:W3CDTF">2019-06-19T02:08:00Z</dcterms:created>
  <dcterms:modified xsi:type="dcterms:W3CDTF">2026-05-23T11:54:57Z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2052-12.1.0.26375</vt:lpwstr>
  </property>
  <property fmtid="{D5CDD505-2E9C-101B-9397-08002B2CF9AE}" pid="3" name="ICV">
    <vt:lpwstr>872AFB9612014F1481ACD74C6C7D9278_13</vt:lpwstr>
  </property>
</Properties>
</file>