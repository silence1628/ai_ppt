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3"/>
  </p:notesMasterIdLst>
  <p:handoutMasterIdLst>
    <p:handoutMasterId r:id="rId14"/>
  </p:handoutMasterIdLst>
  <p:sldIdLst>
    <p:sldId id="2880" r:id="rId4"/>
    <p:sldId id="2888" r:id="rId5"/>
    <p:sldId id="2887" r:id="rId6"/>
    <p:sldId id="2886" r:id="rId7"/>
    <p:sldId id="2885" r:id="rId8"/>
    <p:sldId id="2884" r:id="rId9"/>
    <p:sldId id="2883" r:id="rId10"/>
    <p:sldId id="2882" r:id="rId11"/>
    <p:sldId id="2881" r:id="rId12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94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sz="2400" dirty="0" smtClean="0">
                <a:cs typeface="+mn-ea"/>
                <a:sym typeface="+mn-lt"/>
              </a:rPr>
              <a:t>二、会议纪要生成</a:t>
            </a:r>
            <a:endParaRPr lang="zh-CN" sz="2400" dirty="0" smtClean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一、智能客服回复优化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某智能门锁企业的客服部门希望上线一个客服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，用于自动处理用户的常见咨询。教师希望通过这个案例让学员理解：同一项任务，如果提示词不够清晰，模型输出会缺乏专业性和稳定性；如果提示词结构清晰，输出会明显更贴近业务场景。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用户输入示例如下：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中设置简易提示词并提问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根据用户问题和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的基础系统提示词，思考如何利用所学的评估方法测试这组提示词的潜在问题，并用提示词工程为其添加约束，尝试构建新的提示词版本，并记录常见问题，如回答泛化、缺少分类、遗漏已知信息、缺少边界提示。反复测试提问，根据产生的问题迭代提示词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版提示词示例：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扩充测试样例：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对比采用两版提示词得到的输出结果，将结果记录在表格中（见附录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）。可以看到，第一版通常会直接给建议，但很少体现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售后支持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的身份。优化版更容易先识别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联网问题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，并按结构输出。优化版更适合后续接入工单系统或页面展示。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sz="2400" b="1" dirty="0" smtClean="0">
                <a:solidFill>
                  <a:srgbClr val="0064D2"/>
                </a:solidFill>
                <a:cs typeface="+mn-ea"/>
                <a:sym typeface="+mn-lt"/>
              </a:rPr>
              <a:t>二、会议纪要生成</a:t>
            </a:r>
            <a:endParaRPr lang="zh-CN" sz="2400" b="1" dirty="0" smtClean="0">
              <a:solidFill>
                <a:srgbClr val="0064D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一、智能客服回复优化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某项目组希望让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根据会议内容自动生成纪要。通过这个案例要引导大家理解在和智能体的沟通中，怎么说比说什么更重要，因为用户的意图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帮我总结会议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看起来很简单，但实际业务中往往还要求区分决议、待办事项和责任人等。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用户输入示例：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如上文所说，在实际业务中需要智能体对会议内容进行格式化总结，因此在构建系统提示词时，需要告知大模型用什么样的格式进行总结，具体可以参考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版提示词示例：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分别运行两组关键词，观察模型是否会漏掉责任人和时间节点。再和其他同学的运行结果对比，看看是否有明显差异。将结果统计在实验结果表格中（见附录）。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通过这两个案例，希望学院理解以下几点信息：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Prompt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常常只能生成摘要，却不能直接形成协作结果；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2.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一旦要求责任人和截止时间等细节信息，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的业务导向就会明显增强；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提示词工程不是语言修饰，而是业务信息提取设计。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1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2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3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5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6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7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8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9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1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8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9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4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</Words>
  <Application>WPS 演示</Application>
  <PresentationFormat>宽屏</PresentationFormat>
  <Paragraphs>80</Paragraphs>
  <Slides>9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2026-05-23T11:54:49Z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7B496C3D7F5F4BD2A989791C8A18A7C6_13</vt:lpwstr>
  </property>
</Properties>
</file>