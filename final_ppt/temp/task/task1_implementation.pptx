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34"/>
  </p:notesMasterIdLst>
  <p:handoutMasterIdLst>
    <p:handoutMasterId r:id="rId35"/>
  </p:handoutMasterIdLst>
  <p:sldIdLst>
    <p:sldId id="2859" r:id="rId4"/>
    <p:sldId id="2888" r:id="rId5"/>
    <p:sldId id="2887" r:id="rId6"/>
    <p:sldId id="2886" r:id="rId7"/>
    <p:sldId id="2885" r:id="rId8"/>
    <p:sldId id="2884" r:id="rId9"/>
    <p:sldId id="2883" r:id="rId10"/>
    <p:sldId id="2882" r:id="rId11"/>
    <p:sldId id="2881" r:id="rId12"/>
    <p:sldId id="2880" r:id="rId13"/>
    <p:sldId id="2879" r:id="rId14"/>
    <p:sldId id="2878" r:id="rId15"/>
    <p:sldId id="2877" r:id="rId16"/>
    <p:sldId id="2876" r:id="rId17"/>
    <p:sldId id="2875" r:id="rId18"/>
    <p:sldId id="2874" r:id="rId19"/>
    <p:sldId id="2873" r:id="rId20"/>
    <p:sldId id="2872" r:id="rId21"/>
    <p:sldId id="2871" r:id="rId22"/>
    <p:sldId id="2870" r:id="rId23"/>
    <p:sldId id="2869" r:id="rId24"/>
    <p:sldId id="2868" r:id="rId25"/>
    <p:sldId id="2867" r:id="rId26"/>
    <p:sldId id="2866" r:id="rId27"/>
    <p:sldId id="2865" r:id="rId28"/>
    <p:sldId id="2864" r:id="rId29"/>
    <p:sldId id="2863" r:id="rId30"/>
    <p:sldId id="2862" r:id="rId31"/>
    <p:sldId id="2861" r:id="rId32"/>
    <p:sldId id="2860" r:id="rId33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150.xml"/><Relationship Id="rId4" Type="http://schemas.openxmlformats.org/officeDocument/2006/relationships/slide" Target="slides/slide1.xml"/><Relationship Id="rId39" Type="http://schemas.openxmlformats.org/officeDocument/2006/relationships/commentAuthors" Target="commentAuthors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notesMaster" Target="notesMasters/notesMaster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09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29.xml"/><Relationship Id="rId2" Type="http://schemas.openxmlformats.org/officeDocument/2006/relationships/tags" Target="../tags/tag111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tags" Target="../tags/tag1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49.xml"/><Relationship Id="rId2" Type="http://schemas.openxmlformats.org/officeDocument/2006/relationships/tags" Target="../tags/tag131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二、编写初版系统提示词并建立基础评估指标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一、熟悉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RAGFlow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平台并创建基础应用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三、提示词基础优化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四、模型参数的影响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步骤一：创建应用并进入工作流编排。进入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RAGFlow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平台，在上方菜单栏中选择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智能体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，如果还未创建智能体应用，会如下图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1-1- 9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所示，此时点击加号创建一个智能体应用，在弹出窗口中选择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智能体流程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类型，命名为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我的第一个智能体工作流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。进入工作流画布，此时系统已自动生成开始节点，默认的工作类型是对话式。如果不是，可以根据图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1-1- 10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所示的点击顺序修改工作类型。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创建第一个智能体工作流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切换开始节点为会话模式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步骤二：配置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LLM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节点。图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1-1- 11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添加大模型节点如图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，将鼠标光标放在开始模块处，模块右边会出现加号，点击这个符号弹出节点库列表，从中选择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智能体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节点，在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RAGFlow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中，大模型节点被称作智能体，但我们实际知道该节点承担的作用是整个工作流的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大脑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，因此在后文中不论提及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智能体节点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大模型节点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都是指向这个节点。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该模块会自动连接到开始模块的尾端，并将其摆放在适合位置。在该节点中完成三件事：选择模型、编写系统提示词以及配置模型参数。点击箭头①处的智能体节点，可以弹出如图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右边所示的模块详情标签，点击箭头②处的模型栏目，会弹出模型配置的标签。在③处可以选择接入工作流的大模型；在方框④处可以配置模型输出的部分参数。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在大模型的参数列表中，我们需要关注的参数有三个：①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温度（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temperature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）：用于控制随机性和多样性的程度。较高的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temperature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值会降低概率分布的峰值，使得更多的低概率词被选择，生成结果更加多样化；而较低的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temperature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值则会增强概率分布的峰值，使得高概率词更容易被选择，生成结果更加确定。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最大标记（或作最大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）：用于指定模型在生成内容时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的最大数量，它定义了生成的上限。③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Top 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：生成过程中核采样方法概率阈值，例如，取值为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0.8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时，仅保留概率加起来大于等于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0.8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的最可能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的最小集合作为候选集。取值范围为（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0,1.0)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，取值越大，生成的随机性越高；取值越低，生成的确定性越高。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初次使用该部分内容均采用图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1-1- 12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的默认配置即可完成任务实施。图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配置大模型及参数在箭头②处模型选择框的下方，我们可以编写系统提示词，按照结构化格式设定智能体的角色、任务边界、输出要求，以至于获得更好的回复和工作处理。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当然在本节任务中，我们仅需要实现一个最小的智能体对话工作流，因此编写系统提示词可以省略，观察并使用默认的提示词即可。在后面的练习中我们会更加详细地介绍这部分内容。</a:t>
            </a:r>
            <a:endParaRPr 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步骤三：关联用户输入。点击智能体节点，如图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箭头①所示，在系统提示词的下方有用户提示词表单，点击右上角的变量符号（箭头②处），可快速插入变量。将开始节点传递的用户问题变量（通常为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sys.query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）填入，确保模型能够接收到用户的问题。在默认配置中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sys.query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变量已经填入用户提示词，如果还需添加其他变量，可按照该流程操作。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关联用户输入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步骤四：连接结束节点并发布。按照和第二步一样的方式，如图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点击智能体节点右边的加号，在弹出页中选择回复消息，创建一个流程结束节点。同样点击这个节点模块，在弹出的标签中，点击箭头②所示的变量图标，将智能体输出的内容添加到消息窗口中。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添加回复节点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配置回复消息最后，确认工作流连线为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开始节点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智能体节点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回复消息节点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，点击右上角中的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按钮，即可在对话窗口中输入问题测试，如图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，在对话框输入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介绍一下什么是智能体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，可以看到模型的思考和回复过程。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智能体工作流的测试运行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二、编写初版系统提示词并建立基础评估指标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一、熟悉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RAGFlow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平台并创建基础应用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三、提示词基础优化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四、模型参数的影响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在对话框中输入任意问题，如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介绍一下什么是智能体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系统将调用大模型生成符合预期的回答，并在界面中返回结果。可以通过人工评估输出质量，不断优化提示问题和参数，直到满足要求。本节会带领学员学会从输出结果中反推应用问题，并建立基本的评价标准，而不是凭感觉判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好不好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现在回到智能体节点，修改系统提示词如图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你是一个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助手，请回答用户关于智能门锁的问题。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这是一个最简单的提示词，在下文中我们会称为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版提示词。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配置大模型的系统提示词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设定系统提示词后，对以下三个问题进行测试：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大家可以比较一下，针对同一问题，智能体的回复有什么区别。和默认提示词比较可以看出，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版提示词是一组提示性比较弱的提示词，大家可以先测试运行思考这组提示词可能缺少哪些关键信息，或者如果你来构造提示词，会考虑添加哪些信息，填在表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1-1- 3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中：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提示词优化记录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序号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问题现象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可能原因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优化方案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1
2
3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评估智能体回答的质量，可以参考表：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提示词优化指标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指标名称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关键点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准确性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回答是否基本准确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是否存在明显错误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完整性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是否覆盖关键点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是否漏掉重要步骤或条件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稳定性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多次测试是否一致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是否同类问题差异过大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边界感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信息不足时是否乱猜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是否会主动澄清或拒绝编造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可用性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是否可以用于真实场景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能否便于客服或系统直接使用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针对测试使用的三个问题，采用设计的五维评估指标，打分从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1-5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，并总结问发生的原因，填写表：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模型回复总结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测试问题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准确性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完整性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稳定性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边界感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可用性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总结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门锁连不上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Wi-Fi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刚换电池仍提示低电量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忘记管理员密码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二、编写初版系统提示词并建立基础评估指标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一、熟悉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RAGFlow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平台并创建基础应用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4D2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三、提示词基础优化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四、模型参数的影响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通过客观记录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的表现，我们发现了它存在的问题并建立了优化的基准，大家可以针对刚才发现的问题，增加关键约束，将提示词从基本可用的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版更新为基础可控的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版。可以参考下方的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提示词样例：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将工作流应用中的系统提示词替换为上述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版，使用与第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阶段完全相同的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个问题，对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版应用进行测试。量化评估优化效果，对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版的输出进行打分，直观感受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改进带来的价值。并对比计算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在每个维度和总分上的差异，填写下方的表：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提示词迭代表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版本号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核心修改内容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主要优化目的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评估总分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最显著的变化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V1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最简角色描述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先跑通应用，获取基线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V2
…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每次只针对一条约束条件进行增补，逐步观察并统计模型输出变化。</a:t>
            </a:r>
            <a:endParaRPr 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二、编写初版系统提示词并建立基础评估指标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一、熟悉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RAGFlow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平台并创建基础应用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三、提示词基础优化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四、模型参数的影响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该步骤将带领学生理解模型参数（如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Temperature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）是智能体工作流建设的微调旋钮，而非行为总开关。在上文我们介绍了本任务中主要关注的几个模型参数，大家也可以在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RAGFlow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的智能体模块标签页中看到，除了上文介绍的参数，如图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RAGFlow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还提供了丰富的智能体参数供我们选择：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模型参数设置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在这一环节，我们以温度（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Temperature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）为例，请大家使用最新版本的提示词，向智能体提问阶段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中的三个问题，不同的是，我们需要把温度分别设定为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1-1- 7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中记录模型在保守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灵活设定下的回复情况：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参数调整对模型输出的影响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参数设置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输出特点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评价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Temperature=0.2
Temperature=0.8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观察统计结果可以发现，通过调节参数我们可以设定模型的回复风格，从而应对不同场景下的工作。但是智能体回复的行为总则依然是提示词。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8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9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2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3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4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5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3459</Words>
  <Application>WPS 演示</Application>
  <PresentationFormat>宽屏</PresentationFormat>
  <Paragraphs>288</Paragraphs>
  <Slides>30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1149</cp:revision>
  <dcterms:created xsi:type="dcterms:W3CDTF">2019-06-19T02:08:00Z</dcterms:created>
  <dcterms:modified xsi:type="dcterms:W3CDTF">2026-05-23T11:54:45Z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2EAFA16F78984A7D8C6D581DF713CF3B_13</vt:lpwstr>
  </property>
</Properties>
</file>