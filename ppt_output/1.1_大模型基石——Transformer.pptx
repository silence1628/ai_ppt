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24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29" r:id="rId15"/>
    <p:sldId id="2830" r:id="rId16"/>
    <p:sldId id="2831" r:id="rId17"/>
    <p:sldId id="2832" r:id="rId18"/>
    <p:sldId id="2833" r:id="rId19"/>
    <p:sldId id="2835" r:id="rId20"/>
    <p:sldId id="2836" r:id="rId21"/>
    <p:sldId id="2837" r:id="rId22"/>
    <p:sldId id="1698" r:id="rId23"/>
  </p:sldIdLst>
  <p:sldSz cx="12192000" cy="6858000"/>
  <p:notesSz cx="6858000" cy="9144000"/>
  <p:custDataLst>
    <p:tags r:id="rId2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29"/>
            <p14:sldId id="2830"/>
            <p14:sldId id="2831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9" Type="http://schemas.openxmlformats.org/officeDocument/2006/relationships/tags" Target="tags/tag29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34.xml"/><Relationship Id="rId23" Type="http://schemas.openxmlformats.org/officeDocument/2006/relationships/tags" Target="../tags/tag233.xml"/><Relationship Id="rId22" Type="http://schemas.openxmlformats.org/officeDocument/2006/relationships/tags" Target="../tags/tag232.xml"/><Relationship Id="rId21" Type="http://schemas.openxmlformats.org/officeDocument/2006/relationships/tags" Target="../tags/tag231.xml"/><Relationship Id="rId20" Type="http://schemas.openxmlformats.org/officeDocument/2006/relationships/tags" Target="../tags/tag230.xml"/><Relationship Id="rId2" Type="http://schemas.openxmlformats.org/officeDocument/2006/relationships/tags" Target="../tags/tag212.xml"/><Relationship Id="rId19" Type="http://schemas.openxmlformats.org/officeDocument/2006/relationships/tags" Target="../tags/tag229.xml"/><Relationship Id="rId18" Type="http://schemas.openxmlformats.org/officeDocument/2006/relationships/tags" Target="../tags/tag228.xml"/><Relationship Id="rId17" Type="http://schemas.openxmlformats.org/officeDocument/2006/relationships/tags" Target="../tags/tag227.xml"/><Relationship Id="rId16" Type="http://schemas.openxmlformats.org/officeDocument/2006/relationships/tags" Target="../tags/tag226.xml"/><Relationship Id="rId15" Type="http://schemas.openxmlformats.org/officeDocument/2006/relationships/tags" Target="../tags/tag225.xml"/><Relationship Id="rId14" Type="http://schemas.openxmlformats.org/officeDocument/2006/relationships/tags" Target="../tags/tag224.xml"/><Relationship Id="rId13" Type="http://schemas.openxmlformats.org/officeDocument/2006/relationships/tags" Target="../tags/tag223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43.xml"/><Relationship Id="rId8" Type="http://schemas.openxmlformats.org/officeDocument/2006/relationships/tags" Target="../tags/tag242.xml"/><Relationship Id="rId7" Type="http://schemas.openxmlformats.org/officeDocument/2006/relationships/tags" Target="../tags/tag241.xml"/><Relationship Id="rId6" Type="http://schemas.openxmlformats.org/officeDocument/2006/relationships/tags" Target="../tags/tag240.xml"/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6" Type="http://schemas.openxmlformats.org/officeDocument/2006/relationships/notesSlide" Target="../notesSlides/notesSlide9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58.xml"/><Relationship Id="rId23" Type="http://schemas.openxmlformats.org/officeDocument/2006/relationships/tags" Target="../tags/tag257.xml"/><Relationship Id="rId22" Type="http://schemas.openxmlformats.org/officeDocument/2006/relationships/tags" Target="../tags/tag256.xml"/><Relationship Id="rId21" Type="http://schemas.openxmlformats.org/officeDocument/2006/relationships/tags" Target="../tags/tag255.xml"/><Relationship Id="rId20" Type="http://schemas.openxmlformats.org/officeDocument/2006/relationships/tags" Target="../tags/tag254.xml"/><Relationship Id="rId2" Type="http://schemas.openxmlformats.org/officeDocument/2006/relationships/tags" Target="../tags/tag236.xml"/><Relationship Id="rId19" Type="http://schemas.openxmlformats.org/officeDocument/2006/relationships/tags" Target="../tags/tag253.xml"/><Relationship Id="rId18" Type="http://schemas.openxmlformats.org/officeDocument/2006/relationships/tags" Target="../tags/tag252.xml"/><Relationship Id="rId17" Type="http://schemas.openxmlformats.org/officeDocument/2006/relationships/tags" Target="../tags/tag251.xml"/><Relationship Id="rId16" Type="http://schemas.openxmlformats.org/officeDocument/2006/relationships/tags" Target="../tags/tag250.xml"/><Relationship Id="rId15" Type="http://schemas.openxmlformats.org/officeDocument/2006/relationships/tags" Target="../tags/tag249.xml"/><Relationship Id="rId14" Type="http://schemas.openxmlformats.org/officeDocument/2006/relationships/tags" Target="../tags/tag248.xml"/><Relationship Id="rId13" Type="http://schemas.openxmlformats.org/officeDocument/2006/relationships/tags" Target="../tags/tag247.xml"/><Relationship Id="rId12" Type="http://schemas.openxmlformats.org/officeDocument/2006/relationships/tags" Target="../tags/tag246.xml"/><Relationship Id="rId11" Type="http://schemas.openxmlformats.org/officeDocument/2006/relationships/tags" Target="../tags/tag245.xml"/><Relationship Id="rId10" Type="http://schemas.openxmlformats.org/officeDocument/2006/relationships/tags" Target="../tags/tag244.xml"/><Relationship Id="rId1" Type="http://schemas.openxmlformats.org/officeDocument/2006/relationships/tags" Target="../tags/tag23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260.xml"/><Relationship Id="rId1" Type="http://schemas.openxmlformats.org/officeDocument/2006/relationships/tags" Target="../tags/tag259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269.xml"/><Relationship Id="rId8" Type="http://schemas.openxmlformats.org/officeDocument/2006/relationships/tags" Target="../tags/tag268.xml"/><Relationship Id="rId7" Type="http://schemas.openxmlformats.org/officeDocument/2006/relationships/tags" Target="../tags/tag267.xml"/><Relationship Id="rId6" Type="http://schemas.openxmlformats.org/officeDocument/2006/relationships/tags" Target="../tags/tag266.xml"/><Relationship Id="rId5" Type="http://schemas.openxmlformats.org/officeDocument/2006/relationships/tags" Target="../tags/tag265.xml"/><Relationship Id="rId4" Type="http://schemas.openxmlformats.org/officeDocument/2006/relationships/tags" Target="../tags/tag264.xml"/><Relationship Id="rId3" Type="http://schemas.openxmlformats.org/officeDocument/2006/relationships/tags" Target="../tags/tag263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84.xml"/><Relationship Id="rId23" Type="http://schemas.openxmlformats.org/officeDocument/2006/relationships/tags" Target="../tags/tag283.xml"/><Relationship Id="rId22" Type="http://schemas.openxmlformats.org/officeDocument/2006/relationships/tags" Target="../tags/tag282.xml"/><Relationship Id="rId21" Type="http://schemas.openxmlformats.org/officeDocument/2006/relationships/tags" Target="../tags/tag281.xml"/><Relationship Id="rId20" Type="http://schemas.openxmlformats.org/officeDocument/2006/relationships/tags" Target="../tags/tag280.xml"/><Relationship Id="rId2" Type="http://schemas.openxmlformats.org/officeDocument/2006/relationships/tags" Target="../tags/tag262.xml"/><Relationship Id="rId19" Type="http://schemas.openxmlformats.org/officeDocument/2006/relationships/tags" Target="../tags/tag279.xml"/><Relationship Id="rId18" Type="http://schemas.openxmlformats.org/officeDocument/2006/relationships/tags" Target="../tags/tag278.xml"/><Relationship Id="rId17" Type="http://schemas.openxmlformats.org/officeDocument/2006/relationships/tags" Target="../tags/tag277.xml"/><Relationship Id="rId16" Type="http://schemas.openxmlformats.org/officeDocument/2006/relationships/tags" Target="../tags/tag276.xml"/><Relationship Id="rId15" Type="http://schemas.openxmlformats.org/officeDocument/2006/relationships/tags" Target="../tags/tag275.xml"/><Relationship Id="rId14" Type="http://schemas.openxmlformats.org/officeDocument/2006/relationships/tags" Target="../tags/tag274.xml"/><Relationship Id="rId13" Type="http://schemas.openxmlformats.org/officeDocument/2006/relationships/tags" Target="../tags/tag273.xml"/><Relationship Id="rId12" Type="http://schemas.openxmlformats.org/officeDocument/2006/relationships/tags" Target="../tags/tag272.xml"/><Relationship Id="rId11" Type="http://schemas.openxmlformats.org/officeDocument/2006/relationships/tags" Target="../tags/tag271.xml"/><Relationship Id="rId10" Type="http://schemas.openxmlformats.org/officeDocument/2006/relationships/tags" Target="../tags/tag270.xml"/><Relationship Id="rId1" Type="http://schemas.openxmlformats.org/officeDocument/2006/relationships/tags" Target="../tags/tag261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292.xml"/><Relationship Id="rId8" Type="http://schemas.openxmlformats.org/officeDocument/2006/relationships/tags" Target="../tags/tag291.xml"/><Relationship Id="rId7" Type="http://schemas.openxmlformats.org/officeDocument/2006/relationships/tags" Target="../tags/tag290.xml"/><Relationship Id="rId6" Type="http://schemas.openxmlformats.org/officeDocument/2006/relationships/tags" Target="../tags/tag289.xml"/><Relationship Id="rId5" Type="http://schemas.openxmlformats.org/officeDocument/2006/relationships/image" Target="../media/image12.jpeg"/><Relationship Id="rId4" Type="http://schemas.openxmlformats.org/officeDocument/2006/relationships/tags" Target="../tags/tag288.xml"/><Relationship Id="rId3" Type="http://schemas.openxmlformats.org/officeDocument/2006/relationships/tags" Target="../tags/tag287.xml"/><Relationship Id="rId2" Type="http://schemas.openxmlformats.org/officeDocument/2006/relationships/tags" Target="../tags/tag286.xml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293.xml"/><Relationship Id="rId10" Type="http://schemas.openxmlformats.org/officeDocument/2006/relationships/image" Target="../media/image13.png"/><Relationship Id="rId1" Type="http://schemas.openxmlformats.org/officeDocument/2006/relationships/tags" Target="../tags/tag285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295.xml"/><Relationship Id="rId2" Type="http://schemas.openxmlformats.org/officeDocument/2006/relationships/tags" Target="../tags/tag294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第一章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大模型基石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——Transformer</a:t>
            </a:r>
            <a:endParaRPr lang="en-US" altLang="zh-CN" sz="3200" b="1" dirty="0" smtClean="0">
              <a:latin typeface="Arial" panose="020B0604020202020204" pitchFamily="34" charset="0"/>
              <a:ea typeface="+mj-ea"/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368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zh-CN" b="1" dirty="0">
                <a:solidFill>
                  <a:schemeClr val="bg1"/>
                </a:solidFill>
                <a:latin typeface="Kaiti SC Bold" charset="0"/>
                <a:ea typeface="Kaiti SC Bold" charset="0"/>
                <a:cs typeface="+mn-ea"/>
                <a:sym typeface="+mn-lt"/>
              </a:rPr>
              <a:t>大模型架构与数据处理</a:t>
            </a:r>
            <a:endParaRPr lang="zh-CN" altLang="zh-CN" b="1" dirty="0">
              <a:solidFill>
                <a:schemeClr val="bg1"/>
              </a:solidFill>
              <a:latin typeface="Kaiti SC Bold" charset="0"/>
              <a:ea typeface="Kaiti SC Bold" charset="0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929130"/>
            <a:ext cx="6534785" cy="3415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以《山海经》神兽白泽为引，阐述传统机器翻译的局限性。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通过注意力机制通览全文、把握上下文关联，中文分词与词嵌入技术将汉字映射至高维向量空间，指令数据赋予模型认知能力，使其理解指令、举一反三，实现语义理解。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机器如何真正理解白泽这类复杂概念？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Transformer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如何超越传统逐字翻译的局限？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中文分词与向量化如何实现语义关联？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理解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整体架构，明确编码器与解码器功能差异；掌握注意力机制概念与计算，使用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bertviz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可视化；用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PyTorch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实现简化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验证输出。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理解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模型的整体架构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掌握注意力机制的基本概念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利用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bertviz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工具进行可视化分析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使用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PyTorch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实现简化版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验证模型输出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区分编码器和解码器的功能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理解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Transformer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模型的基本原理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描述注意力机制的作用并进行可视化分析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搭建简单的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Transformer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模型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重点：自注意力机制原理与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PyTorch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实现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难点：编码器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-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解码器协同工作机制理解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>
                <a:latin typeface="Arial" panose="020B0604020202020204" pitchFamily="34" charset="0"/>
                <a:cs typeface="Arial" panose="020B0604020202020204" pitchFamily="34" charset="0"/>
              </a:rPr>
              <a:t>深入讲解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Transformer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核心架构，包括编码器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解码器结构、自注意力和多头注意力的原理与实现。通过实践掌握简化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Transformer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搭建、注意力可视化及预训练模型特征提取。其并行计算和全局上下文建模优势成为大语言模型基础。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cs typeface="Arial" panose="020B0604020202020204" pitchFamily="34" charset="0"/>
              </a:rPr>
              <a:t>编码器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解码器结构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编码器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-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解码器协同工作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自注意力机制原理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多头注意力机制实现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注意力权重可视化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简化模型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PyTorch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实现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大模型基石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——Transformer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用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PyTorch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实现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编码器层，含自注意力和前馈网络，测试输入输出维度。用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bertviz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可视化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注意力权重，观察动词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"forgot"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的关注对象。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34800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通过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PyTorch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实现编码器层验证模型维度，使用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bertviz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可视化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注意力权重，分析动词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forgot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与句子各词间的关联强度，深入理解自注意力机制如何捕捉长距离依赖关系。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60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6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2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2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2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293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94.xml><?xml version="1.0" encoding="utf-8"?>
<p:tagLst xmlns:p="http://schemas.openxmlformats.org/presentationml/2006/main">
  <p:tag name="KSO_WM_FULL_TEXT_BEAUTIFY_COPY_ID" val="35"/>
</p:tagLst>
</file>

<file path=ppt/tags/tag295.xml><?xml version="1.0" encoding="utf-8"?>
<p:tagLst xmlns:p="http://schemas.openxmlformats.org/presentationml/2006/main">
  <p:tag name="KSO_WM_FULL_TEXT_BEAUTIFY_COPY_ID" val="150995359"/>
</p:tagLst>
</file>

<file path=ppt/tags/tag29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1466</Words>
  <Application>WPS 演示</Application>
  <PresentationFormat>宽屏</PresentationFormat>
  <Paragraphs>269</Paragraphs>
  <Slides>18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Wingdings</vt:lpstr>
      <vt:lpstr>Kaiti SC Bold</vt:lpstr>
      <vt:lpstr>Times New Roman</vt:lpstr>
      <vt:lpstr>Segoe UI</vt:lpstr>
      <vt:lpstr>Arial</vt:lpstr>
      <vt:lpstr>思源宋体</vt:lpstr>
      <vt:lpstr>Helvetica</vt:lpstr>
      <vt:lpstr>Kaiti SC Bold</vt:lpstr>
      <vt:lpstr>JetBrainsMono NF</vt:lpstr>
      <vt:lpstr>1_自定义设计方案</vt:lpstr>
      <vt:lpstr>自定义设计方案</vt:lpstr>
      <vt:lpstr>1_Office 主题​​</vt:lpstr>
      <vt:lpstr>cover</vt:lpstr>
      <vt:lpstr>introduction</vt:lpstr>
      <vt:lpstr>thinking</vt:lpstr>
      <vt:lpstr>start</vt:lpstr>
      <vt:lpstr>catalog_one</vt:lpstr>
      <vt:lpstr>description</vt:lpstr>
      <vt:lpstr>catalog_two</vt:lpstr>
      <vt:lpstr>target</vt:lpstr>
      <vt:lpstr>catalog_three</vt:lpstr>
      <vt:lpstr>knowledge_reserve</vt:lpstr>
      <vt:lpstr>catalog_four</vt:lpstr>
      <vt:lpstr>task_implementation</vt:lpstr>
      <vt:lpstr>catalog_five</vt:lpstr>
      <vt:lpstr>summary</vt:lpstr>
      <vt:lpstr>key_difficulties_summary</vt:lpstr>
      <vt:lpstr>catalog_six</vt:lpstr>
      <vt:lpstr>expansion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1174</cp:revision>
  <dcterms:created xsi:type="dcterms:W3CDTF">2019-06-19T02:08:00Z</dcterms:created>
  <dcterms:modified xsi:type="dcterms:W3CDTF">2026-05-20T07:50:07Z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91F8641F8C7D4B1FBD1D61A5879AC321_13</vt:lpwstr>
  </property>
</Properties>
</file>