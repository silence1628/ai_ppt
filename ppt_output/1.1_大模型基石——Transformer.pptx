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tags/tag35.xml" ContentType="application/vnd.openxmlformats-officedocument.presentationml.tags+xml"/>
  <Override PartName="/ppt/tags/tag350.xml" ContentType="application/vnd.openxmlformats-officedocument.presentationml.tags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tags/tag36.xml" ContentType="application/vnd.openxmlformats-officedocument.presentationml.tags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tags/tag366.xml" ContentType="application/vnd.openxmlformats-officedocument.presentationml.tags+xml"/>
  <Override PartName="/ppt/tags/tag367.xml" ContentType="application/vnd.openxmlformats-officedocument.presentationml.tags+xml"/>
  <Override PartName="/ppt/tags/tag368.xml" ContentType="application/vnd.openxmlformats-officedocument.presentationml.tags+xml"/>
  <Override PartName="/ppt/tags/tag369.xml" ContentType="application/vnd.openxmlformats-officedocument.presentationml.tags+xml"/>
  <Override PartName="/ppt/tags/tag37.xml" ContentType="application/vnd.openxmlformats-officedocument.presentationml.tags+xml"/>
  <Override PartName="/ppt/tags/tag370.xml" ContentType="application/vnd.openxmlformats-officedocument.presentationml.tags+xml"/>
  <Override PartName="/ppt/tags/tag371.xml" ContentType="application/vnd.openxmlformats-officedocument.presentationml.tags+xml"/>
  <Override PartName="/ppt/tags/tag372.xml" ContentType="application/vnd.openxmlformats-officedocument.presentationml.tags+xml"/>
  <Override PartName="/ppt/tags/tag373.xml" ContentType="application/vnd.openxmlformats-officedocument.presentationml.tags+xml"/>
  <Override PartName="/ppt/tags/tag374.xml" ContentType="application/vnd.openxmlformats-officedocument.presentationml.tags+xml"/>
  <Override PartName="/ppt/tags/tag375.xml" ContentType="application/vnd.openxmlformats-officedocument.presentationml.tags+xml"/>
  <Override PartName="/ppt/tags/tag376.xml" ContentType="application/vnd.openxmlformats-officedocument.presentationml.tags+xml"/>
  <Override PartName="/ppt/tags/tag377.xml" ContentType="application/vnd.openxmlformats-officedocument.presentationml.tags+xml"/>
  <Override PartName="/ppt/tags/tag378.xml" ContentType="application/vnd.openxmlformats-officedocument.presentationml.tags+xml"/>
  <Override PartName="/ppt/tags/tag379.xml" ContentType="application/vnd.openxmlformats-officedocument.presentationml.tags+xml"/>
  <Override PartName="/ppt/tags/tag38.xml" ContentType="application/vnd.openxmlformats-officedocument.presentationml.tags+xml"/>
  <Override PartName="/ppt/tags/tag380.xml" ContentType="application/vnd.openxmlformats-officedocument.presentationml.tags+xml"/>
  <Override PartName="/ppt/tags/tag381.xml" ContentType="application/vnd.openxmlformats-officedocument.presentationml.tags+xml"/>
  <Override PartName="/ppt/tags/tag382.xml" ContentType="application/vnd.openxmlformats-officedocument.presentationml.tags+xml"/>
  <Override PartName="/ppt/tags/tag383.xml" ContentType="application/vnd.openxmlformats-officedocument.presentationml.tags+xml"/>
  <Override PartName="/ppt/tags/tag384.xml" ContentType="application/vnd.openxmlformats-officedocument.presentationml.tags+xml"/>
  <Override PartName="/ppt/tags/tag385.xml" ContentType="application/vnd.openxmlformats-officedocument.presentationml.tags+xml"/>
  <Override PartName="/ppt/tags/tag386.xml" ContentType="application/vnd.openxmlformats-officedocument.presentationml.tags+xml"/>
  <Override PartName="/ppt/tags/tag387.xml" ContentType="application/vnd.openxmlformats-officedocument.presentationml.tags+xml"/>
  <Override PartName="/ppt/tags/tag388.xml" ContentType="application/vnd.openxmlformats-officedocument.presentationml.tags+xml"/>
  <Override PartName="/ppt/tags/tag389.xml" ContentType="application/vnd.openxmlformats-officedocument.presentationml.tags+xml"/>
  <Override PartName="/ppt/tags/tag39.xml" ContentType="application/vnd.openxmlformats-officedocument.presentationml.tags+xml"/>
  <Override PartName="/ppt/tags/tag390.xml" ContentType="application/vnd.openxmlformats-officedocument.presentationml.tags+xml"/>
  <Override PartName="/ppt/tags/tag391.xml" ContentType="application/vnd.openxmlformats-officedocument.presentationml.tags+xml"/>
  <Override PartName="/ppt/tags/tag392.xml" ContentType="application/vnd.openxmlformats-officedocument.presentationml.tags+xml"/>
  <Override PartName="/ppt/tags/tag393.xml" ContentType="application/vnd.openxmlformats-officedocument.presentationml.tags+xml"/>
  <Override PartName="/ppt/tags/tag394.xml" ContentType="application/vnd.openxmlformats-officedocument.presentationml.tags+xml"/>
  <Override PartName="/ppt/tags/tag395.xml" ContentType="application/vnd.openxmlformats-officedocument.presentationml.tags+xml"/>
  <Override PartName="/ppt/tags/tag396.xml" ContentType="application/vnd.openxmlformats-officedocument.presentationml.tags+xml"/>
  <Override PartName="/ppt/tags/tag397.xml" ContentType="application/vnd.openxmlformats-officedocument.presentationml.tags+xml"/>
  <Override PartName="/ppt/tags/tag398.xml" ContentType="application/vnd.openxmlformats-officedocument.presentationml.tags+xml"/>
  <Override PartName="/ppt/tags/tag39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00.xml" ContentType="application/vnd.openxmlformats-officedocument.presentationml.tags+xml"/>
  <Override PartName="/ppt/tags/tag401.xml" ContentType="application/vnd.openxmlformats-officedocument.presentationml.tags+xml"/>
  <Override PartName="/ppt/tags/tag402.xml" ContentType="application/vnd.openxmlformats-officedocument.presentationml.tags+xml"/>
  <Override PartName="/ppt/tags/tag403.xml" ContentType="application/vnd.openxmlformats-officedocument.presentationml.tags+xml"/>
  <Override PartName="/ppt/tags/tag404.xml" ContentType="application/vnd.openxmlformats-officedocument.presentationml.tags+xml"/>
  <Override PartName="/ppt/tags/tag405.xml" ContentType="application/vnd.openxmlformats-officedocument.presentationml.tags+xml"/>
  <Override PartName="/ppt/tags/tag406.xml" ContentType="application/vnd.openxmlformats-officedocument.presentationml.tags+xml"/>
  <Override PartName="/ppt/tags/tag407.xml" ContentType="application/vnd.openxmlformats-officedocument.presentationml.tags+xml"/>
  <Override PartName="/ppt/tags/tag408.xml" ContentType="application/vnd.openxmlformats-officedocument.presentationml.tags+xml"/>
  <Override PartName="/ppt/tags/tag409.xml" ContentType="application/vnd.openxmlformats-officedocument.presentationml.tags+xml"/>
  <Override PartName="/ppt/tags/tag41.xml" ContentType="application/vnd.openxmlformats-officedocument.presentationml.tags+xml"/>
  <Override PartName="/ppt/tags/tag410.xml" ContentType="application/vnd.openxmlformats-officedocument.presentationml.tags+xml"/>
  <Override PartName="/ppt/tags/tag411.xml" ContentType="application/vnd.openxmlformats-officedocument.presentationml.tags+xml"/>
  <Override PartName="/ppt/tags/tag412.xml" ContentType="application/vnd.openxmlformats-officedocument.presentationml.tags+xml"/>
  <Override PartName="/ppt/tags/tag413.xml" ContentType="application/vnd.openxmlformats-officedocument.presentationml.tags+xml"/>
  <Override PartName="/ppt/tags/tag414.xml" ContentType="application/vnd.openxmlformats-officedocument.presentationml.tags+xml"/>
  <Override PartName="/ppt/tags/tag415.xml" ContentType="application/vnd.openxmlformats-officedocument.presentationml.tags+xml"/>
  <Override PartName="/ppt/tags/tag416.xml" ContentType="application/vnd.openxmlformats-officedocument.presentationml.tags+xml"/>
  <Override PartName="/ppt/tags/tag417.xml" ContentType="application/vnd.openxmlformats-officedocument.presentationml.tags+xml"/>
  <Override PartName="/ppt/tags/tag418.xml" ContentType="application/vnd.openxmlformats-officedocument.presentationml.tags+xml"/>
  <Override PartName="/ppt/tags/tag419.xml" ContentType="application/vnd.openxmlformats-officedocument.presentationml.tags+xml"/>
  <Override PartName="/ppt/tags/tag42.xml" ContentType="application/vnd.openxmlformats-officedocument.presentationml.tags+xml"/>
  <Override PartName="/ppt/tags/tag420.xml" ContentType="application/vnd.openxmlformats-officedocument.presentationml.tags+xml"/>
  <Override PartName="/ppt/tags/tag421.xml" ContentType="application/vnd.openxmlformats-officedocument.presentationml.tags+xml"/>
  <Override PartName="/ppt/tags/tag422.xml" ContentType="application/vnd.openxmlformats-officedocument.presentationml.tags+xml"/>
  <Override PartName="/ppt/tags/tag423.xml" ContentType="application/vnd.openxmlformats-officedocument.presentationml.tags+xml"/>
  <Override PartName="/ppt/tags/tag424.xml" ContentType="application/vnd.openxmlformats-officedocument.presentationml.tags+xml"/>
  <Override PartName="/ppt/tags/tag425.xml" ContentType="application/vnd.openxmlformats-officedocument.presentationml.tags+xml"/>
  <Override PartName="/ppt/tags/tag426.xml" ContentType="application/vnd.openxmlformats-officedocument.presentationml.tags+xml"/>
  <Override PartName="/ppt/tags/tag427.xml" ContentType="application/vnd.openxmlformats-officedocument.presentationml.tags+xml"/>
  <Override PartName="/ppt/tags/tag428.xml" ContentType="application/vnd.openxmlformats-officedocument.presentationml.tags+xml"/>
  <Override PartName="/ppt/tags/tag429.xml" ContentType="application/vnd.openxmlformats-officedocument.presentationml.tags+xml"/>
  <Override PartName="/ppt/tags/tag43.xml" ContentType="application/vnd.openxmlformats-officedocument.presentationml.tags+xml"/>
  <Override PartName="/ppt/tags/tag430.xml" ContentType="application/vnd.openxmlformats-officedocument.presentationml.tags+xml"/>
  <Override PartName="/ppt/tags/tag431.xml" ContentType="application/vnd.openxmlformats-officedocument.presentationml.tags+xml"/>
  <Override PartName="/ppt/tags/tag432.xml" ContentType="application/vnd.openxmlformats-officedocument.presentationml.tags+xml"/>
  <Override PartName="/ppt/tags/tag433.xml" ContentType="application/vnd.openxmlformats-officedocument.presentationml.tags+xml"/>
  <Override PartName="/ppt/tags/tag434.xml" ContentType="application/vnd.openxmlformats-officedocument.presentationml.tags+xml"/>
  <Override PartName="/ppt/tags/tag435.xml" ContentType="application/vnd.openxmlformats-officedocument.presentationml.tags+xml"/>
  <Override PartName="/ppt/tags/tag436.xml" ContentType="application/vnd.openxmlformats-officedocument.presentationml.tags+xml"/>
  <Override PartName="/ppt/tags/tag437.xml" ContentType="application/vnd.openxmlformats-officedocument.presentationml.tags+xml"/>
  <Override PartName="/ppt/tags/tag438.xml" ContentType="application/vnd.openxmlformats-officedocument.presentationml.tags+xml"/>
  <Override PartName="/ppt/tags/tag439.xml" ContentType="application/vnd.openxmlformats-officedocument.presentationml.tags+xml"/>
  <Override PartName="/ppt/tags/tag44.xml" ContentType="application/vnd.openxmlformats-officedocument.presentationml.tags+xml"/>
  <Override PartName="/ppt/tags/tag440.xml" ContentType="application/vnd.openxmlformats-officedocument.presentationml.tags+xml"/>
  <Override PartName="/ppt/tags/tag441.xml" ContentType="application/vnd.openxmlformats-officedocument.presentationml.tags+xml"/>
  <Override PartName="/ppt/tags/tag442.xml" ContentType="application/vnd.openxmlformats-officedocument.presentationml.tags+xml"/>
  <Override PartName="/ppt/tags/tag443.xml" ContentType="application/vnd.openxmlformats-officedocument.presentationml.tags+xml"/>
  <Override PartName="/ppt/tags/tag444.xml" ContentType="application/vnd.openxmlformats-officedocument.presentationml.tags+xml"/>
  <Override PartName="/ppt/tags/tag445.xml" ContentType="application/vnd.openxmlformats-officedocument.presentationml.tags+xml"/>
  <Override PartName="/ppt/tags/tag446.xml" ContentType="application/vnd.openxmlformats-officedocument.presentationml.tags+xml"/>
  <Override PartName="/ppt/tags/tag447.xml" ContentType="application/vnd.openxmlformats-officedocument.presentationml.tags+xml"/>
  <Override PartName="/ppt/tags/tag448.xml" ContentType="application/vnd.openxmlformats-officedocument.presentationml.tags+xml"/>
  <Override PartName="/ppt/tags/tag449.xml" ContentType="application/vnd.openxmlformats-officedocument.presentationml.tags+xml"/>
  <Override PartName="/ppt/tags/tag45.xml" ContentType="application/vnd.openxmlformats-officedocument.presentationml.tags+xml"/>
  <Override PartName="/ppt/tags/tag450.xml" ContentType="application/vnd.openxmlformats-officedocument.presentationml.tags+xml"/>
  <Override PartName="/ppt/tags/tag451.xml" ContentType="application/vnd.openxmlformats-officedocument.presentationml.tags+xml"/>
  <Override PartName="/ppt/tags/tag452.xml" ContentType="application/vnd.openxmlformats-officedocument.presentationml.tags+xml"/>
  <Override PartName="/ppt/tags/tag453.xml" ContentType="application/vnd.openxmlformats-officedocument.presentationml.tags+xml"/>
  <Override PartName="/ppt/tags/tag454.xml" ContentType="application/vnd.openxmlformats-officedocument.presentationml.tags+xml"/>
  <Override PartName="/ppt/tags/tag455.xml" ContentType="application/vnd.openxmlformats-officedocument.presentationml.tags+xml"/>
  <Override PartName="/ppt/tags/tag456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7" r:id="rId3"/>
    <p:sldMasterId id="2147483671" r:id="rId4"/>
  </p:sldMasterIdLst>
  <p:notesMasterIdLst>
    <p:notesMasterId r:id="rId6"/>
  </p:notesMasterIdLst>
  <p:handoutMasterIdLst>
    <p:handoutMasterId r:id="rId32"/>
  </p:handoutMasterIdLst>
  <p:sldIdLst>
    <p:sldId id="415" r:id="rId5"/>
    <p:sldId id="2437" r:id="rId7"/>
    <p:sldId id="2439" r:id="rId8"/>
    <p:sldId id="1383" r:id="rId9"/>
    <p:sldId id="2824" r:id="rId10"/>
    <p:sldId id="2825" r:id="rId11"/>
    <p:sldId id="2826" r:id="rId12"/>
    <p:sldId id="2827" r:id="rId13"/>
    <p:sldId id="2828" r:id="rId14"/>
    <p:sldId id="2829" r:id="rId15"/>
    <p:sldId id="2838" r:id="rId16"/>
    <p:sldId id="2839" r:id="rId17"/>
    <p:sldId id="2840" r:id="rId18"/>
    <p:sldId id="2841" r:id="rId19"/>
    <p:sldId id="2830" r:id="rId20"/>
    <p:sldId id="2831" r:id="rId21"/>
    <p:sldId id="2842" r:id="rId22"/>
    <p:sldId id="2843" r:id="rId23"/>
    <p:sldId id="2844" r:id="rId24"/>
    <p:sldId id="2845" r:id="rId25"/>
    <p:sldId id="2832" r:id="rId26"/>
    <p:sldId id="2833" r:id="rId27"/>
    <p:sldId id="2835" r:id="rId28"/>
    <p:sldId id="2836" r:id="rId29"/>
    <p:sldId id="2837" r:id="rId30"/>
    <p:sldId id="1698" r:id="rId31"/>
  </p:sldIdLst>
  <p:sldSz cx="12192000" cy="6858000"/>
  <p:notesSz cx="6858000" cy="9144000"/>
  <p:custDataLst>
    <p:tags r:id="rId3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e202e774-de37-4b27-8700-364557680ee2}">
          <p14:sldIdLst>
            <p14:sldId id="415"/>
            <p14:sldId id="2437"/>
            <p14:sldId id="2439"/>
            <p14:sldId id="1383"/>
            <p14:sldId id="2824"/>
            <p14:sldId id="2825"/>
            <p14:sldId id="2826"/>
            <p14:sldId id="2827"/>
            <p14:sldId id="2828"/>
            <p14:sldId id="2829"/>
            <p14:sldId id="2838"/>
            <p14:sldId id="2839"/>
            <p14:sldId id="2840"/>
            <p14:sldId id="2841"/>
            <p14:sldId id="2830"/>
            <p14:sldId id="2831"/>
            <p14:sldId id="2842"/>
            <p14:sldId id="2843"/>
            <p14:sldId id="2844"/>
            <p14:sldId id="2845"/>
            <p14:sldId id="2832"/>
            <p14:sldId id="2833"/>
            <p14:sldId id="2835"/>
            <p14:sldId id="2836"/>
            <p14:sldId id="2837"/>
            <p14:sldId id="169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728" userDrawn="1">
          <p15:clr>
            <a:srgbClr val="A4A3A4"/>
          </p15:clr>
        </p15:guide>
        <p15:guide id="2" pos="371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dministrator" initials="A" lastIdx="5" clrIdx="0"/>
  <p:cmAuthor id="1" name="幸全" initials="幸全" lastIdx="1" clrIdx="0"/>
  <p:cmAuthor id="2" name="作者" initials="A" lastIdx="0" clrIdx="1"/>
  <p:cmAuthor id="3" name="zijun" initials="z" lastIdx="1" clrIdx="2"/>
  <p:cmAuthor id="5" name="ASUS" initials="A" lastIdx="2" clrIdx="4"/>
  <p:cmAuthor id="6" name="linhuan" initials="l" lastIdx="18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4D2"/>
    <a:srgbClr val="3A6CA3"/>
    <a:srgbClr val="2169D3"/>
    <a:srgbClr val="595959"/>
    <a:srgbClr val="F29421"/>
    <a:srgbClr val="FFFFFF"/>
    <a:srgbClr val="E29A9A"/>
    <a:srgbClr val="D9D9D9"/>
    <a:srgbClr val="DCDCDC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5244" autoAdjust="0"/>
  </p:normalViewPr>
  <p:slideViewPr>
    <p:cSldViewPr snapToGrid="0" showGuides="1">
      <p:cViewPr varScale="1">
        <p:scale>
          <a:sx n="66" d="100"/>
          <a:sy n="66" d="100"/>
        </p:scale>
        <p:origin x="712" y="48"/>
      </p:cViewPr>
      <p:guideLst>
        <p:guide orient="horz" pos="1728"/>
        <p:guide pos="371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4.xml"/><Relationship Id="rId8" Type="http://schemas.openxmlformats.org/officeDocument/2006/relationships/slide" Target="slides/slide3.xml"/><Relationship Id="rId7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3.xml"/><Relationship Id="rId37" Type="http://schemas.openxmlformats.org/officeDocument/2006/relationships/tags" Target="tags/tag456.xml"/><Relationship Id="rId36" Type="http://schemas.openxmlformats.org/officeDocument/2006/relationships/commentAuthors" Target="commentAuthors.xml"/><Relationship Id="rId35" Type="http://schemas.openxmlformats.org/officeDocument/2006/relationships/tableStyles" Target="tableStyles.xml"/><Relationship Id="rId34" Type="http://schemas.openxmlformats.org/officeDocument/2006/relationships/viewProps" Target="viewProps.xml"/><Relationship Id="rId33" Type="http://schemas.openxmlformats.org/officeDocument/2006/relationships/presProps" Target="presProps.xml"/><Relationship Id="rId32" Type="http://schemas.openxmlformats.org/officeDocument/2006/relationships/handoutMaster" Target="handoutMasters/handoutMaster1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4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0" Type="http://schemas.openxmlformats.org/officeDocument/2006/relationships/slide" Target="slides/slide15.xml"/><Relationship Id="rId2" Type="http://schemas.openxmlformats.org/officeDocument/2006/relationships/theme" Target="theme/theme1.xml"/><Relationship Id="rId19" Type="http://schemas.openxmlformats.org/officeDocument/2006/relationships/slide" Target="slides/slide14.xml"/><Relationship Id="rId18" Type="http://schemas.openxmlformats.org/officeDocument/2006/relationships/slide" Target="slides/slide1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F06CDB3-D59E-4E14-99D6-5B04FA31394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18.xml"/><Relationship Id="rId5" Type="http://schemas.openxmlformats.org/officeDocument/2006/relationships/tags" Target="../tags/tag17.xml"/><Relationship Id="rId4" Type="http://schemas.openxmlformats.org/officeDocument/2006/relationships/tags" Target="../tags/tag16.xml"/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6" Type="http://schemas.openxmlformats.org/officeDocument/2006/relationships/tags" Target="../tags/tag23.xml"/><Relationship Id="rId5" Type="http://schemas.openxmlformats.org/officeDocument/2006/relationships/tags" Target="../tags/tag22.xml"/><Relationship Id="rId4" Type="http://schemas.openxmlformats.org/officeDocument/2006/relationships/tags" Target="../tags/tag21.xml"/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7" Type="http://schemas.openxmlformats.org/officeDocument/2006/relationships/tags" Target="../tags/tag34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3" Type="http://schemas.openxmlformats.org/officeDocument/2006/relationships/tags" Target="../tags/tag30.xml"/><Relationship Id="rId2" Type="http://schemas.openxmlformats.org/officeDocument/2006/relationships/tags" Target="../tags/tag29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9" Type="http://schemas.openxmlformats.org/officeDocument/2006/relationships/tags" Target="../tags/tag42.xml"/><Relationship Id="rId8" Type="http://schemas.openxmlformats.org/officeDocument/2006/relationships/tags" Target="../tags/tag41.xml"/><Relationship Id="rId7" Type="http://schemas.openxmlformats.org/officeDocument/2006/relationships/tags" Target="../tags/tag40.xml"/><Relationship Id="rId6" Type="http://schemas.openxmlformats.org/officeDocument/2006/relationships/tags" Target="../tags/tag39.xml"/><Relationship Id="rId5" Type="http://schemas.openxmlformats.org/officeDocument/2006/relationships/tags" Target="../tags/tag38.xml"/><Relationship Id="rId4" Type="http://schemas.openxmlformats.org/officeDocument/2006/relationships/tags" Target="../tags/tag37.xml"/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4" Type="http://schemas.openxmlformats.org/officeDocument/2006/relationships/tags" Target="../tags/tag49.xml"/><Relationship Id="rId3" Type="http://schemas.openxmlformats.org/officeDocument/2006/relationships/tags" Target="../tags/tag48.xml"/><Relationship Id="rId2" Type="http://schemas.openxmlformats.org/officeDocument/2006/relationships/tags" Target="../tags/tag47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7" Type="http://schemas.openxmlformats.org/officeDocument/2006/relationships/tags" Target="../tags/tag55.xml"/><Relationship Id="rId6" Type="http://schemas.openxmlformats.org/officeDocument/2006/relationships/tags" Target="../tags/tag54.xml"/><Relationship Id="rId5" Type="http://schemas.openxmlformats.org/officeDocument/2006/relationships/tags" Target="../tags/tag53.xml"/><Relationship Id="rId4" Type="http://schemas.openxmlformats.org/officeDocument/2006/relationships/tags" Target="../tags/tag52.xml"/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6" Type="http://schemas.openxmlformats.org/officeDocument/2006/relationships/tags" Target="../tags/tag60.xml"/><Relationship Id="rId5" Type="http://schemas.openxmlformats.org/officeDocument/2006/relationships/tags" Target="../tags/tag59.xml"/><Relationship Id="rId4" Type="http://schemas.openxmlformats.org/officeDocument/2006/relationships/tags" Target="../tags/tag58.xml"/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5" Type="http://schemas.openxmlformats.org/officeDocument/2006/relationships/tags" Target="../tags/tag64.xml"/><Relationship Id="rId4" Type="http://schemas.openxmlformats.org/officeDocument/2006/relationships/tags" Target="../tags/tag63.xml"/><Relationship Id="rId3" Type="http://schemas.openxmlformats.org/officeDocument/2006/relationships/tags" Target="../tags/tag62.xml"/><Relationship Id="rId2" Type="http://schemas.openxmlformats.org/officeDocument/2006/relationships/tags" Target="../tags/tag61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tags" Target="../tags/tag67.xml"/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6" Type="http://schemas.openxmlformats.org/officeDocument/2006/relationships/tags" Target="../tags/tag74.xml"/><Relationship Id="rId5" Type="http://schemas.openxmlformats.org/officeDocument/2006/relationships/tags" Target="../tags/tag73.xml"/><Relationship Id="rId4" Type="http://schemas.openxmlformats.org/officeDocument/2006/relationships/tags" Target="../tags/tag72.xml"/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6" Type="http://schemas.openxmlformats.org/officeDocument/2006/relationships/tags" Target="../tags/tag79.xml"/><Relationship Id="rId5" Type="http://schemas.openxmlformats.org/officeDocument/2006/relationships/tags" Target="../tags/tag78.xml"/><Relationship Id="rId4" Type="http://schemas.openxmlformats.org/officeDocument/2006/relationships/tags" Target="../tags/tag77.xml"/><Relationship Id="rId3" Type="http://schemas.openxmlformats.org/officeDocument/2006/relationships/tags" Target="../tags/tag76.xml"/><Relationship Id="rId2" Type="http://schemas.openxmlformats.org/officeDocument/2006/relationships/tags" Target="../tags/tag75.xml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6" Type="http://schemas.openxmlformats.org/officeDocument/2006/relationships/tags" Target="../tags/tag84.xml"/><Relationship Id="rId5" Type="http://schemas.openxmlformats.org/officeDocument/2006/relationships/tags" Target="../tags/tag83.xml"/><Relationship Id="rId4" Type="http://schemas.openxmlformats.org/officeDocument/2006/relationships/tags" Target="../tags/tag82.xml"/><Relationship Id="rId3" Type="http://schemas.openxmlformats.org/officeDocument/2006/relationships/tags" Target="../tags/tag81.xml"/><Relationship Id="rId2" Type="http://schemas.openxmlformats.org/officeDocument/2006/relationships/tags" Target="../tags/tag80.xml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7" Type="http://schemas.openxmlformats.org/officeDocument/2006/relationships/tags" Target="../tags/tag90.xml"/><Relationship Id="rId6" Type="http://schemas.openxmlformats.org/officeDocument/2006/relationships/tags" Target="../tags/tag89.xml"/><Relationship Id="rId5" Type="http://schemas.openxmlformats.org/officeDocument/2006/relationships/tags" Target="../tags/tag88.xml"/><Relationship Id="rId4" Type="http://schemas.openxmlformats.org/officeDocument/2006/relationships/tags" Target="../tags/tag87.xml"/><Relationship Id="rId3" Type="http://schemas.openxmlformats.org/officeDocument/2006/relationships/tags" Target="../tags/tag86.xml"/><Relationship Id="rId2" Type="http://schemas.openxmlformats.org/officeDocument/2006/relationships/tags" Target="../tags/tag85.xml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9" Type="http://schemas.openxmlformats.org/officeDocument/2006/relationships/tags" Target="../tags/tag98.xml"/><Relationship Id="rId8" Type="http://schemas.openxmlformats.org/officeDocument/2006/relationships/tags" Target="../tags/tag97.xml"/><Relationship Id="rId7" Type="http://schemas.openxmlformats.org/officeDocument/2006/relationships/tags" Target="../tags/tag96.xml"/><Relationship Id="rId6" Type="http://schemas.openxmlformats.org/officeDocument/2006/relationships/tags" Target="../tags/tag95.xml"/><Relationship Id="rId5" Type="http://schemas.openxmlformats.org/officeDocument/2006/relationships/tags" Target="../tags/tag94.xml"/><Relationship Id="rId4" Type="http://schemas.openxmlformats.org/officeDocument/2006/relationships/tags" Target="../tags/tag93.xml"/><Relationship Id="rId3" Type="http://schemas.openxmlformats.org/officeDocument/2006/relationships/tags" Target="../tags/tag92.xml"/><Relationship Id="rId2" Type="http://schemas.openxmlformats.org/officeDocument/2006/relationships/tags" Target="../tags/tag91.xml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5" Type="http://schemas.openxmlformats.org/officeDocument/2006/relationships/tags" Target="../tags/tag102.xml"/><Relationship Id="rId4" Type="http://schemas.openxmlformats.org/officeDocument/2006/relationships/tags" Target="../tags/tag101.xml"/><Relationship Id="rId3" Type="http://schemas.openxmlformats.org/officeDocument/2006/relationships/tags" Target="../tags/tag100.xml"/><Relationship Id="rId2" Type="http://schemas.openxmlformats.org/officeDocument/2006/relationships/tags" Target="../tags/tag99.xml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4" Type="http://schemas.openxmlformats.org/officeDocument/2006/relationships/tags" Target="../tags/tag105.xml"/><Relationship Id="rId3" Type="http://schemas.openxmlformats.org/officeDocument/2006/relationships/tags" Target="../tags/tag104.xml"/><Relationship Id="rId2" Type="http://schemas.openxmlformats.org/officeDocument/2006/relationships/tags" Target="../tags/tag103.xml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7" Type="http://schemas.openxmlformats.org/officeDocument/2006/relationships/tags" Target="../tags/tag111.xml"/><Relationship Id="rId6" Type="http://schemas.openxmlformats.org/officeDocument/2006/relationships/tags" Target="../tags/tag110.xml"/><Relationship Id="rId5" Type="http://schemas.openxmlformats.org/officeDocument/2006/relationships/tags" Target="../tags/tag109.xml"/><Relationship Id="rId4" Type="http://schemas.openxmlformats.org/officeDocument/2006/relationships/tags" Target="../tags/tag108.xml"/><Relationship Id="rId3" Type="http://schemas.openxmlformats.org/officeDocument/2006/relationships/tags" Target="../tags/tag107.xml"/><Relationship Id="rId2" Type="http://schemas.openxmlformats.org/officeDocument/2006/relationships/tags" Target="../tags/tag106.xml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6" Type="http://schemas.openxmlformats.org/officeDocument/2006/relationships/tags" Target="../tags/tag116.xml"/><Relationship Id="rId5" Type="http://schemas.openxmlformats.org/officeDocument/2006/relationships/tags" Target="../tags/tag115.xml"/><Relationship Id="rId4" Type="http://schemas.openxmlformats.org/officeDocument/2006/relationships/tags" Target="../tags/tag114.xml"/><Relationship Id="rId3" Type="http://schemas.openxmlformats.org/officeDocument/2006/relationships/tags" Target="../tags/tag113.xml"/><Relationship Id="rId2" Type="http://schemas.openxmlformats.org/officeDocument/2006/relationships/tags" Target="../tags/tag112.xml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5" Type="http://schemas.openxmlformats.org/officeDocument/2006/relationships/tags" Target="../tags/tag120.xml"/><Relationship Id="rId4" Type="http://schemas.openxmlformats.org/officeDocument/2006/relationships/tags" Target="../tags/tag119.xml"/><Relationship Id="rId3" Type="http://schemas.openxmlformats.org/officeDocument/2006/relationships/tags" Target="../tags/tag118.xml"/><Relationship Id="rId2" Type="http://schemas.openxmlformats.org/officeDocument/2006/relationships/tags" Target="../tags/tag117.xml"/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6" Type="http://schemas.openxmlformats.org/officeDocument/2006/relationships/tags" Target="../tags/tag125.xml"/><Relationship Id="rId5" Type="http://schemas.openxmlformats.org/officeDocument/2006/relationships/tags" Target="../tags/tag124.xml"/><Relationship Id="rId4" Type="http://schemas.openxmlformats.org/officeDocument/2006/relationships/tags" Target="../tags/tag123.xml"/><Relationship Id="rId3" Type="http://schemas.openxmlformats.org/officeDocument/2006/relationships/tags" Target="../tags/tag122.xml"/><Relationship Id="rId2" Type="http://schemas.openxmlformats.org/officeDocument/2006/relationships/tags" Target="../tags/tag121.xml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51CC480-FC89-4E2E-BB6A-EFF978791FA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255A7EE-E527-4C9D-8585-493F7BE371F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  <a:lvl6pPr marL="2286000" indent="0">
              <a:buNone/>
              <a:defRPr/>
            </a:lvl6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10353745" y="7820730"/>
            <a:ext cx="10969200" cy="7056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638300" y="365125"/>
            <a:ext cx="9715500" cy="1055370"/>
          </a:xfrm>
        </p:spPr>
        <p:txBody>
          <a:bodyPr anchor="ctr"/>
          <a:lstStyle>
            <a:lvl1pPr>
              <a:defRPr sz="3200">
                <a:solidFill>
                  <a:srgbClr val="0064D2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优先选择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  <a:lvl6pPr marL="2286000" indent="0">
              <a:buNone/>
              <a:defRPr/>
            </a:lvl6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.png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6" Type="http://schemas.openxmlformats.org/officeDocument/2006/relationships/theme" Target="../theme/theme2.xml"/><Relationship Id="rId15" Type="http://schemas.openxmlformats.org/officeDocument/2006/relationships/image" Target="../media/image2.png"/><Relationship Id="rId14" Type="http://schemas.openxmlformats.org/officeDocument/2006/relationships/image" Target="../media/image3.png"/><Relationship Id="rId13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18.xml"/><Relationship Id="rId1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0.xml"/><Relationship Id="rId8" Type="http://schemas.openxmlformats.org/officeDocument/2006/relationships/slideLayout" Target="../slideLayouts/slideLayout29.xml"/><Relationship Id="rId7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3.xml"/><Relationship Id="rId19" Type="http://schemas.openxmlformats.org/officeDocument/2006/relationships/theme" Target="../theme/theme3.xml"/><Relationship Id="rId18" Type="http://schemas.openxmlformats.org/officeDocument/2006/relationships/image" Target="../media/image2.png"/><Relationship Id="rId17" Type="http://schemas.openxmlformats.org/officeDocument/2006/relationships/tags" Target="../tags/tag131.xml"/><Relationship Id="rId16" Type="http://schemas.openxmlformats.org/officeDocument/2006/relationships/tags" Target="../tags/tag130.xml"/><Relationship Id="rId15" Type="http://schemas.openxmlformats.org/officeDocument/2006/relationships/tags" Target="../tags/tag129.xml"/><Relationship Id="rId14" Type="http://schemas.openxmlformats.org/officeDocument/2006/relationships/tags" Target="../tags/tag128.xml"/><Relationship Id="rId13" Type="http://schemas.openxmlformats.org/officeDocument/2006/relationships/tags" Target="../tags/tag127.xml"/><Relationship Id="rId12" Type="http://schemas.openxmlformats.org/officeDocument/2006/relationships/tags" Target="../tags/tag126.xml"/><Relationship Id="rId11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3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2181205" cy="6858000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9130" y="0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2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0" y="-5715"/>
            <a:ext cx="12192000" cy="6863715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9925" y="-5715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>
            <p:custDataLst>
              <p:tags r:id="rId17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9925" y="0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27.xml"/><Relationship Id="rId5" Type="http://schemas.openxmlformats.org/officeDocument/2006/relationships/tags" Target="../tags/tag135.xml"/><Relationship Id="rId4" Type="http://schemas.openxmlformats.org/officeDocument/2006/relationships/tags" Target="../tags/tag134.xml"/><Relationship Id="rId3" Type="http://schemas.openxmlformats.org/officeDocument/2006/relationships/tags" Target="../tags/tag133.xml"/><Relationship Id="rId2" Type="http://schemas.openxmlformats.org/officeDocument/2006/relationships/tags" Target="../tags/tag132.xml"/><Relationship Id="rId1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24.xml"/><Relationship Id="rId2" Type="http://schemas.openxmlformats.org/officeDocument/2006/relationships/tags" Target="../tags/tag136.xml"/><Relationship Id="rId1" Type="http://schemas.openxmlformats.org/officeDocument/2006/relationships/image" Target="../media/image5.emf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4.xml"/><Relationship Id="rId4" Type="http://schemas.openxmlformats.org/officeDocument/2006/relationships/tags" Target="../tags/tag137.xml"/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16.xml"/><Relationship Id="rId2" Type="http://schemas.openxmlformats.org/officeDocument/2006/relationships/tags" Target="../tags/tag138.xml"/><Relationship Id="rId1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147.xml"/><Relationship Id="rId8" Type="http://schemas.openxmlformats.org/officeDocument/2006/relationships/tags" Target="../tags/tag146.xml"/><Relationship Id="rId7" Type="http://schemas.openxmlformats.org/officeDocument/2006/relationships/tags" Target="../tags/tag145.xml"/><Relationship Id="rId6" Type="http://schemas.openxmlformats.org/officeDocument/2006/relationships/tags" Target="../tags/tag144.xml"/><Relationship Id="rId5" Type="http://schemas.openxmlformats.org/officeDocument/2006/relationships/tags" Target="../tags/tag143.xml"/><Relationship Id="rId4" Type="http://schemas.openxmlformats.org/officeDocument/2006/relationships/tags" Target="../tags/tag142.xml"/><Relationship Id="rId3" Type="http://schemas.openxmlformats.org/officeDocument/2006/relationships/tags" Target="../tags/tag141.xml"/><Relationship Id="rId26" Type="http://schemas.openxmlformats.org/officeDocument/2006/relationships/notesSlide" Target="../notesSlides/notesSlide4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162.xml"/><Relationship Id="rId23" Type="http://schemas.openxmlformats.org/officeDocument/2006/relationships/tags" Target="../tags/tag161.xml"/><Relationship Id="rId22" Type="http://schemas.openxmlformats.org/officeDocument/2006/relationships/tags" Target="../tags/tag160.xml"/><Relationship Id="rId21" Type="http://schemas.openxmlformats.org/officeDocument/2006/relationships/tags" Target="../tags/tag159.xml"/><Relationship Id="rId20" Type="http://schemas.openxmlformats.org/officeDocument/2006/relationships/tags" Target="../tags/tag158.xml"/><Relationship Id="rId2" Type="http://schemas.openxmlformats.org/officeDocument/2006/relationships/tags" Target="../tags/tag140.xml"/><Relationship Id="rId19" Type="http://schemas.openxmlformats.org/officeDocument/2006/relationships/tags" Target="../tags/tag157.xml"/><Relationship Id="rId18" Type="http://schemas.openxmlformats.org/officeDocument/2006/relationships/tags" Target="../tags/tag156.xml"/><Relationship Id="rId17" Type="http://schemas.openxmlformats.org/officeDocument/2006/relationships/tags" Target="../tags/tag155.xml"/><Relationship Id="rId16" Type="http://schemas.openxmlformats.org/officeDocument/2006/relationships/tags" Target="../tags/tag154.xml"/><Relationship Id="rId15" Type="http://schemas.openxmlformats.org/officeDocument/2006/relationships/tags" Target="../tags/tag153.xml"/><Relationship Id="rId14" Type="http://schemas.openxmlformats.org/officeDocument/2006/relationships/tags" Target="../tags/tag152.xml"/><Relationship Id="rId13" Type="http://schemas.openxmlformats.org/officeDocument/2006/relationships/tags" Target="../tags/tag151.xml"/><Relationship Id="rId12" Type="http://schemas.openxmlformats.org/officeDocument/2006/relationships/tags" Target="../tags/tag150.xml"/><Relationship Id="rId11" Type="http://schemas.openxmlformats.org/officeDocument/2006/relationships/tags" Target="../tags/tag149.xml"/><Relationship Id="rId10" Type="http://schemas.openxmlformats.org/officeDocument/2006/relationships/tags" Target="../tags/tag148.xml"/><Relationship Id="rId1" Type="http://schemas.openxmlformats.org/officeDocument/2006/relationships/tags" Target="../tags/tag13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5.xml"/><Relationship Id="rId1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171.xml"/><Relationship Id="rId8" Type="http://schemas.openxmlformats.org/officeDocument/2006/relationships/tags" Target="../tags/tag170.xml"/><Relationship Id="rId7" Type="http://schemas.openxmlformats.org/officeDocument/2006/relationships/tags" Target="../tags/tag169.xml"/><Relationship Id="rId6" Type="http://schemas.openxmlformats.org/officeDocument/2006/relationships/tags" Target="../tags/tag168.xml"/><Relationship Id="rId5" Type="http://schemas.openxmlformats.org/officeDocument/2006/relationships/tags" Target="../tags/tag167.xml"/><Relationship Id="rId4" Type="http://schemas.openxmlformats.org/officeDocument/2006/relationships/tags" Target="../tags/tag166.xml"/><Relationship Id="rId3" Type="http://schemas.openxmlformats.org/officeDocument/2006/relationships/tags" Target="../tags/tag165.xml"/><Relationship Id="rId26" Type="http://schemas.openxmlformats.org/officeDocument/2006/relationships/notesSlide" Target="../notesSlides/notesSlide5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186.xml"/><Relationship Id="rId23" Type="http://schemas.openxmlformats.org/officeDocument/2006/relationships/tags" Target="../tags/tag185.xml"/><Relationship Id="rId22" Type="http://schemas.openxmlformats.org/officeDocument/2006/relationships/tags" Target="../tags/tag184.xml"/><Relationship Id="rId21" Type="http://schemas.openxmlformats.org/officeDocument/2006/relationships/tags" Target="../tags/tag183.xml"/><Relationship Id="rId20" Type="http://schemas.openxmlformats.org/officeDocument/2006/relationships/tags" Target="../tags/tag182.xml"/><Relationship Id="rId2" Type="http://schemas.openxmlformats.org/officeDocument/2006/relationships/tags" Target="../tags/tag164.xml"/><Relationship Id="rId19" Type="http://schemas.openxmlformats.org/officeDocument/2006/relationships/tags" Target="../tags/tag181.xml"/><Relationship Id="rId18" Type="http://schemas.openxmlformats.org/officeDocument/2006/relationships/tags" Target="../tags/tag180.xml"/><Relationship Id="rId17" Type="http://schemas.openxmlformats.org/officeDocument/2006/relationships/tags" Target="../tags/tag179.xml"/><Relationship Id="rId16" Type="http://schemas.openxmlformats.org/officeDocument/2006/relationships/tags" Target="../tags/tag178.xml"/><Relationship Id="rId15" Type="http://schemas.openxmlformats.org/officeDocument/2006/relationships/tags" Target="../tags/tag177.xml"/><Relationship Id="rId14" Type="http://schemas.openxmlformats.org/officeDocument/2006/relationships/tags" Target="../tags/tag176.xml"/><Relationship Id="rId13" Type="http://schemas.openxmlformats.org/officeDocument/2006/relationships/tags" Target="../tags/tag175.xml"/><Relationship Id="rId12" Type="http://schemas.openxmlformats.org/officeDocument/2006/relationships/tags" Target="../tags/tag174.xml"/><Relationship Id="rId11" Type="http://schemas.openxmlformats.org/officeDocument/2006/relationships/tags" Target="../tags/tag173.xml"/><Relationship Id="rId10" Type="http://schemas.openxmlformats.org/officeDocument/2006/relationships/tags" Target="../tags/tag172.xml"/><Relationship Id="rId1" Type="http://schemas.openxmlformats.org/officeDocument/2006/relationships/tags" Target="../tags/tag16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9.xml"/><Relationship Id="rId1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195.xml"/><Relationship Id="rId8" Type="http://schemas.openxmlformats.org/officeDocument/2006/relationships/tags" Target="../tags/tag194.xml"/><Relationship Id="rId7" Type="http://schemas.openxmlformats.org/officeDocument/2006/relationships/tags" Target="../tags/tag193.xml"/><Relationship Id="rId6" Type="http://schemas.openxmlformats.org/officeDocument/2006/relationships/tags" Target="../tags/tag192.xml"/><Relationship Id="rId5" Type="http://schemas.openxmlformats.org/officeDocument/2006/relationships/tags" Target="../tags/tag191.xml"/><Relationship Id="rId4" Type="http://schemas.openxmlformats.org/officeDocument/2006/relationships/tags" Target="../tags/tag190.xml"/><Relationship Id="rId3" Type="http://schemas.openxmlformats.org/officeDocument/2006/relationships/tags" Target="../tags/tag189.xml"/><Relationship Id="rId26" Type="http://schemas.openxmlformats.org/officeDocument/2006/relationships/notesSlide" Target="../notesSlides/notesSlide7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10.xml"/><Relationship Id="rId23" Type="http://schemas.openxmlformats.org/officeDocument/2006/relationships/tags" Target="../tags/tag209.xml"/><Relationship Id="rId22" Type="http://schemas.openxmlformats.org/officeDocument/2006/relationships/tags" Target="../tags/tag208.xml"/><Relationship Id="rId21" Type="http://schemas.openxmlformats.org/officeDocument/2006/relationships/tags" Target="../tags/tag207.xml"/><Relationship Id="rId20" Type="http://schemas.openxmlformats.org/officeDocument/2006/relationships/tags" Target="../tags/tag206.xml"/><Relationship Id="rId2" Type="http://schemas.openxmlformats.org/officeDocument/2006/relationships/tags" Target="../tags/tag188.xml"/><Relationship Id="rId19" Type="http://schemas.openxmlformats.org/officeDocument/2006/relationships/tags" Target="../tags/tag205.xml"/><Relationship Id="rId18" Type="http://schemas.openxmlformats.org/officeDocument/2006/relationships/tags" Target="../tags/tag204.xml"/><Relationship Id="rId17" Type="http://schemas.openxmlformats.org/officeDocument/2006/relationships/tags" Target="../tags/tag203.xml"/><Relationship Id="rId16" Type="http://schemas.openxmlformats.org/officeDocument/2006/relationships/tags" Target="../tags/tag202.xml"/><Relationship Id="rId15" Type="http://schemas.openxmlformats.org/officeDocument/2006/relationships/tags" Target="../tags/tag201.xml"/><Relationship Id="rId14" Type="http://schemas.openxmlformats.org/officeDocument/2006/relationships/tags" Target="../tags/tag200.xml"/><Relationship Id="rId13" Type="http://schemas.openxmlformats.org/officeDocument/2006/relationships/tags" Target="../tags/tag199.xml"/><Relationship Id="rId12" Type="http://schemas.openxmlformats.org/officeDocument/2006/relationships/tags" Target="../tags/tag198.xml"/><Relationship Id="rId11" Type="http://schemas.openxmlformats.org/officeDocument/2006/relationships/tags" Target="../tags/tag197.xml"/><Relationship Id="rId10" Type="http://schemas.openxmlformats.org/officeDocument/2006/relationships/tags" Target="../tags/tag196.xml"/><Relationship Id="rId1" Type="http://schemas.openxmlformats.org/officeDocument/2006/relationships/tags" Target="../tags/tag18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219.xml"/><Relationship Id="rId8" Type="http://schemas.openxmlformats.org/officeDocument/2006/relationships/tags" Target="../tags/tag218.xml"/><Relationship Id="rId7" Type="http://schemas.openxmlformats.org/officeDocument/2006/relationships/tags" Target="../tags/tag217.xml"/><Relationship Id="rId6" Type="http://schemas.openxmlformats.org/officeDocument/2006/relationships/tags" Target="../tags/tag216.xml"/><Relationship Id="rId5" Type="http://schemas.openxmlformats.org/officeDocument/2006/relationships/tags" Target="../tags/tag215.xml"/><Relationship Id="rId4" Type="http://schemas.openxmlformats.org/officeDocument/2006/relationships/tags" Target="../tags/tag214.xml"/><Relationship Id="rId3" Type="http://schemas.openxmlformats.org/officeDocument/2006/relationships/tags" Target="../tags/tag213.xml"/><Relationship Id="rId21" Type="http://schemas.openxmlformats.org/officeDocument/2006/relationships/slideLayout" Target="../slideLayouts/slideLayout15.xml"/><Relationship Id="rId20" Type="http://schemas.openxmlformats.org/officeDocument/2006/relationships/tags" Target="../tags/tag230.xml"/><Relationship Id="rId2" Type="http://schemas.openxmlformats.org/officeDocument/2006/relationships/tags" Target="../tags/tag212.xml"/><Relationship Id="rId19" Type="http://schemas.openxmlformats.org/officeDocument/2006/relationships/tags" Target="../tags/tag229.xml"/><Relationship Id="rId18" Type="http://schemas.openxmlformats.org/officeDocument/2006/relationships/tags" Target="../tags/tag228.xml"/><Relationship Id="rId17" Type="http://schemas.openxmlformats.org/officeDocument/2006/relationships/tags" Target="../tags/tag227.xml"/><Relationship Id="rId16" Type="http://schemas.openxmlformats.org/officeDocument/2006/relationships/tags" Target="../tags/tag226.xml"/><Relationship Id="rId15" Type="http://schemas.openxmlformats.org/officeDocument/2006/relationships/tags" Target="../tags/tag225.xml"/><Relationship Id="rId14" Type="http://schemas.openxmlformats.org/officeDocument/2006/relationships/tags" Target="../tags/tag224.xml"/><Relationship Id="rId13" Type="http://schemas.openxmlformats.org/officeDocument/2006/relationships/tags" Target="../tags/tag223.xml"/><Relationship Id="rId12" Type="http://schemas.openxmlformats.org/officeDocument/2006/relationships/tags" Target="../tags/tag222.xml"/><Relationship Id="rId11" Type="http://schemas.openxmlformats.org/officeDocument/2006/relationships/tags" Target="../tags/tag221.xml"/><Relationship Id="rId10" Type="http://schemas.openxmlformats.org/officeDocument/2006/relationships/tags" Target="../tags/tag220.xml"/><Relationship Id="rId1" Type="http://schemas.openxmlformats.org/officeDocument/2006/relationships/tags" Target="../tags/tag211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tags" Target="../tags/tag239.xml"/><Relationship Id="rId8" Type="http://schemas.openxmlformats.org/officeDocument/2006/relationships/tags" Target="../tags/tag238.xml"/><Relationship Id="rId7" Type="http://schemas.openxmlformats.org/officeDocument/2006/relationships/tags" Target="../tags/tag237.xml"/><Relationship Id="rId6" Type="http://schemas.openxmlformats.org/officeDocument/2006/relationships/tags" Target="../tags/tag236.xml"/><Relationship Id="rId5" Type="http://schemas.openxmlformats.org/officeDocument/2006/relationships/tags" Target="../tags/tag235.xml"/><Relationship Id="rId4" Type="http://schemas.openxmlformats.org/officeDocument/2006/relationships/tags" Target="../tags/tag234.xml"/><Relationship Id="rId3" Type="http://schemas.openxmlformats.org/officeDocument/2006/relationships/tags" Target="../tags/tag233.xml"/><Relationship Id="rId21" Type="http://schemas.openxmlformats.org/officeDocument/2006/relationships/slideLayout" Target="../slideLayouts/slideLayout15.xml"/><Relationship Id="rId20" Type="http://schemas.openxmlformats.org/officeDocument/2006/relationships/tags" Target="../tags/tag250.xml"/><Relationship Id="rId2" Type="http://schemas.openxmlformats.org/officeDocument/2006/relationships/tags" Target="../tags/tag232.xml"/><Relationship Id="rId19" Type="http://schemas.openxmlformats.org/officeDocument/2006/relationships/tags" Target="../tags/tag249.xml"/><Relationship Id="rId18" Type="http://schemas.openxmlformats.org/officeDocument/2006/relationships/tags" Target="../tags/tag248.xml"/><Relationship Id="rId17" Type="http://schemas.openxmlformats.org/officeDocument/2006/relationships/tags" Target="../tags/tag247.xml"/><Relationship Id="rId16" Type="http://schemas.openxmlformats.org/officeDocument/2006/relationships/tags" Target="../tags/tag246.xml"/><Relationship Id="rId15" Type="http://schemas.openxmlformats.org/officeDocument/2006/relationships/tags" Target="../tags/tag245.xml"/><Relationship Id="rId14" Type="http://schemas.openxmlformats.org/officeDocument/2006/relationships/tags" Target="../tags/tag244.xml"/><Relationship Id="rId13" Type="http://schemas.openxmlformats.org/officeDocument/2006/relationships/tags" Target="../tags/tag243.xml"/><Relationship Id="rId12" Type="http://schemas.openxmlformats.org/officeDocument/2006/relationships/tags" Target="../tags/tag242.xml"/><Relationship Id="rId11" Type="http://schemas.openxmlformats.org/officeDocument/2006/relationships/tags" Target="../tags/tag241.xml"/><Relationship Id="rId10" Type="http://schemas.openxmlformats.org/officeDocument/2006/relationships/tags" Target="../tags/tag240.xml"/><Relationship Id="rId1" Type="http://schemas.openxmlformats.org/officeDocument/2006/relationships/tags" Target="../tags/tag231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259.xml"/><Relationship Id="rId8" Type="http://schemas.openxmlformats.org/officeDocument/2006/relationships/tags" Target="../tags/tag258.xml"/><Relationship Id="rId7" Type="http://schemas.openxmlformats.org/officeDocument/2006/relationships/tags" Target="../tags/tag257.xml"/><Relationship Id="rId6" Type="http://schemas.openxmlformats.org/officeDocument/2006/relationships/tags" Target="../tags/tag256.xml"/><Relationship Id="rId5" Type="http://schemas.openxmlformats.org/officeDocument/2006/relationships/tags" Target="../tags/tag255.xml"/><Relationship Id="rId4" Type="http://schemas.openxmlformats.org/officeDocument/2006/relationships/tags" Target="../tags/tag254.xml"/><Relationship Id="rId3" Type="http://schemas.openxmlformats.org/officeDocument/2006/relationships/tags" Target="../tags/tag253.xml"/><Relationship Id="rId21" Type="http://schemas.openxmlformats.org/officeDocument/2006/relationships/slideLayout" Target="../slideLayouts/slideLayout15.xml"/><Relationship Id="rId20" Type="http://schemas.openxmlformats.org/officeDocument/2006/relationships/tags" Target="../tags/tag270.xml"/><Relationship Id="rId2" Type="http://schemas.openxmlformats.org/officeDocument/2006/relationships/tags" Target="../tags/tag252.xml"/><Relationship Id="rId19" Type="http://schemas.openxmlformats.org/officeDocument/2006/relationships/tags" Target="../tags/tag269.xml"/><Relationship Id="rId18" Type="http://schemas.openxmlformats.org/officeDocument/2006/relationships/tags" Target="../tags/tag268.xml"/><Relationship Id="rId17" Type="http://schemas.openxmlformats.org/officeDocument/2006/relationships/tags" Target="../tags/tag267.xml"/><Relationship Id="rId16" Type="http://schemas.openxmlformats.org/officeDocument/2006/relationships/tags" Target="../tags/tag266.xml"/><Relationship Id="rId15" Type="http://schemas.openxmlformats.org/officeDocument/2006/relationships/tags" Target="../tags/tag265.xml"/><Relationship Id="rId14" Type="http://schemas.openxmlformats.org/officeDocument/2006/relationships/tags" Target="../tags/tag264.xml"/><Relationship Id="rId13" Type="http://schemas.openxmlformats.org/officeDocument/2006/relationships/tags" Target="../tags/tag263.xml"/><Relationship Id="rId12" Type="http://schemas.openxmlformats.org/officeDocument/2006/relationships/tags" Target="../tags/tag262.xml"/><Relationship Id="rId11" Type="http://schemas.openxmlformats.org/officeDocument/2006/relationships/tags" Target="../tags/tag261.xml"/><Relationship Id="rId10" Type="http://schemas.openxmlformats.org/officeDocument/2006/relationships/tags" Target="../tags/tag260.xml"/><Relationship Id="rId1" Type="http://schemas.openxmlformats.org/officeDocument/2006/relationships/tags" Target="../tags/tag251.xml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279.xml"/><Relationship Id="rId8" Type="http://schemas.openxmlformats.org/officeDocument/2006/relationships/tags" Target="../tags/tag278.xml"/><Relationship Id="rId7" Type="http://schemas.openxmlformats.org/officeDocument/2006/relationships/tags" Target="../tags/tag277.xml"/><Relationship Id="rId6" Type="http://schemas.openxmlformats.org/officeDocument/2006/relationships/tags" Target="../tags/tag276.xml"/><Relationship Id="rId5" Type="http://schemas.openxmlformats.org/officeDocument/2006/relationships/tags" Target="../tags/tag275.xml"/><Relationship Id="rId4" Type="http://schemas.openxmlformats.org/officeDocument/2006/relationships/tags" Target="../tags/tag274.xml"/><Relationship Id="rId3" Type="http://schemas.openxmlformats.org/officeDocument/2006/relationships/tags" Target="../tags/tag273.xml"/><Relationship Id="rId21" Type="http://schemas.openxmlformats.org/officeDocument/2006/relationships/slideLayout" Target="../slideLayouts/slideLayout15.xml"/><Relationship Id="rId20" Type="http://schemas.openxmlformats.org/officeDocument/2006/relationships/tags" Target="../tags/tag290.xml"/><Relationship Id="rId2" Type="http://schemas.openxmlformats.org/officeDocument/2006/relationships/tags" Target="../tags/tag272.xml"/><Relationship Id="rId19" Type="http://schemas.openxmlformats.org/officeDocument/2006/relationships/tags" Target="../tags/tag289.xml"/><Relationship Id="rId18" Type="http://schemas.openxmlformats.org/officeDocument/2006/relationships/tags" Target="../tags/tag288.xml"/><Relationship Id="rId17" Type="http://schemas.openxmlformats.org/officeDocument/2006/relationships/tags" Target="../tags/tag287.xml"/><Relationship Id="rId16" Type="http://schemas.openxmlformats.org/officeDocument/2006/relationships/tags" Target="../tags/tag286.xml"/><Relationship Id="rId15" Type="http://schemas.openxmlformats.org/officeDocument/2006/relationships/tags" Target="../tags/tag285.xml"/><Relationship Id="rId14" Type="http://schemas.openxmlformats.org/officeDocument/2006/relationships/tags" Target="../tags/tag284.xml"/><Relationship Id="rId13" Type="http://schemas.openxmlformats.org/officeDocument/2006/relationships/tags" Target="../tags/tag283.xml"/><Relationship Id="rId12" Type="http://schemas.openxmlformats.org/officeDocument/2006/relationships/tags" Target="../tags/tag282.xml"/><Relationship Id="rId11" Type="http://schemas.openxmlformats.org/officeDocument/2006/relationships/tags" Target="../tags/tag281.xml"/><Relationship Id="rId10" Type="http://schemas.openxmlformats.org/officeDocument/2006/relationships/tags" Target="../tags/tag280.xml"/><Relationship Id="rId1" Type="http://schemas.openxmlformats.org/officeDocument/2006/relationships/tags" Target="../tags/tag271.xml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tags" Target="../tags/tag299.xml"/><Relationship Id="rId8" Type="http://schemas.openxmlformats.org/officeDocument/2006/relationships/tags" Target="../tags/tag298.xml"/><Relationship Id="rId7" Type="http://schemas.openxmlformats.org/officeDocument/2006/relationships/tags" Target="../tags/tag297.xml"/><Relationship Id="rId6" Type="http://schemas.openxmlformats.org/officeDocument/2006/relationships/tags" Target="../tags/tag296.xml"/><Relationship Id="rId5" Type="http://schemas.openxmlformats.org/officeDocument/2006/relationships/tags" Target="../tags/tag295.xml"/><Relationship Id="rId4" Type="http://schemas.openxmlformats.org/officeDocument/2006/relationships/tags" Target="../tags/tag294.xml"/><Relationship Id="rId3" Type="http://schemas.openxmlformats.org/officeDocument/2006/relationships/tags" Target="../tags/tag293.xml"/><Relationship Id="rId26" Type="http://schemas.openxmlformats.org/officeDocument/2006/relationships/notesSlide" Target="../notesSlides/notesSlide8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314.xml"/><Relationship Id="rId23" Type="http://schemas.openxmlformats.org/officeDocument/2006/relationships/tags" Target="../tags/tag313.xml"/><Relationship Id="rId22" Type="http://schemas.openxmlformats.org/officeDocument/2006/relationships/tags" Target="../tags/tag312.xml"/><Relationship Id="rId21" Type="http://schemas.openxmlformats.org/officeDocument/2006/relationships/tags" Target="../tags/tag311.xml"/><Relationship Id="rId20" Type="http://schemas.openxmlformats.org/officeDocument/2006/relationships/tags" Target="../tags/tag310.xml"/><Relationship Id="rId2" Type="http://schemas.openxmlformats.org/officeDocument/2006/relationships/tags" Target="../tags/tag292.xml"/><Relationship Id="rId19" Type="http://schemas.openxmlformats.org/officeDocument/2006/relationships/tags" Target="../tags/tag309.xml"/><Relationship Id="rId18" Type="http://schemas.openxmlformats.org/officeDocument/2006/relationships/tags" Target="../tags/tag308.xml"/><Relationship Id="rId17" Type="http://schemas.openxmlformats.org/officeDocument/2006/relationships/tags" Target="../tags/tag307.xml"/><Relationship Id="rId16" Type="http://schemas.openxmlformats.org/officeDocument/2006/relationships/tags" Target="../tags/tag306.xml"/><Relationship Id="rId15" Type="http://schemas.openxmlformats.org/officeDocument/2006/relationships/tags" Target="../tags/tag305.xml"/><Relationship Id="rId14" Type="http://schemas.openxmlformats.org/officeDocument/2006/relationships/tags" Target="../tags/tag304.xml"/><Relationship Id="rId13" Type="http://schemas.openxmlformats.org/officeDocument/2006/relationships/tags" Target="../tags/tag303.xml"/><Relationship Id="rId12" Type="http://schemas.openxmlformats.org/officeDocument/2006/relationships/tags" Target="../tags/tag302.xml"/><Relationship Id="rId11" Type="http://schemas.openxmlformats.org/officeDocument/2006/relationships/tags" Target="../tags/tag301.xml"/><Relationship Id="rId10" Type="http://schemas.openxmlformats.org/officeDocument/2006/relationships/tags" Target="../tags/tag300.xml"/><Relationship Id="rId1" Type="http://schemas.openxmlformats.org/officeDocument/2006/relationships/tags" Target="../tags/tag29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tags" Target="../tags/tag323.xml"/><Relationship Id="rId8" Type="http://schemas.openxmlformats.org/officeDocument/2006/relationships/tags" Target="../tags/tag322.xml"/><Relationship Id="rId7" Type="http://schemas.openxmlformats.org/officeDocument/2006/relationships/tags" Target="../tags/tag321.xml"/><Relationship Id="rId6" Type="http://schemas.openxmlformats.org/officeDocument/2006/relationships/tags" Target="../tags/tag320.xml"/><Relationship Id="rId5" Type="http://schemas.openxmlformats.org/officeDocument/2006/relationships/tags" Target="../tags/tag319.xml"/><Relationship Id="rId4" Type="http://schemas.openxmlformats.org/officeDocument/2006/relationships/tags" Target="../tags/tag318.xml"/><Relationship Id="rId3" Type="http://schemas.openxmlformats.org/officeDocument/2006/relationships/tags" Target="../tags/tag317.xml"/><Relationship Id="rId21" Type="http://schemas.openxmlformats.org/officeDocument/2006/relationships/slideLayout" Target="../slideLayouts/slideLayout15.xml"/><Relationship Id="rId20" Type="http://schemas.openxmlformats.org/officeDocument/2006/relationships/tags" Target="../tags/tag334.xml"/><Relationship Id="rId2" Type="http://schemas.openxmlformats.org/officeDocument/2006/relationships/tags" Target="../tags/tag316.xml"/><Relationship Id="rId19" Type="http://schemas.openxmlformats.org/officeDocument/2006/relationships/tags" Target="../tags/tag333.xml"/><Relationship Id="rId18" Type="http://schemas.openxmlformats.org/officeDocument/2006/relationships/tags" Target="../tags/tag332.xml"/><Relationship Id="rId17" Type="http://schemas.openxmlformats.org/officeDocument/2006/relationships/tags" Target="../tags/tag331.xml"/><Relationship Id="rId16" Type="http://schemas.openxmlformats.org/officeDocument/2006/relationships/tags" Target="../tags/tag330.xml"/><Relationship Id="rId15" Type="http://schemas.openxmlformats.org/officeDocument/2006/relationships/tags" Target="../tags/tag329.xml"/><Relationship Id="rId14" Type="http://schemas.openxmlformats.org/officeDocument/2006/relationships/tags" Target="../tags/tag328.xml"/><Relationship Id="rId13" Type="http://schemas.openxmlformats.org/officeDocument/2006/relationships/tags" Target="../tags/tag327.xml"/><Relationship Id="rId12" Type="http://schemas.openxmlformats.org/officeDocument/2006/relationships/tags" Target="../tags/tag326.xml"/><Relationship Id="rId11" Type="http://schemas.openxmlformats.org/officeDocument/2006/relationships/tags" Target="../tags/tag325.xml"/><Relationship Id="rId10" Type="http://schemas.openxmlformats.org/officeDocument/2006/relationships/tags" Target="../tags/tag324.xml"/><Relationship Id="rId1" Type="http://schemas.openxmlformats.org/officeDocument/2006/relationships/tags" Target="../tags/tag315.xml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tags" Target="../tags/tag343.xml"/><Relationship Id="rId8" Type="http://schemas.openxmlformats.org/officeDocument/2006/relationships/tags" Target="../tags/tag342.xml"/><Relationship Id="rId7" Type="http://schemas.openxmlformats.org/officeDocument/2006/relationships/tags" Target="../tags/tag341.xml"/><Relationship Id="rId6" Type="http://schemas.openxmlformats.org/officeDocument/2006/relationships/tags" Target="../tags/tag340.xml"/><Relationship Id="rId5" Type="http://schemas.openxmlformats.org/officeDocument/2006/relationships/tags" Target="../tags/tag339.xml"/><Relationship Id="rId4" Type="http://schemas.openxmlformats.org/officeDocument/2006/relationships/tags" Target="../tags/tag338.xml"/><Relationship Id="rId3" Type="http://schemas.openxmlformats.org/officeDocument/2006/relationships/tags" Target="../tags/tag337.xml"/><Relationship Id="rId21" Type="http://schemas.openxmlformats.org/officeDocument/2006/relationships/slideLayout" Target="../slideLayouts/slideLayout15.xml"/><Relationship Id="rId20" Type="http://schemas.openxmlformats.org/officeDocument/2006/relationships/tags" Target="../tags/tag354.xml"/><Relationship Id="rId2" Type="http://schemas.openxmlformats.org/officeDocument/2006/relationships/tags" Target="../tags/tag336.xml"/><Relationship Id="rId19" Type="http://schemas.openxmlformats.org/officeDocument/2006/relationships/tags" Target="../tags/tag353.xml"/><Relationship Id="rId18" Type="http://schemas.openxmlformats.org/officeDocument/2006/relationships/tags" Target="../tags/tag352.xml"/><Relationship Id="rId17" Type="http://schemas.openxmlformats.org/officeDocument/2006/relationships/tags" Target="../tags/tag351.xml"/><Relationship Id="rId16" Type="http://schemas.openxmlformats.org/officeDocument/2006/relationships/tags" Target="../tags/tag350.xml"/><Relationship Id="rId15" Type="http://schemas.openxmlformats.org/officeDocument/2006/relationships/tags" Target="../tags/tag349.xml"/><Relationship Id="rId14" Type="http://schemas.openxmlformats.org/officeDocument/2006/relationships/tags" Target="../tags/tag348.xml"/><Relationship Id="rId13" Type="http://schemas.openxmlformats.org/officeDocument/2006/relationships/tags" Target="../tags/tag347.xml"/><Relationship Id="rId12" Type="http://schemas.openxmlformats.org/officeDocument/2006/relationships/tags" Target="../tags/tag346.xml"/><Relationship Id="rId11" Type="http://schemas.openxmlformats.org/officeDocument/2006/relationships/tags" Target="../tags/tag345.xml"/><Relationship Id="rId10" Type="http://schemas.openxmlformats.org/officeDocument/2006/relationships/tags" Target="../tags/tag344.xml"/><Relationship Id="rId1" Type="http://schemas.openxmlformats.org/officeDocument/2006/relationships/tags" Target="../tags/tag335.xml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tags" Target="../tags/tag363.xml"/><Relationship Id="rId8" Type="http://schemas.openxmlformats.org/officeDocument/2006/relationships/tags" Target="../tags/tag362.xml"/><Relationship Id="rId7" Type="http://schemas.openxmlformats.org/officeDocument/2006/relationships/tags" Target="../tags/tag361.xml"/><Relationship Id="rId6" Type="http://schemas.openxmlformats.org/officeDocument/2006/relationships/tags" Target="../tags/tag360.xml"/><Relationship Id="rId5" Type="http://schemas.openxmlformats.org/officeDocument/2006/relationships/tags" Target="../tags/tag359.xml"/><Relationship Id="rId4" Type="http://schemas.openxmlformats.org/officeDocument/2006/relationships/tags" Target="../tags/tag358.xml"/><Relationship Id="rId3" Type="http://schemas.openxmlformats.org/officeDocument/2006/relationships/tags" Target="../tags/tag357.xml"/><Relationship Id="rId21" Type="http://schemas.openxmlformats.org/officeDocument/2006/relationships/slideLayout" Target="../slideLayouts/slideLayout15.xml"/><Relationship Id="rId20" Type="http://schemas.openxmlformats.org/officeDocument/2006/relationships/tags" Target="../tags/tag374.xml"/><Relationship Id="rId2" Type="http://schemas.openxmlformats.org/officeDocument/2006/relationships/tags" Target="../tags/tag356.xml"/><Relationship Id="rId19" Type="http://schemas.openxmlformats.org/officeDocument/2006/relationships/tags" Target="../tags/tag373.xml"/><Relationship Id="rId18" Type="http://schemas.openxmlformats.org/officeDocument/2006/relationships/tags" Target="../tags/tag372.xml"/><Relationship Id="rId17" Type="http://schemas.openxmlformats.org/officeDocument/2006/relationships/tags" Target="../tags/tag371.xml"/><Relationship Id="rId16" Type="http://schemas.openxmlformats.org/officeDocument/2006/relationships/tags" Target="../tags/tag370.xml"/><Relationship Id="rId15" Type="http://schemas.openxmlformats.org/officeDocument/2006/relationships/tags" Target="../tags/tag369.xml"/><Relationship Id="rId14" Type="http://schemas.openxmlformats.org/officeDocument/2006/relationships/tags" Target="../tags/tag368.xml"/><Relationship Id="rId13" Type="http://schemas.openxmlformats.org/officeDocument/2006/relationships/tags" Target="../tags/tag367.xml"/><Relationship Id="rId12" Type="http://schemas.openxmlformats.org/officeDocument/2006/relationships/tags" Target="../tags/tag366.xml"/><Relationship Id="rId11" Type="http://schemas.openxmlformats.org/officeDocument/2006/relationships/tags" Target="../tags/tag365.xml"/><Relationship Id="rId10" Type="http://schemas.openxmlformats.org/officeDocument/2006/relationships/tags" Target="../tags/tag364.xml"/><Relationship Id="rId1" Type="http://schemas.openxmlformats.org/officeDocument/2006/relationships/tags" Target="../tags/tag355.xml"/></Relationships>
</file>

<file path=ppt/slides/_rels/slide20.xml.rels><?xml version="1.0" encoding="UTF-8" standalone="yes"?>
<Relationships xmlns="http://schemas.openxmlformats.org/package/2006/relationships"><Relationship Id="rId9" Type="http://schemas.openxmlformats.org/officeDocument/2006/relationships/tags" Target="../tags/tag383.xml"/><Relationship Id="rId8" Type="http://schemas.openxmlformats.org/officeDocument/2006/relationships/tags" Target="../tags/tag382.xml"/><Relationship Id="rId7" Type="http://schemas.openxmlformats.org/officeDocument/2006/relationships/tags" Target="../tags/tag381.xml"/><Relationship Id="rId6" Type="http://schemas.openxmlformats.org/officeDocument/2006/relationships/tags" Target="../tags/tag380.xml"/><Relationship Id="rId5" Type="http://schemas.openxmlformats.org/officeDocument/2006/relationships/tags" Target="../tags/tag379.xml"/><Relationship Id="rId4" Type="http://schemas.openxmlformats.org/officeDocument/2006/relationships/tags" Target="../tags/tag378.xml"/><Relationship Id="rId3" Type="http://schemas.openxmlformats.org/officeDocument/2006/relationships/tags" Target="../tags/tag377.xml"/><Relationship Id="rId21" Type="http://schemas.openxmlformats.org/officeDocument/2006/relationships/slideLayout" Target="../slideLayouts/slideLayout15.xml"/><Relationship Id="rId20" Type="http://schemas.openxmlformats.org/officeDocument/2006/relationships/tags" Target="../tags/tag394.xml"/><Relationship Id="rId2" Type="http://schemas.openxmlformats.org/officeDocument/2006/relationships/tags" Target="../tags/tag376.xml"/><Relationship Id="rId19" Type="http://schemas.openxmlformats.org/officeDocument/2006/relationships/tags" Target="../tags/tag393.xml"/><Relationship Id="rId18" Type="http://schemas.openxmlformats.org/officeDocument/2006/relationships/tags" Target="../tags/tag392.xml"/><Relationship Id="rId17" Type="http://schemas.openxmlformats.org/officeDocument/2006/relationships/tags" Target="../tags/tag391.xml"/><Relationship Id="rId16" Type="http://schemas.openxmlformats.org/officeDocument/2006/relationships/tags" Target="../tags/tag390.xml"/><Relationship Id="rId15" Type="http://schemas.openxmlformats.org/officeDocument/2006/relationships/tags" Target="../tags/tag389.xml"/><Relationship Id="rId14" Type="http://schemas.openxmlformats.org/officeDocument/2006/relationships/tags" Target="../tags/tag388.xml"/><Relationship Id="rId13" Type="http://schemas.openxmlformats.org/officeDocument/2006/relationships/tags" Target="../tags/tag387.xml"/><Relationship Id="rId12" Type="http://schemas.openxmlformats.org/officeDocument/2006/relationships/tags" Target="../tags/tag386.xml"/><Relationship Id="rId11" Type="http://schemas.openxmlformats.org/officeDocument/2006/relationships/tags" Target="../tags/tag385.xml"/><Relationship Id="rId10" Type="http://schemas.openxmlformats.org/officeDocument/2006/relationships/tags" Target="../tags/tag384.xml"/><Relationship Id="rId1" Type="http://schemas.openxmlformats.org/officeDocument/2006/relationships/tags" Target="../tags/tag375.xml"/></Relationships>
</file>

<file path=ppt/slides/_rels/slide21.xml.rels><?xml version="1.0" encoding="UTF-8" standalone="yes"?>
<Relationships xmlns="http://schemas.openxmlformats.org/package/2006/relationships"><Relationship Id="rId9" Type="http://schemas.openxmlformats.org/officeDocument/2006/relationships/tags" Target="../tags/tag403.xml"/><Relationship Id="rId8" Type="http://schemas.openxmlformats.org/officeDocument/2006/relationships/tags" Target="../tags/tag402.xml"/><Relationship Id="rId7" Type="http://schemas.openxmlformats.org/officeDocument/2006/relationships/tags" Target="../tags/tag401.xml"/><Relationship Id="rId6" Type="http://schemas.openxmlformats.org/officeDocument/2006/relationships/tags" Target="../tags/tag400.xml"/><Relationship Id="rId5" Type="http://schemas.openxmlformats.org/officeDocument/2006/relationships/tags" Target="../tags/tag399.xml"/><Relationship Id="rId4" Type="http://schemas.openxmlformats.org/officeDocument/2006/relationships/tags" Target="../tags/tag398.xml"/><Relationship Id="rId3" Type="http://schemas.openxmlformats.org/officeDocument/2006/relationships/tags" Target="../tags/tag397.xml"/><Relationship Id="rId26" Type="http://schemas.openxmlformats.org/officeDocument/2006/relationships/notesSlide" Target="../notesSlides/notesSlide9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418.xml"/><Relationship Id="rId23" Type="http://schemas.openxmlformats.org/officeDocument/2006/relationships/tags" Target="../tags/tag417.xml"/><Relationship Id="rId22" Type="http://schemas.openxmlformats.org/officeDocument/2006/relationships/tags" Target="../tags/tag416.xml"/><Relationship Id="rId21" Type="http://schemas.openxmlformats.org/officeDocument/2006/relationships/tags" Target="../tags/tag415.xml"/><Relationship Id="rId20" Type="http://schemas.openxmlformats.org/officeDocument/2006/relationships/tags" Target="../tags/tag414.xml"/><Relationship Id="rId2" Type="http://schemas.openxmlformats.org/officeDocument/2006/relationships/tags" Target="../tags/tag396.xml"/><Relationship Id="rId19" Type="http://schemas.openxmlformats.org/officeDocument/2006/relationships/tags" Target="../tags/tag413.xml"/><Relationship Id="rId18" Type="http://schemas.openxmlformats.org/officeDocument/2006/relationships/tags" Target="../tags/tag412.xml"/><Relationship Id="rId17" Type="http://schemas.openxmlformats.org/officeDocument/2006/relationships/tags" Target="../tags/tag411.xml"/><Relationship Id="rId16" Type="http://schemas.openxmlformats.org/officeDocument/2006/relationships/tags" Target="../tags/tag410.xml"/><Relationship Id="rId15" Type="http://schemas.openxmlformats.org/officeDocument/2006/relationships/tags" Target="../tags/tag409.xml"/><Relationship Id="rId14" Type="http://schemas.openxmlformats.org/officeDocument/2006/relationships/tags" Target="../tags/tag408.xml"/><Relationship Id="rId13" Type="http://schemas.openxmlformats.org/officeDocument/2006/relationships/tags" Target="../tags/tag407.xml"/><Relationship Id="rId12" Type="http://schemas.openxmlformats.org/officeDocument/2006/relationships/tags" Target="../tags/tag406.xml"/><Relationship Id="rId11" Type="http://schemas.openxmlformats.org/officeDocument/2006/relationships/tags" Target="../tags/tag405.xml"/><Relationship Id="rId10" Type="http://schemas.openxmlformats.org/officeDocument/2006/relationships/tags" Target="../tags/tag404.xml"/><Relationship Id="rId1" Type="http://schemas.openxmlformats.org/officeDocument/2006/relationships/tags" Target="../tags/tag39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15.xml"/><Relationship Id="rId2" Type="http://schemas.openxmlformats.org/officeDocument/2006/relationships/tags" Target="../tags/tag420.xml"/><Relationship Id="rId1" Type="http://schemas.openxmlformats.org/officeDocument/2006/relationships/tags" Target="../tags/tag419.xml"/></Relationships>
</file>

<file path=ppt/slides/_rels/slide24.xml.rels><?xml version="1.0" encoding="UTF-8" standalone="yes"?>
<Relationships xmlns="http://schemas.openxmlformats.org/package/2006/relationships"><Relationship Id="rId9" Type="http://schemas.openxmlformats.org/officeDocument/2006/relationships/tags" Target="../tags/tag429.xml"/><Relationship Id="rId8" Type="http://schemas.openxmlformats.org/officeDocument/2006/relationships/tags" Target="../tags/tag428.xml"/><Relationship Id="rId7" Type="http://schemas.openxmlformats.org/officeDocument/2006/relationships/tags" Target="../tags/tag427.xml"/><Relationship Id="rId6" Type="http://schemas.openxmlformats.org/officeDocument/2006/relationships/tags" Target="../tags/tag426.xml"/><Relationship Id="rId5" Type="http://schemas.openxmlformats.org/officeDocument/2006/relationships/tags" Target="../tags/tag425.xml"/><Relationship Id="rId4" Type="http://schemas.openxmlformats.org/officeDocument/2006/relationships/tags" Target="../tags/tag424.xml"/><Relationship Id="rId3" Type="http://schemas.openxmlformats.org/officeDocument/2006/relationships/tags" Target="../tags/tag423.xml"/><Relationship Id="rId26" Type="http://schemas.openxmlformats.org/officeDocument/2006/relationships/notesSlide" Target="../notesSlides/notesSlide11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444.xml"/><Relationship Id="rId23" Type="http://schemas.openxmlformats.org/officeDocument/2006/relationships/tags" Target="../tags/tag443.xml"/><Relationship Id="rId22" Type="http://schemas.openxmlformats.org/officeDocument/2006/relationships/tags" Target="../tags/tag442.xml"/><Relationship Id="rId21" Type="http://schemas.openxmlformats.org/officeDocument/2006/relationships/tags" Target="../tags/tag441.xml"/><Relationship Id="rId20" Type="http://schemas.openxmlformats.org/officeDocument/2006/relationships/tags" Target="../tags/tag440.xml"/><Relationship Id="rId2" Type="http://schemas.openxmlformats.org/officeDocument/2006/relationships/tags" Target="../tags/tag422.xml"/><Relationship Id="rId19" Type="http://schemas.openxmlformats.org/officeDocument/2006/relationships/tags" Target="../tags/tag439.xml"/><Relationship Id="rId18" Type="http://schemas.openxmlformats.org/officeDocument/2006/relationships/tags" Target="../tags/tag438.xml"/><Relationship Id="rId17" Type="http://schemas.openxmlformats.org/officeDocument/2006/relationships/tags" Target="../tags/tag437.xml"/><Relationship Id="rId16" Type="http://schemas.openxmlformats.org/officeDocument/2006/relationships/tags" Target="../tags/tag436.xml"/><Relationship Id="rId15" Type="http://schemas.openxmlformats.org/officeDocument/2006/relationships/tags" Target="../tags/tag435.xml"/><Relationship Id="rId14" Type="http://schemas.openxmlformats.org/officeDocument/2006/relationships/tags" Target="../tags/tag434.xml"/><Relationship Id="rId13" Type="http://schemas.openxmlformats.org/officeDocument/2006/relationships/tags" Target="../tags/tag433.xml"/><Relationship Id="rId12" Type="http://schemas.openxmlformats.org/officeDocument/2006/relationships/tags" Target="../tags/tag432.xml"/><Relationship Id="rId11" Type="http://schemas.openxmlformats.org/officeDocument/2006/relationships/tags" Target="../tags/tag431.xml"/><Relationship Id="rId10" Type="http://schemas.openxmlformats.org/officeDocument/2006/relationships/tags" Target="../tags/tag430.xml"/><Relationship Id="rId1" Type="http://schemas.openxmlformats.org/officeDocument/2006/relationships/tags" Target="../tags/tag421.xml"/></Relationships>
</file>

<file path=ppt/slides/_rels/slide25.xml.rels><?xml version="1.0" encoding="UTF-8" standalone="yes"?>
<Relationships xmlns="http://schemas.openxmlformats.org/package/2006/relationships"><Relationship Id="rId9" Type="http://schemas.openxmlformats.org/officeDocument/2006/relationships/tags" Target="../tags/tag452.xml"/><Relationship Id="rId8" Type="http://schemas.openxmlformats.org/officeDocument/2006/relationships/tags" Target="../tags/tag451.xml"/><Relationship Id="rId7" Type="http://schemas.openxmlformats.org/officeDocument/2006/relationships/tags" Target="../tags/tag450.xml"/><Relationship Id="rId6" Type="http://schemas.openxmlformats.org/officeDocument/2006/relationships/tags" Target="../tags/tag449.xml"/><Relationship Id="rId5" Type="http://schemas.openxmlformats.org/officeDocument/2006/relationships/image" Target="../media/image12.jpeg"/><Relationship Id="rId4" Type="http://schemas.openxmlformats.org/officeDocument/2006/relationships/tags" Target="../tags/tag448.xml"/><Relationship Id="rId3" Type="http://schemas.openxmlformats.org/officeDocument/2006/relationships/tags" Target="../tags/tag447.xml"/><Relationship Id="rId2" Type="http://schemas.openxmlformats.org/officeDocument/2006/relationships/tags" Target="../tags/tag446.xml"/><Relationship Id="rId13" Type="http://schemas.openxmlformats.org/officeDocument/2006/relationships/notesSlide" Target="../notesSlides/notesSlide12.xml"/><Relationship Id="rId12" Type="http://schemas.openxmlformats.org/officeDocument/2006/relationships/slideLayout" Target="../slideLayouts/slideLayout15.xml"/><Relationship Id="rId11" Type="http://schemas.openxmlformats.org/officeDocument/2006/relationships/tags" Target="../tags/tag453.xml"/><Relationship Id="rId10" Type="http://schemas.openxmlformats.org/officeDocument/2006/relationships/image" Target="../media/image13.png"/><Relationship Id="rId1" Type="http://schemas.openxmlformats.org/officeDocument/2006/relationships/tags" Target="../tags/tag445.xml"/></Relationships>
</file>

<file path=ppt/slides/_rels/slide2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3.xml"/><Relationship Id="rId4" Type="http://schemas.openxmlformats.org/officeDocument/2006/relationships/slideLayout" Target="../slideLayouts/slideLayout27.xml"/><Relationship Id="rId3" Type="http://schemas.openxmlformats.org/officeDocument/2006/relationships/tags" Target="../tags/tag455.xml"/><Relationship Id="rId2" Type="http://schemas.openxmlformats.org/officeDocument/2006/relationships/tags" Target="../tags/tag454.xml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>
            <p:custDataLst>
              <p:tags r:id="rId2"/>
            </p:custDataLst>
          </p:nvPr>
        </p:nvSpPr>
        <p:spPr>
          <a:xfrm>
            <a:off x="1384935" y="2401888"/>
            <a:ext cx="9902825" cy="574040"/>
          </a:xfrm>
          <a:prstGeom prst="rect">
            <a:avLst/>
          </a:prstGeom>
          <a:noFill/>
        </p:spPr>
        <p:txBody>
          <a:bodyPr wrap="square" lIns="144145" bIns="36195" rtlCol="0" anchor="ctr" anchorCtr="1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buClrTx/>
              <a:buSzTx/>
              <a:buFontTx/>
            </a:pPr>
            <a:r>
              <a:rPr lang="zh-CN" altLang="en-US" sz="3200" b="1" dirty="0" smtClean="0">
                <a:latin typeface="Arial" panose="020B0604020202020204" pitchFamily="34" charset="0"/>
                <a:ea typeface="+mj-ea"/>
                <a:cs typeface="Arial" panose="020B0604020202020204" pitchFamily="34" charset="0"/>
                <a:sym typeface="+mn-ea"/>
              </a:rPr>
              <a:t>第一章</a:t>
            </a:r>
            <a:r>
              <a:rPr lang="en-US" altLang="zh-CN" sz="3200" b="1" dirty="0" smtClean="0">
                <a:latin typeface="Arial" panose="020B0604020202020204" pitchFamily="34" charset="0"/>
                <a:ea typeface="+mj-ea"/>
                <a:cs typeface="Arial" panose="020B0604020202020204" pitchFamily="34" charset="0"/>
                <a:sym typeface="+mn-ea"/>
              </a:rPr>
              <a:t> </a:t>
            </a:r>
            <a:r>
              <a:rPr lang="zh-CN" altLang="en-US" sz="3200" b="1" dirty="0" smtClean="0">
                <a:latin typeface="Arial" panose="020B0604020202020204" pitchFamily="34" charset="0"/>
                <a:ea typeface="+mj-ea"/>
                <a:cs typeface="Arial" panose="020B0604020202020204" pitchFamily="34" charset="0"/>
                <a:sym typeface="+mn-ea"/>
              </a:rPr>
              <a:t>大模型基石</a:t>
            </a:r>
            <a:r>
              <a:rPr lang="en-US" altLang="zh-CN" sz="3200" b="1" dirty="0" smtClean="0">
                <a:latin typeface="Arial" panose="020B0604020202020204" pitchFamily="34" charset="0"/>
                <a:ea typeface="+mj-ea"/>
                <a:cs typeface="Arial" panose="020B0604020202020204" pitchFamily="34" charset="0"/>
                <a:sym typeface="+mn-ea"/>
              </a:rPr>
              <a:t>——Transformer</a:t>
            </a:r>
            <a:endParaRPr lang="en-US" altLang="zh-CN" sz="3200" b="1" dirty="0" smtClean="0">
              <a:latin typeface="Arial" panose="020B0604020202020204" pitchFamily="34" charset="0"/>
              <a:ea typeface="+mj-ea"/>
              <a:cs typeface="Arial" panose="020B0604020202020204" pitchFamily="34" charset="0"/>
              <a:sym typeface="+mn-ea"/>
            </a:endParaRPr>
          </a:p>
        </p:txBody>
      </p:sp>
      <p:sp>
        <p:nvSpPr>
          <p:cNvPr id="5" name="圆角矩形 4"/>
          <p:cNvSpPr/>
          <p:nvPr>
            <p:custDataLst>
              <p:tags r:id="rId3"/>
            </p:custDataLst>
          </p:nvPr>
        </p:nvSpPr>
        <p:spPr>
          <a:xfrm>
            <a:off x="4784725" y="4558665"/>
            <a:ext cx="3103245" cy="498475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8A2F6"/>
              </a:gs>
              <a:gs pos="100000">
                <a:srgbClr val="266FE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>
            <p:custDataLst>
              <p:tags r:id="rId4"/>
            </p:custDataLst>
          </p:nvPr>
        </p:nvSpPr>
        <p:spPr>
          <a:xfrm>
            <a:off x="4980305" y="4623435"/>
            <a:ext cx="2743200" cy="36830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zh-CN" altLang="zh-CN" b="1" dirty="0">
                <a:solidFill>
                  <a:schemeClr val="bg1"/>
                </a:solidFill>
                <a:latin typeface="Kaiti SC Bold" charset="0"/>
                <a:ea typeface="Kaiti SC Bold" charset="0"/>
                <a:cs typeface="+mn-ea"/>
                <a:sym typeface="+mn-lt"/>
              </a:rPr>
              <a:t>大模型架构与数据处理</a:t>
            </a:r>
            <a:endParaRPr lang="zh-CN" altLang="zh-CN" b="1" dirty="0">
              <a:solidFill>
                <a:schemeClr val="bg1"/>
              </a:solidFill>
              <a:latin typeface="Kaiti SC Bold" charset="0"/>
              <a:ea typeface="Kaiti SC Bold" charset="0"/>
              <a:cs typeface="+mn-ea"/>
              <a:sym typeface="+mn-lt"/>
            </a:endParaRPr>
          </a:p>
        </p:txBody>
      </p:sp>
    </p:spTree>
    <p:custDataLst>
      <p:tags r:id="rId5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图片 2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425" y="1602105"/>
            <a:ext cx="6863715" cy="4776470"/>
          </a:xfrm>
          <a:prstGeom prst="rect">
            <a:avLst/>
          </a:prstGeom>
          <a:noFill/>
        </p:spPr>
      </p:pic>
      <p:sp>
        <p:nvSpPr>
          <p:cNvPr id="2" name="文本框 1"/>
          <p:cNvSpPr txBox="1"/>
          <p:nvPr/>
        </p:nvSpPr>
        <p:spPr>
          <a:xfrm>
            <a:off x="1362075" y="624840"/>
            <a:ext cx="357949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 smtClean="0">
                <a:solidFill>
                  <a:schemeClr val="accent1">
                    <a:lumMod val="75000"/>
                  </a:schemeClr>
                </a:solidFill>
              </a:rPr>
              <a:t>情境导入</a:t>
            </a:r>
            <a:endParaRPr lang="zh-CN" altLang="en-US" sz="36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509510" y="3428960"/>
            <a:ext cx="4239259" cy="506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introduction_image}}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7311390" y="1715729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89890" y="1929130"/>
            <a:ext cx="6534785" cy="34156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algn="l" fontAlgn="auto">
              <a:lnSpc>
                <a:spcPct val="150000"/>
              </a:lnSpc>
            </a:pPr>
            <a:r>
              <a:rPr lang="zh-CN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以《山海经》白泽神兽为引，探讨人工智能理解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通晓万物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的内涵。传统机器翻译难以捕捉长句上下文关联，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2017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年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Transformer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通过注意力机制解决了这一问题，将汉字映射至高维空间向量，实现文本的深度理解与处理。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  <p:custDataLst>
      <p:tags r:id="rId2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11"/>
          <p:cNvSpPr txBox="1"/>
          <p:nvPr/>
        </p:nvSpPr>
        <p:spPr>
          <a:xfrm>
            <a:off x="3535045" y="1271270"/>
            <a:ext cx="803402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fontAlgn="auto">
              <a:lnSpc>
                <a:spcPct val="150000"/>
              </a:lnSpc>
            </a:pP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Transformer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如何通过注意力机制理解文本深层关联？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如何将中文文本高效转化为机器可理解的向量？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怎样构建高质量指令数据以提升模型认知能力？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362075" y="624840"/>
            <a:ext cx="20986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 smtClean="0">
                <a:solidFill>
                  <a:schemeClr val="accent1">
                    <a:lumMod val="75000"/>
                  </a:schemeClr>
                </a:solidFill>
              </a:rPr>
              <a:t>思考一下</a:t>
            </a:r>
            <a:endParaRPr lang="zh-CN" altLang="en-US" sz="3600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7140" y="2500630"/>
            <a:ext cx="1237615" cy="2721610"/>
          </a:xfrm>
          <a:prstGeom prst="rect">
            <a:avLst/>
          </a:prstGeom>
        </p:spPr>
      </p:pic>
      <p:pic>
        <p:nvPicPr>
          <p:cNvPr id="7" name="图片 6" descr="31393935333436303b31393936353336343bcecabac5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81045" y="562242"/>
            <a:ext cx="771525" cy="771525"/>
          </a:xfrm>
          <a:prstGeom prst="rect">
            <a:avLst/>
          </a:prstGeom>
        </p:spPr>
      </p:pic>
      <p:sp>
        <p:nvSpPr>
          <p:cNvPr id="8" name="矩形 7"/>
          <p:cNvSpPr/>
          <p:nvPr/>
        </p:nvSpPr>
        <p:spPr>
          <a:xfrm>
            <a:off x="5457190" y="2889947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{{image:thinking_image}}</a:t>
            </a:r>
            <a:endParaRPr lang="en-US" altLang="zh-CN" dirty="0">
              <a:solidFill>
                <a:schemeClr val="tx1"/>
              </a:solidFill>
            </a:endParaRPr>
          </a:p>
        </p:txBody>
      </p:sp>
    </p:spTree>
    <p:custDataLst>
      <p:tags r:id="rId4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文本框 39"/>
          <p:cNvSpPr txBox="1"/>
          <p:nvPr/>
        </p:nvSpPr>
        <p:spPr>
          <a:xfrm>
            <a:off x="642620" y="3124800"/>
            <a:ext cx="5382895" cy="13220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大模型基石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——Transformer</a:t>
            </a:r>
            <a:endParaRPr lang="en-US" altLang="zh-CN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107" name="椭圆 106"/>
          <p:cNvSpPr/>
          <p:nvPr/>
        </p:nvSpPr>
        <p:spPr>
          <a:xfrm>
            <a:off x="1812870" y="1985229"/>
            <a:ext cx="398145" cy="39814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4000" dirty="0">
              <a:latin typeface="Segoe UI" panose="020B0502040204020203" pitchFamily="34" charset="0"/>
              <a:ea typeface="微软雅黑" panose="020B0503020204020204" pitchFamily="34" charset="-122"/>
              <a:cs typeface="+mn-ea"/>
              <a:sym typeface="Segoe UI" panose="020B0502040204020203" pitchFamily="34" charset="0"/>
            </a:endParaRPr>
          </a:p>
        </p:txBody>
      </p:sp>
      <p:sp>
        <p:nvSpPr>
          <p:cNvPr id="99" name="椭圆 98"/>
          <p:cNvSpPr/>
          <p:nvPr/>
        </p:nvSpPr>
        <p:spPr>
          <a:xfrm>
            <a:off x="6315642" y="3786753"/>
            <a:ext cx="617635" cy="61763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4000" dirty="0">
              <a:latin typeface="Segoe UI" panose="020B0502040204020203" pitchFamily="34" charset="0"/>
              <a:ea typeface="微软雅黑" panose="020B0503020204020204" pitchFamily="34" charset="-122"/>
              <a:cs typeface="+mn-ea"/>
              <a:sym typeface="Segoe UI" panose="020B0502040204020203" pitchFamily="34" charset="0"/>
            </a:endParaRPr>
          </a:p>
        </p:txBody>
      </p:sp>
      <p:pic>
        <p:nvPicPr>
          <p:cNvPr id="90" name="图片 89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77261" y="5867261"/>
            <a:ext cx="1714739" cy="990738"/>
          </a:xfrm>
          <a:prstGeom prst="rect">
            <a:avLst/>
          </a:prstGeom>
        </p:spPr>
      </p:pic>
      <p:sp>
        <p:nvSpPr>
          <p:cNvPr id="62" name="文本框 61"/>
          <p:cNvSpPr txBox="1"/>
          <p:nvPr/>
        </p:nvSpPr>
        <p:spPr>
          <a:xfrm>
            <a:off x="642406" y="657124"/>
            <a:ext cx="558990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任务一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131685" y="3532465"/>
            <a:ext cx="4239259" cy="506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{{image:st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art_image}}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6933565" y="1819234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</p:spTree>
    <p:custDataLst>
      <p:tags r:id="rId2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b="1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30997"/>
            <a:chOff x="1019810" y="3241423"/>
            <a:chExt cx="5267818" cy="830997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30997"/>
            <a:chOff x="1019810" y="5599430"/>
            <a:chExt cx="4068621" cy="830997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</a:t>
              </a:r>
              <a:r>
                <a:rPr kumimoji="0" lang="zh-CN" altLang="en-US" sz="2800" b="0" i="0" u="none" strike="noStrike" kern="1200" cap="none" spc="0" normalizeH="0" baseline="0" noProof="0" dirty="0" smtClean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储备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组合 46"/>
          <p:cNvGrpSpPr/>
          <p:nvPr>
            <p:custDataLst>
              <p:tags r:id="rId13"/>
            </p:custDataLst>
          </p:nvPr>
        </p:nvGrpSpPr>
        <p:grpSpPr>
          <a:xfrm>
            <a:off x="6645792" y="2466861"/>
            <a:ext cx="4068621" cy="830997"/>
            <a:chOff x="1019810" y="3241423"/>
            <a:chExt cx="4068621" cy="830997"/>
          </a:xfrm>
        </p:grpSpPr>
        <p:sp>
          <p:nvSpPr>
            <p:cNvPr id="48" name="文本框 47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3424938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49" name="文本框 48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3241423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0" name="直接连接符 49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7"/>
            </p:custDataLst>
          </p:nvPr>
        </p:nvGrpSpPr>
        <p:grpSpPr>
          <a:xfrm>
            <a:off x="6645792" y="3379128"/>
            <a:ext cx="4068621" cy="830997"/>
            <a:chOff x="1019810" y="5599430"/>
            <a:chExt cx="4068621" cy="830997"/>
          </a:xfrm>
        </p:grpSpPr>
        <p:sp>
          <p:nvSpPr>
            <p:cNvPr id="56" name="文本框 55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任务小结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21"/>
            </p:custDataLst>
          </p:nvPr>
        </p:nvGrpSpPr>
        <p:grpSpPr>
          <a:xfrm>
            <a:off x="6645792" y="4262185"/>
            <a:ext cx="4068621" cy="830997"/>
            <a:chOff x="1019810" y="5599430"/>
            <a:chExt cx="4068621" cy="830997"/>
          </a:xfrm>
        </p:grpSpPr>
        <p:sp>
          <p:nvSpPr>
            <p:cNvPr id="60" name="文本框 59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 smtClean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文本框 6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任务一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大模型基石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——Transformer</a:t>
            </a:r>
            <a:endParaRPr lang="en-US" altLang="zh-CN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9700895" y="621030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7" name="椭圆 6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8" name="椭圆 7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sp>
        <p:nvSpPr>
          <p:cNvPr id="18" name="文本框 17"/>
          <p:cNvSpPr txBox="1"/>
          <p:nvPr/>
        </p:nvSpPr>
        <p:spPr>
          <a:xfrm>
            <a:off x="3006090" y="1358265"/>
            <a:ext cx="8279765" cy="17430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indent="457200" algn="l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理解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Transformer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模型的整体架构，明确编码器和解码器各自的功能与差异；掌握注意力机制的基本概念和计算过程，利用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bertviz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工具进行可视化分析；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3" name="图片 12" descr="tasks_2029px_1205684_easyicon.ne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025" y="2726055"/>
            <a:ext cx="2023110" cy="202311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278000" y="792000"/>
            <a:ext cx="595312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描述</a:t>
            </a:r>
            <a:endParaRPr 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01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486150" y="3106738"/>
            <a:ext cx="2613025" cy="4603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</a:t>
            </a:r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要求：</a:t>
            </a:r>
            <a:endParaRPr lang="zh-CN" altLang="en-US" sz="2400" b="1" dirty="0" smtClean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006090" y="356743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掌握编码器和解码器的功能与差异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3006000" y="403606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掌握注意力机制概念与计算，用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bertviz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可视化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06000" y="4503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用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PyTorch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实现简化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Transformer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，验证模型输出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3006090" y="4971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理解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Transformer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原理及其在大模型中的核心地位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3006000" y="5439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能够区分编码器和解码器的功能，并理解其协同工作机制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储备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任务一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大模型基石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——Transformer</a:t>
            </a:r>
            <a:endParaRPr lang="en-US" altLang="zh-CN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2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0780" y="1422400"/>
            <a:ext cx="265113" cy="265113"/>
          </a:xfrm>
          <a:prstGeom prst="rect">
            <a:avLst/>
          </a:prstGeom>
          <a:noFill/>
          <a:ln w="9525">
            <a:noFill/>
          </a:ln>
        </p:spPr>
      </p:pic>
      <p:grpSp>
        <p:nvGrpSpPr>
          <p:cNvPr id="9" name="组合 2"/>
          <p:cNvGrpSpPr/>
          <p:nvPr/>
        </p:nvGrpSpPr>
        <p:grpSpPr>
          <a:xfrm>
            <a:off x="901700" y="1970405"/>
            <a:ext cx="3784600" cy="3206750"/>
            <a:chOff x="4542865" y="2599283"/>
            <a:chExt cx="3785291" cy="3205882"/>
          </a:xfrm>
        </p:grpSpPr>
        <p:sp>
          <p:nvSpPr>
            <p:cNvPr id="10" name="任意多边形: 形状 9"/>
            <p:cNvSpPr>
              <a:spLocks noChangeAspect="1"/>
            </p:cNvSpPr>
            <p:nvPr/>
          </p:nvSpPr>
          <p:spPr bwMode="auto">
            <a:xfrm>
              <a:off x="4542865" y="2599283"/>
              <a:ext cx="3105717" cy="3205882"/>
            </a:xfrm>
            <a:custGeom>
              <a:avLst/>
              <a:gdLst>
                <a:gd name="connsiteX0" fmla="*/ 1670165 w 3340338"/>
                <a:gd name="connsiteY0" fmla="*/ 895968 h 3448053"/>
                <a:gd name="connsiteX1" fmla="*/ 842107 w 3340338"/>
                <a:gd name="connsiteY1" fmla="*/ 1724026 h 3448053"/>
                <a:gd name="connsiteX2" fmla="*/ 1670165 w 3340338"/>
                <a:gd name="connsiteY2" fmla="*/ 2552084 h 3448053"/>
                <a:gd name="connsiteX3" fmla="*/ 2498223 w 3340338"/>
                <a:gd name="connsiteY3" fmla="*/ 1724026 h 3448053"/>
                <a:gd name="connsiteX4" fmla="*/ 1670165 w 3340338"/>
                <a:gd name="connsiteY4" fmla="*/ 895968 h 3448053"/>
                <a:gd name="connsiteX5" fmla="*/ 1670347 w 3340338"/>
                <a:gd name="connsiteY5" fmla="*/ 830419 h 3448053"/>
                <a:gd name="connsiteX6" fmla="*/ 2564891 w 3340338"/>
                <a:gd name="connsiteY6" fmla="*/ 1724288 h 3448053"/>
                <a:gd name="connsiteX7" fmla="*/ 1670347 w 3340338"/>
                <a:gd name="connsiteY7" fmla="*/ 2617629 h 3448053"/>
                <a:gd name="connsiteX8" fmla="*/ 775280 w 3340338"/>
                <a:gd name="connsiteY8" fmla="*/ 1724288 h 3448053"/>
                <a:gd name="connsiteX9" fmla="*/ 1670347 w 3340338"/>
                <a:gd name="connsiteY9" fmla="*/ 830419 h 3448053"/>
                <a:gd name="connsiteX10" fmla="*/ 1670347 w 3340338"/>
                <a:gd name="connsiteY10" fmla="*/ 598661 h 3448053"/>
                <a:gd name="connsiteX11" fmla="*/ 543023 w 3340338"/>
                <a:gd name="connsiteY11" fmla="*/ 1724288 h 3448053"/>
                <a:gd name="connsiteX12" fmla="*/ 1670347 w 3340338"/>
                <a:gd name="connsiteY12" fmla="*/ 2849392 h 3448053"/>
                <a:gd name="connsiteX13" fmla="*/ 2797148 w 3340338"/>
                <a:gd name="connsiteY13" fmla="*/ 1724288 h 3448053"/>
                <a:gd name="connsiteX14" fmla="*/ 1670347 w 3340338"/>
                <a:gd name="connsiteY14" fmla="*/ 598661 h 3448053"/>
                <a:gd name="connsiteX15" fmla="*/ 1383667 w 3340338"/>
                <a:gd name="connsiteY15" fmla="*/ 0 h 3448053"/>
                <a:gd name="connsiteX16" fmla="*/ 1956505 w 3340338"/>
                <a:gd name="connsiteY16" fmla="*/ 0 h 3448053"/>
                <a:gd name="connsiteX17" fmla="*/ 2192343 w 3340338"/>
                <a:gd name="connsiteY17" fmla="*/ 235487 h 3448053"/>
                <a:gd name="connsiteX18" fmla="*/ 2192343 w 3340338"/>
                <a:gd name="connsiteY18" fmla="*/ 478302 h 3448053"/>
                <a:gd name="connsiteX19" fmla="*/ 2484789 w 3340338"/>
                <a:gd name="connsiteY19" fmla="*/ 652038 h 3448053"/>
                <a:gd name="connsiteX20" fmla="*/ 2699667 w 3340338"/>
                <a:gd name="connsiteY20" fmla="*/ 528013 h 3448053"/>
                <a:gd name="connsiteX21" fmla="*/ 2817586 w 3340338"/>
                <a:gd name="connsiteY21" fmla="*/ 496620 h 3448053"/>
                <a:gd name="connsiteX22" fmla="*/ 3022504 w 3340338"/>
                <a:gd name="connsiteY22" fmla="*/ 614363 h 3448053"/>
                <a:gd name="connsiteX23" fmla="*/ 3308662 w 3340338"/>
                <a:gd name="connsiteY23" fmla="*/ 1109408 h 3448053"/>
                <a:gd name="connsiteX24" fmla="*/ 3332243 w 3340338"/>
                <a:gd name="connsiteY24" fmla="*/ 1288374 h 3448053"/>
                <a:gd name="connsiteX25" fmla="*/ 3222186 w 3340338"/>
                <a:gd name="connsiteY25" fmla="*/ 1431240 h 3448053"/>
                <a:gd name="connsiteX26" fmla="*/ 3005733 w 3340338"/>
                <a:gd name="connsiteY26" fmla="*/ 1556306 h 3448053"/>
                <a:gd name="connsiteX27" fmla="*/ 3023027 w 3340338"/>
                <a:gd name="connsiteY27" fmla="*/ 1724288 h 3448053"/>
                <a:gd name="connsiteX28" fmla="*/ 3005733 w 3340338"/>
                <a:gd name="connsiteY28" fmla="*/ 1891748 h 3448053"/>
                <a:gd name="connsiteX29" fmla="*/ 3222186 w 3340338"/>
                <a:gd name="connsiteY29" fmla="*/ 2016814 h 3448053"/>
                <a:gd name="connsiteX30" fmla="*/ 3308662 w 3340338"/>
                <a:gd name="connsiteY30" fmla="*/ 2338651 h 3448053"/>
                <a:gd name="connsiteX31" fmla="*/ 3022504 w 3340338"/>
                <a:gd name="connsiteY31" fmla="*/ 2833696 h 3448053"/>
                <a:gd name="connsiteX32" fmla="*/ 2878905 w 3340338"/>
                <a:gd name="connsiteY32" fmla="*/ 2943588 h 3448053"/>
                <a:gd name="connsiteX33" fmla="*/ 2818109 w 3340338"/>
                <a:gd name="connsiteY33" fmla="*/ 2951439 h 3448053"/>
                <a:gd name="connsiteX34" fmla="*/ 2699667 w 3340338"/>
                <a:gd name="connsiteY34" fmla="*/ 2920041 h 3448053"/>
                <a:gd name="connsiteX35" fmla="*/ 2484789 w 3340338"/>
                <a:gd name="connsiteY35" fmla="*/ 2796015 h 3448053"/>
                <a:gd name="connsiteX36" fmla="*/ 2192343 w 3340338"/>
                <a:gd name="connsiteY36" fmla="*/ 2970280 h 3448053"/>
                <a:gd name="connsiteX37" fmla="*/ 2192343 w 3340338"/>
                <a:gd name="connsiteY37" fmla="*/ 3212566 h 3448053"/>
                <a:gd name="connsiteX38" fmla="*/ 1956505 w 3340338"/>
                <a:gd name="connsiteY38" fmla="*/ 3448053 h 3448053"/>
                <a:gd name="connsiteX39" fmla="*/ 1383667 w 3340338"/>
                <a:gd name="connsiteY39" fmla="*/ 3448053 h 3448053"/>
                <a:gd name="connsiteX40" fmla="*/ 1147828 w 3340338"/>
                <a:gd name="connsiteY40" fmla="*/ 3212566 h 3448053"/>
                <a:gd name="connsiteX41" fmla="*/ 1147828 w 3340338"/>
                <a:gd name="connsiteY41" fmla="*/ 2970280 h 3448053"/>
                <a:gd name="connsiteX42" fmla="*/ 854860 w 3340338"/>
                <a:gd name="connsiteY42" fmla="*/ 2796015 h 3448053"/>
                <a:gd name="connsiteX43" fmla="*/ 639981 w 3340338"/>
                <a:gd name="connsiteY43" fmla="*/ 2920041 h 3448053"/>
                <a:gd name="connsiteX44" fmla="*/ 522062 w 3340338"/>
                <a:gd name="connsiteY44" fmla="*/ 2951439 h 3448053"/>
                <a:gd name="connsiteX45" fmla="*/ 460743 w 3340338"/>
                <a:gd name="connsiteY45" fmla="*/ 2943588 h 3448053"/>
                <a:gd name="connsiteX46" fmla="*/ 318190 w 3340338"/>
                <a:gd name="connsiteY46" fmla="*/ 2833696 h 3448053"/>
                <a:gd name="connsiteX47" fmla="*/ 31509 w 3340338"/>
                <a:gd name="connsiteY47" fmla="*/ 2338122 h 3448053"/>
                <a:gd name="connsiteX48" fmla="*/ 117985 w 3340338"/>
                <a:gd name="connsiteY48" fmla="*/ 2016291 h 3448053"/>
                <a:gd name="connsiteX49" fmla="*/ 334438 w 3340338"/>
                <a:gd name="connsiteY49" fmla="*/ 1891748 h 3448053"/>
                <a:gd name="connsiteX50" fmla="*/ 317144 w 3340338"/>
                <a:gd name="connsiteY50" fmla="*/ 1724288 h 3448053"/>
                <a:gd name="connsiteX51" fmla="*/ 334438 w 3340338"/>
                <a:gd name="connsiteY51" fmla="*/ 1556306 h 3448053"/>
                <a:gd name="connsiteX52" fmla="*/ 117985 w 3340338"/>
                <a:gd name="connsiteY52" fmla="*/ 1431240 h 3448053"/>
                <a:gd name="connsiteX53" fmla="*/ 31509 w 3340338"/>
                <a:gd name="connsiteY53" fmla="*/ 1109408 h 3448053"/>
                <a:gd name="connsiteX54" fmla="*/ 318190 w 3340338"/>
                <a:gd name="connsiteY54" fmla="*/ 614363 h 3448053"/>
                <a:gd name="connsiteX55" fmla="*/ 460743 w 3340338"/>
                <a:gd name="connsiteY55" fmla="*/ 504465 h 3448053"/>
                <a:gd name="connsiteX56" fmla="*/ 522062 w 3340338"/>
                <a:gd name="connsiteY56" fmla="*/ 496620 h 3448053"/>
                <a:gd name="connsiteX57" fmla="*/ 639981 w 3340338"/>
                <a:gd name="connsiteY57" fmla="*/ 528013 h 3448053"/>
                <a:gd name="connsiteX58" fmla="*/ 854860 w 3340338"/>
                <a:gd name="connsiteY58" fmla="*/ 652038 h 3448053"/>
                <a:gd name="connsiteX59" fmla="*/ 1147828 w 3340338"/>
                <a:gd name="connsiteY59" fmla="*/ 478302 h 3448053"/>
                <a:gd name="connsiteX60" fmla="*/ 1147828 w 3340338"/>
                <a:gd name="connsiteY60" fmla="*/ 235487 h 3448053"/>
                <a:gd name="connsiteX61" fmla="*/ 1383667 w 3340338"/>
                <a:gd name="connsiteY61" fmla="*/ 0 h 3448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3340338" h="3448053">
                  <a:moveTo>
                    <a:pt x="1670165" y="895968"/>
                  </a:moveTo>
                  <a:cubicBezTo>
                    <a:pt x="1212841" y="895968"/>
                    <a:pt x="842107" y="1266702"/>
                    <a:pt x="842107" y="1724026"/>
                  </a:cubicBezTo>
                  <a:cubicBezTo>
                    <a:pt x="842107" y="2181350"/>
                    <a:pt x="1212841" y="2552084"/>
                    <a:pt x="1670165" y="2552084"/>
                  </a:cubicBezTo>
                  <a:cubicBezTo>
                    <a:pt x="2127489" y="2552084"/>
                    <a:pt x="2498223" y="2181350"/>
                    <a:pt x="2498223" y="1724026"/>
                  </a:cubicBezTo>
                  <a:cubicBezTo>
                    <a:pt x="2498223" y="1266702"/>
                    <a:pt x="2127489" y="895968"/>
                    <a:pt x="1670165" y="895968"/>
                  </a:cubicBezTo>
                  <a:close/>
                  <a:moveTo>
                    <a:pt x="1670347" y="830419"/>
                  </a:moveTo>
                  <a:cubicBezTo>
                    <a:pt x="2163475" y="830419"/>
                    <a:pt x="2564891" y="1231301"/>
                    <a:pt x="2564891" y="1724288"/>
                  </a:cubicBezTo>
                  <a:cubicBezTo>
                    <a:pt x="2564891" y="2216752"/>
                    <a:pt x="2163475" y="2617629"/>
                    <a:pt x="1670347" y="2617629"/>
                  </a:cubicBezTo>
                  <a:cubicBezTo>
                    <a:pt x="1176696" y="2617629"/>
                    <a:pt x="775280" y="2216752"/>
                    <a:pt x="775280" y="1724288"/>
                  </a:cubicBezTo>
                  <a:cubicBezTo>
                    <a:pt x="775280" y="1231301"/>
                    <a:pt x="1176696" y="830419"/>
                    <a:pt x="1670347" y="830419"/>
                  </a:cubicBezTo>
                  <a:close/>
                  <a:moveTo>
                    <a:pt x="1670347" y="598661"/>
                  </a:moveTo>
                  <a:cubicBezTo>
                    <a:pt x="1048777" y="598661"/>
                    <a:pt x="543023" y="1103649"/>
                    <a:pt x="543023" y="1724288"/>
                  </a:cubicBezTo>
                  <a:cubicBezTo>
                    <a:pt x="543023" y="2344927"/>
                    <a:pt x="1048777" y="2849392"/>
                    <a:pt x="1670347" y="2849392"/>
                  </a:cubicBezTo>
                  <a:cubicBezTo>
                    <a:pt x="2291394" y="2849392"/>
                    <a:pt x="2797148" y="2344927"/>
                    <a:pt x="2797148" y="1724288"/>
                  </a:cubicBezTo>
                  <a:cubicBezTo>
                    <a:pt x="2797148" y="1103649"/>
                    <a:pt x="2291394" y="598661"/>
                    <a:pt x="1670347" y="598661"/>
                  </a:cubicBezTo>
                  <a:close/>
                  <a:moveTo>
                    <a:pt x="1383667" y="0"/>
                  </a:moveTo>
                  <a:lnTo>
                    <a:pt x="1956505" y="0"/>
                  </a:lnTo>
                  <a:cubicBezTo>
                    <a:pt x="2086476" y="0"/>
                    <a:pt x="2192343" y="105185"/>
                    <a:pt x="2192343" y="235487"/>
                  </a:cubicBezTo>
                  <a:lnTo>
                    <a:pt x="2192343" y="478302"/>
                  </a:lnTo>
                  <a:cubicBezTo>
                    <a:pt x="2298211" y="522782"/>
                    <a:pt x="2394641" y="583488"/>
                    <a:pt x="2484789" y="652038"/>
                  </a:cubicBezTo>
                  <a:lnTo>
                    <a:pt x="2699667" y="528013"/>
                  </a:lnTo>
                  <a:cubicBezTo>
                    <a:pt x="2736875" y="506557"/>
                    <a:pt x="2777757" y="496620"/>
                    <a:pt x="2817586" y="496620"/>
                  </a:cubicBezTo>
                  <a:cubicBezTo>
                    <a:pt x="2899343" y="496620"/>
                    <a:pt x="2978479" y="539002"/>
                    <a:pt x="3022504" y="614363"/>
                  </a:cubicBezTo>
                  <a:lnTo>
                    <a:pt x="3308662" y="1109408"/>
                  </a:lnTo>
                  <a:cubicBezTo>
                    <a:pt x="3340106" y="1163831"/>
                    <a:pt x="3348491" y="1228197"/>
                    <a:pt x="3332243" y="1288374"/>
                  </a:cubicBezTo>
                  <a:cubicBezTo>
                    <a:pt x="3315995" y="1348556"/>
                    <a:pt x="3276166" y="1399841"/>
                    <a:pt x="3222186" y="1431240"/>
                  </a:cubicBezTo>
                  <a:lnTo>
                    <a:pt x="3005733" y="1556306"/>
                  </a:lnTo>
                  <a:cubicBezTo>
                    <a:pt x="3013073" y="1611781"/>
                    <a:pt x="3023027" y="1666727"/>
                    <a:pt x="3023027" y="1724288"/>
                  </a:cubicBezTo>
                  <a:cubicBezTo>
                    <a:pt x="3023027" y="1781855"/>
                    <a:pt x="3013073" y="1836278"/>
                    <a:pt x="3005733" y="1891748"/>
                  </a:cubicBezTo>
                  <a:lnTo>
                    <a:pt x="3222186" y="2016814"/>
                  </a:lnTo>
                  <a:cubicBezTo>
                    <a:pt x="3334864" y="2081709"/>
                    <a:pt x="3373648" y="2225615"/>
                    <a:pt x="3308662" y="2338651"/>
                  </a:cubicBezTo>
                  <a:lnTo>
                    <a:pt x="3022504" y="2833696"/>
                  </a:lnTo>
                  <a:cubicBezTo>
                    <a:pt x="2991060" y="2888119"/>
                    <a:pt x="2939173" y="2927369"/>
                    <a:pt x="2878905" y="2943588"/>
                  </a:cubicBezTo>
                  <a:cubicBezTo>
                    <a:pt x="2858991" y="2948824"/>
                    <a:pt x="2838547" y="2951439"/>
                    <a:pt x="2818109" y="2951439"/>
                  </a:cubicBezTo>
                  <a:cubicBezTo>
                    <a:pt x="2776705" y="2951439"/>
                    <a:pt x="2735829" y="2940973"/>
                    <a:pt x="2699667" y="2920041"/>
                  </a:cubicBezTo>
                  <a:lnTo>
                    <a:pt x="2484789" y="2796015"/>
                  </a:lnTo>
                  <a:cubicBezTo>
                    <a:pt x="2394641" y="2864571"/>
                    <a:pt x="2298211" y="2925794"/>
                    <a:pt x="2192343" y="2970280"/>
                  </a:cubicBezTo>
                  <a:lnTo>
                    <a:pt x="2192343" y="3212566"/>
                  </a:lnTo>
                  <a:cubicBezTo>
                    <a:pt x="2192343" y="3342868"/>
                    <a:pt x="2086476" y="3448053"/>
                    <a:pt x="1956505" y="3448053"/>
                  </a:cubicBezTo>
                  <a:lnTo>
                    <a:pt x="1383667" y="3448053"/>
                  </a:lnTo>
                  <a:cubicBezTo>
                    <a:pt x="1253172" y="3448053"/>
                    <a:pt x="1147828" y="3342868"/>
                    <a:pt x="1147828" y="3212566"/>
                  </a:cubicBezTo>
                  <a:lnTo>
                    <a:pt x="1147828" y="2970280"/>
                  </a:lnTo>
                  <a:cubicBezTo>
                    <a:pt x="1041437" y="2925794"/>
                    <a:pt x="946054" y="2864571"/>
                    <a:pt x="854860" y="2796015"/>
                  </a:cubicBezTo>
                  <a:lnTo>
                    <a:pt x="639981" y="2920041"/>
                  </a:lnTo>
                  <a:cubicBezTo>
                    <a:pt x="603819" y="2940973"/>
                    <a:pt x="563466" y="2951439"/>
                    <a:pt x="522062" y="2951439"/>
                  </a:cubicBezTo>
                  <a:cubicBezTo>
                    <a:pt x="501624" y="2951439"/>
                    <a:pt x="481181" y="2948824"/>
                    <a:pt x="460743" y="2943588"/>
                  </a:cubicBezTo>
                  <a:cubicBezTo>
                    <a:pt x="400999" y="2927369"/>
                    <a:pt x="349111" y="2888119"/>
                    <a:pt x="318190" y="2833696"/>
                  </a:cubicBezTo>
                  <a:lnTo>
                    <a:pt x="31509" y="2338122"/>
                  </a:lnTo>
                  <a:cubicBezTo>
                    <a:pt x="-33477" y="2225615"/>
                    <a:pt x="5307" y="2081709"/>
                    <a:pt x="117985" y="2016291"/>
                  </a:cubicBezTo>
                  <a:lnTo>
                    <a:pt x="334438" y="1891748"/>
                  </a:lnTo>
                  <a:cubicBezTo>
                    <a:pt x="327098" y="1836278"/>
                    <a:pt x="317144" y="1781855"/>
                    <a:pt x="317144" y="1724288"/>
                  </a:cubicBezTo>
                  <a:cubicBezTo>
                    <a:pt x="317144" y="1666727"/>
                    <a:pt x="327098" y="1611781"/>
                    <a:pt x="334438" y="1556306"/>
                  </a:cubicBezTo>
                  <a:lnTo>
                    <a:pt x="117985" y="1431240"/>
                  </a:lnTo>
                  <a:cubicBezTo>
                    <a:pt x="5307" y="1366350"/>
                    <a:pt x="-33477" y="1222438"/>
                    <a:pt x="31509" y="1109408"/>
                  </a:cubicBezTo>
                  <a:lnTo>
                    <a:pt x="318190" y="614363"/>
                  </a:lnTo>
                  <a:cubicBezTo>
                    <a:pt x="349111" y="559934"/>
                    <a:pt x="400999" y="520690"/>
                    <a:pt x="460743" y="504465"/>
                  </a:cubicBezTo>
                  <a:cubicBezTo>
                    <a:pt x="481181" y="499235"/>
                    <a:pt x="501624" y="496620"/>
                    <a:pt x="522062" y="496620"/>
                  </a:cubicBezTo>
                  <a:cubicBezTo>
                    <a:pt x="562943" y="496620"/>
                    <a:pt x="603819" y="507080"/>
                    <a:pt x="639981" y="528013"/>
                  </a:cubicBezTo>
                  <a:lnTo>
                    <a:pt x="854860" y="652038"/>
                  </a:lnTo>
                  <a:cubicBezTo>
                    <a:pt x="946054" y="583488"/>
                    <a:pt x="1041961" y="522782"/>
                    <a:pt x="1147828" y="478302"/>
                  </a:cubicBezTo>
                  <a:lnTo>
                    <a:pt x="1147828" y="235487"/>
                  </a:lnTo>
                  <a:cubicBezTo>
                    <a:pt x="1147828" y="105185"/>
                    <a:pt x="1253172" y="0"/>
                    <a:pt x="1383667" y="0"/>
                  </a:cubicBezTo>
                  <a:close/>
                </a:path>
              </a:pathLst>
            </a:custGeom>
            <a:gradFill>
              <a:gsLst>
                <a:gs pos="0">
                  <a:srgbClr val="174EA3"/>
                </a:gs>
                <a:gs pos="100000">
                  <a:srgbClr val="0070C0"/>
                </a:gs>
              </a:gsLst>
              <a:lin ang="5400000" scaled="1"/>
            </a:gradFill>
            <a:ln>
              <a:solidFill>
                <a:schemeClr val="bg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grpSp>
          <p:nvGrpSpPr>
            <p:cNvPr id="11" name="组合 30"/>
            <p:cNvGrpSpPr/>
            <p:nvPr/>
          </p:nvGrpSpPr>
          <p:grpSpPr>
            <a:xfrm>
              <a:off x="7320086" y="3212985"/>
              <a:ext cx="1008070" cy="1993158"/>
              <a:chOff x="7275253" y="2863258"/>
              <a:chExt cx="1341688" cy="2281148"/>
            </a:xfrm>
          </p:grpSpPr>
          <p:sp>
            <p:nvSpPr>
              <p:cNvPr id="12" name="Shape 6928"/>
              <p:cNvSpPr/>
              <p:nvPr/>
            </p:nvSpPr>
            <p:spPr>
              <a:xfrm flipH="1">
                <a:off x="7444080" y="2863824"/>
                <a:ext cx="1172861" cy="0"/>
              </a:xfrm>
              <a:prstGeom prst="line">
                <a:avLst/>
              </a:prstGeom>
              <a:ln w="6350">
                <a:solidFill>
                  <a:srgbClr val="FFFFFF">
                    <a:lumMod val="65000"/>
                  </a:srgbClr>
                </a:solidFill>
                <a:prstDash val="dash"/>
                <a:miter lim="400000"/>
                <a:headEnd type="triangle"/>
              </a:ln>
            </p:spPr>
            <p:txBody>
              <a:bodyPr lIns="0" tIns="0" rIns="0" bIns="0"/>
              <a:lstStyle/>
              <a:p>
                <a:pPr marL="0" marR="0" lvl="0" indent="0" algn="l" defTabSz="57594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sz="1200">
                    <a:uFillTx/>
                    <a:latin typeface="Helvetica"/>
                    <a:ea typeface="Helvetica"/>
                    <a:cs typeface="Helvetica"/>
                    <a:sym typeface="Helvetica"/>
                  </a:defRPr>
                </a:pPr>
                <a:endParaRPr kumimoji="0" sz="1600" b="0" i="0" u="none" strike="noStrike" kern="0" cap="none" spc="0" normalizeH="0" baseline="0" noProof="0">
                  <a:ln>
                    <a:noFill/>
                  </a:ln>
                  <a:solidFill>
                    <a:srgbClr val="080808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Helvetica"/>
                  <a:sym typeface="Helvetica"/>
                </a:endParaRPr>
              </a:p>
            </p:txBody>
          </p:sp>
          <p:sp>
            <p:nvSpPr>
              <p:cNvPr id="13" name="Shape 6929"/>
              <p:cNvSpPr/>
              <p:nvPr/>
            </p:nvSpPr>
            <p:spPr>
              <a:xfrm flipH="1">
                <a:off x="7275019" y="5145203"/>
                <a:ext cx="1341922" cy="0"/>
              </a:xfrm>
              <a:prstGeom prst="line">
                <a:avLst/>
              </a:prstGeom>
              <a:ln w="6350">
                <a:solidFill>
                  <a:srgbClr val="FFFFFF">
                    <a:lumMod val="65000"/>
                  </a:srgbClr>
                </a:solidFill>
                <a:prstDash val="dash"/>
                <a:miter lim="400000"/>
                <a:headEnd type="triangle"/>
              </a:ln>
            </p:spPr>
            <p:txBody>
              <a:bodyPr lIns="0" tIns="0" rIns="0" bIns="0"/>
              <a:lstStyle/>
              <a:p>
                <a:pPr marL="0" marR="0" lvl="0" indent="0" algn="l" defTabSz="57594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sz="1200">
                    <a:uFillTx/>
                    <a:latin typeface="Helvetica"/>
                    <a:ea typeface="Helvetica"/>
                    <a:cs typeface="Helvetica"/>
                    <a:sym typeface="Helvetica"/>
                  </a:defRPr>
                </a:pPr>
                <a:endParaRPr kumimoji="0" sz="1600" b="0" i="0" u="none" strike="noStrike" kern="0" cap="none" spc="0" normalizeH="0" baseline="0" noProof="0">
                  <a:ln>
                    <a:noFill/>
                  </a:ln>
                  <a:solidFill>
                    <a:srgbClr val="080808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Helvetica"/>
                  <a:sym typeface="Helvetica"/>
                </a:endParaRPr>
              </a:p>
            </p:txBody>
          </p:sp>
        </p:grpSp>
      </p:grpSp>
      <p:sp>
        <p:nvSpPr>
          <p:cNvPr id="16" name="Freeform 870"/>
          <p:cNvSpPr>
            <a:spLocks noEditPoints="1"/>
          </p:cNvSpPr>
          <p:nvPr/>
        </p:nvSpPr>
        <p:spPr bwMode="auto">
          <a:xfrm>
            <a:off x="1967230" y="3126740"/>
            <a:ext cx="974090" cy="894080"/>
          </a:xfrm>
          <a:custGeom>
            <a:avLst/>
            <a:gdLst>
              <a:gd name="T0" fmla="*/ 196 w 290"/>
              <a:gd name="T1" fmla="*/ 9 h 266"/>
              <a:gd name="T2" fmla="*/ 251 w 290"/>
              <a:gd name="T3" fmla="*/ 22 h 266"/>
              <a:gd name="T4" fmla="*/ 266 w 290"/>
              <a:gd name="T5" fmla="*/ 6 h 266"/>
              <a:gd name="T6" fmla="*/ 273 w 290"/>
              <a:gd name="T7" fmla="*/ 86 h 266"/>
              <a:gd name="T8" fmla="*/ 214 w 290"/>
              <a:gd name="T9" fmla="*/ 130 h 266"/>
              <a:gd name="T10" fmla="*/ 214 w 290"/>
              <a:gd name="T11" fmla="*/ 142 h 266"/>
              <a:gd name="T12" fmla="*/ 169 w 290"/>
              <a:gd name="T13" fmla="*/ 170 h 266"/>
              <a:gd name="T14" fmla="*/ 98 w 290"/>
              <a:gd name="T15" fmla="*/ 249 h 266"/>
              <a:gd name="T16" fmla="*/ 62 w 290"/>
              <a:gd name="T17" fmla="*/ 261 h 266"/>
              <a:gd name="T18" fmla="*/ 14 w 290"/>
              <a:gd name="T19" fmla="*/ 166 h 266"/>
              <a:gd name="T20" fmla="*/ 61 w 290"/>
              <a:gd name="T21" fmla="*/ 130 h 266"/>
              <a:gd name="T22" fmla="*/ 106 w 290"/>
              <a:gd name="T23" fmla="*/ 93 h 266"/>
              <a:gd name="T24" fmla="*/ 151 w 290"/>
              <a:gd name="T25" fmla="*/ 61 h 266"/>
              <a:gd name="T26" fmla="*/ 196 w 290"/>
              <a:gd name="T27" fmla="*/ 9 h 266"/>
              <a:gd name="T28" fmla="*/ 204 w 290"/>
              <a:gd name="T29" fmla="*/ 17 h 266"/>
              <a:gd name="T30" fmla="*/ 165 w 290"/>
              <a:gd name="T31" fmla="*/ 65 h 266"/>
              <a:gd name="T32" fmla="*/ 196 w 290"/>
              <a:gd name="T33" fmla="*/ 83 h 266"/>
              <a:gd name="T34" fmla="*/ 242 w 290"/>
              <a:gd name="T35" fmla="*/ 31 h 266"/>
              <a:gd name="T36" fmla="*/ 204 w 290"/>
              <a:gd name="T37" fmla="*/ 17 h 266"/>
              <a:gd name="T38" fmla="*/ 202 w 290"/>
              <a:gd name="T39" fmla="*/ 92 h 266"/>
              <a:gd name="T40" fmla="*/ 212 w 290"/>
              <a:gd name="T41" fmla="*/ 116 h 266"/>
              <a:gd name="T42" fmla="*/ 265 w 290"/>
              <a:gd name="T43" fmla="*/ 77 h 266"/>
              <a:gd name="T44" fmla="*/ 265 w 290"/>
              <a:gd name="T45" fmla="*/ 25 h 266"/>
              <a:gd name="T46" fmla="*/ 202 w 290"/>
              <a:gd name="T47" fmla="*/ 92 h 266"/>
              <a:gd name="T48" fmla="*/ 124 w 290"/>
              <a:gd name="T49" fmla="*/ 102 h 266"/>
              <a:gd name="T50" fmla="*/ 54 w 290"/>
              <a:gd name="T51" fmla="*/ 148 h 266"/>
              <a:gd name="T52" fmla="*/ 81 w 290"/>
              <a:gd name="T53" fmla="*/ 194 h 266"/>
              <a:gd name="T54" fmla="*/ 94 w 290"/>
              <a:gd name="T55" fmla="*/ 190 h 266"/>
              <a:gd name="T56" fmla="*/ 83 w 290"/>
              <a:gd name="T57" fmla="*/ 162 h 266"/>
              <a:gd name="T58" fmla="*/ 159 w 290"/>
              <a:gd name="T59" fmla="*/ 110 h 266"/>
              <a:gd name="T60" fmla="*/ 124 w 290"/>
              <a:gd name="T61" fmla="*/ 102 h 266"/>
              <a:gd name="T62" fmla="*/ 98 w 290"/>
              <a:gd name="T63" fmla="*/ 166 h 266"/>
              <a:gd name="T64" fmla="*/ 108 w 290"/>
              <a:gd name="T65" fmla="*/ 218 h 266"/>
              <a:gd name="T66" fmla="*/ 178 w 290"/>
              <a:gd name="T67" fmla="*/ 145 h 266"/>
              <a:gd name="T68" fmla="*/ 168 w 290"/>
              <a:gd name="T69" fmla="*/ 121 h 266"/>
              <a:gd name="T70" fmla="*/ 98 w 290"/>
              <a:gd name="T71" fmla="*/ 166 h 266"/>
              <a:gd name="T72" fmla="*/ 25 w 290"/>
              <a:gd name="T73" fmla="*/ 171 h 266"/>
              <a:gd name="T74" fmla="*/ 61 w 290"/>
              <a:gd name="T75" fmla="*/ 249 h 266"/>
              <a:gd name="T76" fmla="*/ 87 w 290"/>
              <a:gd name="T77" fmla="*/ 244 h 266"/>
              <a:gd name="T78" fmla="*/ 96 w 290"/>
              <a:gd name="T79" fmla="*/ 199 h 266"/>
              <a:gd name="T80" fmla="*/ 67 w 290"/>
              <a:gd name="T81" fmla="*/ 225 h 266"/>
              <a:gd name="T82" fmla="*/ 34 w 290"/>
              <a:gd name="T83" fmla="*/ 197 h 266"/>
              <a:gd name="T84" fmla="*/ 64 w 290"/>
              <a:gd name="T85" fmla="*/ 175 h 266"/>
              <a:gd name="T86" fmla="*/ 39 w 290"/>
              <a:gd name="T87" fmla="*/ 156 h 266"/>
              <a:gd name="T88" fmla="*/ 25 w 290"/>
              <a:gd name="T89" fmla="*/ 171 h 266"/>
              <a:gd name="T90" fmla="*/ 46 w 290"/>
              <a:gd name="T91" fmla="*/ 202 h 266"/>
              <a:gd name="T92" fmla="*/ 64 w 290"/>
              <a:gd name="T93" fmla="*/ 218 h 266"/>
              <a:gd name="T94" fmla="*/ 68 w 290"/>
              <a:gd name="T95" fmla="*/ 187 h 266"/>
              <a:gd name="T96" fmla="*/ 46 w 290"/>
              <a:gd name="T97" fmla="*/ 202 h 266"/>
              <a:gd name="T98" fmla="*/ 188 w 290"/>
              <a:gd name="T99" fmla="*/ 175 h 266"/>
              <a:gd name="T100" fmla="*/ 208 w 290"/>
              <a:gd name="T101" fmla="*/ 263 h 266"/>
              <a:gd name="T102" fmla="*/ 213 w 290"/>
              <a:gd name="T103" fmla="*/ 241 h 266"/>
              <a:gd name="T104" fmla="*/ 232 w 290"/>
              <a:gd name="T105" fmla="*/ 246 h 266"/>
              <a:gd name="T106" fmla="*/ 206 w 290"/>
              <a:gd name="T107" fmla="*/ 180 h 266"/>
              <a:gd name="T108" fmla="*/ 218 w 290"/>
              <a:gd name="T109" fmla="*/ 148 h 266"/>
              <a:gd name="T110" fmla="*/ 188 w 290"/>
              <a:gd name="T111" fmla="*/ 175 h 266"/>
              <a:gd name="T112" fmla="*/ 210 w 290"/>
              <a:gd name="T113" fmla="*/ 184 h 266"/>
              <a:gd name="T114" fmla="*/ 270 w 290"/>
              <a:gd name="T115" fmla="*/ 228 h 266"/>
              <a:gd name="T116" fmla="*/ 260 w 290"/>
              <a:gd name="T117" fmla="*/ 206 h 266"/>
              <a:gd name="T118" fmla="*/ 280 w 290"/>
              <a:gd name="T119" fmla="*/ 200 h 266"/>
              <a:gd name="T120" fmla="*/ 224 w 290"/>
              <a:gd name="T121" fmla="*/ 167 h 266"/>
              <a:gd name="T122" fmla="*/ 210 w 290"/>
              <a:gd name="T123" fmla="*/ 184 h 2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</a:cxnLst>
            <a:rect l="0" t="0" r="r" b="b"/>
            <a:pathLst>
              <a:path w="290" h="266">
                <a:moveTo>
                  <a:pt x="196" y="9"/>
                </a:moveTo>
                <a:cubicBezTo>
                  <a:pt x="215" y="0"/>
                  <a:pt x="236" y="10"/>
                  <a:pt x="251" y="22"/>
                </a:cubicBezTo>
                <a:cubicBezTo>
                  <a:pt x="256" y="17"/>
                  <a:pt x="261" y="12"/>
                  <a:pt x="266" y="6"/>
                </a:cubicBezTo>
                <a:cubicBezTo>
                  <a:pt x="283" y="28"/>
                  <a:pt x="290" y="63"/>
                  <a:pt x="273" y="86"/>
                </a:cubicBezTo>
                <a:cubicBezTo>
                  <a:pt x="254" y="102"/>
                  <a:pt x="233" y="115"/>
                  <a:pt x="214" y="130"/>
                </a:cubicBezTo>
                <a:cubicBezTo>
                  <a:pt x="214" y="133"/>
                  <a:pt x="214" y="139"/>
                  <a:pt x="214" y="142"/>
                </a:cubicBezTo>
                <a:cubicBezTo>
                  <a:pt x="200" y="153"/>
                  <a:pt x="189" y="172"/>
                  <a:pt x="169" y="170"/>
                </a:cubicBezTo>
                <a:cubicBezTo>
                  <a:pt x="143" y="194"/>
                  <a:pt x="120" y="222"/>
                  <a:pt x="98" y="249"/>
                </a:cubicBezTo>
                <a:cubicBezTo>
                  <a:pt x="90" y="260"/>
                  <a:pt x="75" y="266"/>
                  <a:pt x="62" y="261"/>
                </a:cubicBezTo>
                <a:cubicBezTo>
                  <a:pt x="23" y="250"/>
                  <a:pt x="0" y="204"/>
                  <a:pt x="14" y="166"/>
                </a:cubicBezTo>
                <a:cubicBezTo>
                  <a:pt x="22" y="146"/>
                  <a:pt x="45" y="142"/>
                  <a:pt x="61" y="130"/>
                </a:cubicBezTo>
                <a:cubicBezTo>
                  <a:pt x="77" y="119"/>
                  <a:pt x="98" y="112"/>
                  <a:pt x="106" y="93"/>
                </a:cubicBezTo>
                <a:cubicBezTo>
                  <a:pt x="118" y="78"/>
                  <a:pt x="133" y="65"/>
                  <a:pt x="151" y="61"/>
                </a:cubicBezTo>
                <a:cubicBezTo>
                  <a:pt x="169" y="46"/>
                  <a:pt x="181" y="26"/>
                  <a:pt x="196" y="9"/>
                </a:cubicBezTo>
                <a:close/>
                <a:moveTo>
                  <a:pt x="204" y="17"/>
                </a:moveTo>
                <a:cubicBezTo>
                  <a:pt x="192" y="33"/>
                  <a:pt x="179" y="50"/>
                  <a:pt x="165" y="65"/>
                </a:cubicBezTo>
                <a:cubicBezTo>
                  <a:pt x="176" y="70"/>
                  <a:pt x="186" y="76"/>
                  <a:pt x="196" y="83"/>
                </a:cubicBezTo>
                <a:cubicBezTo>
                  <a:pt x="211" y="66"/>
                  <a:pt x="231" y="51"/>
                  <a:pt x="242" y="31"/>
                </a:cubicBezTo>
                <a:cubicBezTo>
                  <a:pt x="232" y="20"/>
                  <a:pt x="218" y="17"/>
                  <a:pt x="204" y="17"/>
                </a:cubicBezTo>
                <a:close/>
                <a:moveTo>
                  <a:pt x="202" y="92"/>
                </a:moveTo>
                <a:cubicBezTo>
                  <a:pt x="205" y="100"/>
                  <a:pt x="209" y="108"/>
                  <a:pt x="212" y="116"/>
                </a:cubicBezTo>
                <a:cubicBezTo>
                  <a:pt x="229" y="103"/>
                  <a:pt x="249" y="92"/>
                  <a:pt x="265" y="77"/>
                </a:cubicBezTo>
                <a:cubicBezTo>
                  <a:pt x="275" y="62"/>
                  <a:pt x="270" y="41"/>
                  <a:pt x="265" y="25"/>
                </a:cubicBezTo>
                <a:cubicBezTo>
                  <a:pt x="245" y="48"/>
                  <a:pt x="224" y="71"/>
                  <a:pt x="202" y="92"/>
                </a:cubicBezTo>
                <a:close/>
                <a:moveTo>
                  <a:pt x="124" y="102"/>
                </a:moveTo>
                <a:cubicBezTo>
                  <a:pt x="102" y="118"/>
                  <a:pt x="78" y="134"/>
                  <a:pt x="54" y="148"/>
                </a:cubicBezTo>
                <a:cubicBezTo>
                  <a:pt x="68" y="159"/>
                  <a:pt x="77" y="176"/>
                  <a:pt x="81" y="194"/>
                </a:cubicBezTo>
                <a:cubicBezTo>
                  <a:pt x="85" y="192"/>
                  <a:pt x="90" y="191"/>
                  <a:pt x="94" y="190"/>
                </a:cubicBezTo>
                <a:cubicBezTo>
                  <a:pt x="90" y="181"/>
                  <a:pt x="86" y="172"/>
                  <a:pt x="83" y="162"/>
                </a:cubicBezTo>
                <a:cubicBezTo>
                  <a:pt x="108" y="145"/>
                  <a:pt x="138" y="133"/>
                  <a:pt x="159" y="110"/>
                </a:cubicBezTo>
                <a:cubicBezTo>
                  <a:pt x="149" y="105"/>
                  <a:pt x="135" y="92"/>
                  <a:pt x="124" y="102"/>
                </a:cubicBezTo>
                <a:close/>
                <a:moveTo>
                  <a:pt x="98" y="166"/>
                </a:moveTo>
                <a:cubicBezTo>
                  <a:pt x="105" y="183"/>
                  <a:pt x="109" y="200"/>
                  <a:pt x="108" y="218"/>
                </a:cubicBezTo>
                <a:cubicBezTo>
                  <a:pt x="129" y="192"/>
                  <a:pt x="154" y="168"/>
                  <a:pt x="178" y="145"/>
                </a:cubicBezTo>
                <a:cubicBezTo>
                  <a:pt x="174" y="137"/>
                  <a:pt x="171" y="129"/>
                  <a:pt x="168" y="121"/>
                </a:cubicBezTo>
                <a:cubicBezTo>
                  <a:pt x="145" y="137"/>
                  <a:pt x="123" y="154"/>
                  <a:pt x="98" y="166"/>
                </a:cubicBezTo>
                <a:close/>
                <a:moveTo>
                  <a:pt x="25" y="171"/>
                </a:moveTo>
                <a:cubicBezTo>
                  <a:pt x="15" y="201"/>
                  <a:pt x="31" y="238"/>
                  <a:pt x="61" y="249"/>
                </a:cubicBezTo>
                <a:cubicBezTo>
                  <a:pt x="70" y="252"/>
                  <a:pt x="81" y="252"/>
                  <a:pt x="87" y="244"/>
                </a:cubicBezTo>
                <a:cubicBezTo>
                  <a:pt x="97" y="231"/>
                  <a:pt x="97" y="214"/>
                  <a:pt x="96" y="199"/>
                </a:cubicBezTo>
                <a:cubicBezTo>
                  <a:pt x="86" y="208"/>
                  <a:pt x="77" y="217"/>
                  <a:pt x="67" y="225"/>
                </a:cubicBezTo>
                <a:cubicBezTo>
                  <a:pt x="49" y="231"/>
                  <a:pt x="37" y="212"/>
                  <a:pt x="34" y="197"/>
                </a:cubicBezTo>
                <a:cubicBezTo>
                  <a:pt x="44" y="190"/>
                  <a:pt x="54" y="183"/>
                  <a:pt x="64" y="175"/>
                </a:cubicBezTo>
                <a:cubicBezTo>
                  <a:pt x="57" y="168"/>
                  <a:pt x="50" y="158"/>
                  <a:pt x="39" y="156"/>
                </a:cubicBezTo>
                <a:cubicBezTo>
                  <a:pt x="32" y="159"/>
                  <a:pt x="26" y="164"/>
                  <a:pt x="25" y="171"/>
                </a:cubicBezTo>
                <a:close/>
                <a:moveTo>
                  <a:pt x="46" y="202"/>
                </a:moveTo>
                <a:cubicBezTo>
                  <a:pt x="51" y="208"/>
                  <a:pt x="57" y="213"/>
                  <a:pt x="64" y="218"/>
                </a:cubicBezTo>
                <a:cubicBezTo>
                  <a:pt x="68" y="208"/>
                  <a:pt x="70" y="198"/>
                  <a:pt x="68" y="187"/>
                </a:cubicBezTo>
                <a:cubicBezTo>
                  <a:pt x="61" y="192"/>
                  <a:pt x="53" y="197"/>
                  <a:pt x="46" y="202"/>
                </a:cubicBezTo>
                <a:close/>
                <a:moveTo>
                  <a:pt x="188" y="175"/>
                </a:moveTo>
                <a:cubicBezTo>
                  <a:pt x="183" y="206"/>
                  <a:pt x="191" y="237"/>
                  <a:pt x="208" y="263"/>
                </a:cubicBezTo>
                <a:cubicBezTo>
                  <a:pt x="209" y="256"/>
                  <a:pt x="211" y="248"/>
                  <a:pt x="213" y="241"/>
                </a:cubicBezTo>
                <a:cubicBezTo>
                  <a:pt x="219" y="243"/>
                  <a:pt x="225" y="245"/>
                  <a:pt x="232" y="246"/>
                </a:cubicBezTo>
                <a:cubicBezTo>
                  <a:pt x="218" y="227"/>
                  <a:pt x="207" y="205"/>
                  <a:pt x="206" y="180"/>
                </a:cubicBezTo>
                <a:cubicBezTo>
                  <a:pt x="215" y="171"/>
                  <a:pt x="219" y="160"/>
                  <a:pt x="218" y="148"/>
                </a:cubicBezTo>
                <a:cubicBezTo>
                  <a:pt x="207" y="156"/>
                  <a:pt x="197" y="164"/>
                  <a:pt x="188" y="175"/>
                </a:cubicBezTo>
                <a:close/>
                <a:moveTo>
                  <a:pt x="210" y="184"/>
                </a:moveTo>
                <a:cubicBezTo>
                  <a:pt x="226" y="204"/>
                  <a:pt x="247" y="218"/>
                  <a:pt x="270" y="228"/>
                </a:cubicBezTo>
                <a:cubicBezTo>
                  <a:pt x="267" y="221"/>
                  <a:pt x="264" y="214"/>
                  <a:pt x="260" y="206"/>
                </a:cubicBezTo>
                <a:cubicBezTo>
                  <a:pt x="267" y="204"/>
                  <a:pt x="274" y="202"/>
                  <a:pt x="280" y="200"/>
                </a:cubicBezTo>
                <a:cubicBezTo>
                  <a:pt x="259" y="193"/>
                  <a:pt x="239" y="183"/>
                  <a:pt x="224" y="167"/>
                </a:cubicBezTo>
                <a:cubicBezTo>
                  <a:pt x="220" y="173"/>
                  <a:pt x="215" y="179"/>
                  <a:pt x="210" y="184"/>
                </a:cubicBezTo>
                <a:close/>
              </a:path>
            </a:pathLst>
          </a:custGeom>
          <a:gradFill>
            <a:gsLst>
              <a:gs pos="0">
                <a:srgbClr val="007BD3"/>
              </a:gs>
              <a:gs pos="100000">
                <a:srgbClr val="034373"/>
              </a:gs>
            </a:gsLst>
            <a:lin ang="540000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grpSp>
        <p:nvGrpSpPr>
          <p:cNvPr id="21" name="组合 20"/>
          <p:cNvGrpSpPr/>
          <p:nvPr/>
        </p:nvGrpSpPr>
        <p:grpSpPr>
          <a:xfrm>
            <a:off x="0" y="792000"/>
            <a:ext cx="5611240" cy="659766"/>
            <a:chOff x="-9" y="1110"/>
            <a:chExt cx="8837" cy="1039"/>
          </a:xfrm>
        </p:grpSpPr>
        <p:grpSp>
          <p:nvGrpSpPr>
            <p:cNvPr id="22" name="组合 21"/>
            <p:cNvGrpSpPr/>
            <p:nvPr/>
          </p:nvGrpSpPr>
          <p:grpSpPr>
            <a:xfrm>
              <a:off x="2004" y="1110"/>
              <a:ext cx="6824" cy="1039"/>
              <a:chOff x="574557" y="613893"/>
              <a:chExt cx="4332551" cy="659964"/>
            </a:xfrm>
          </p:grpSpPr>
          <p:sp>
            <p:nvSpPr>
              <p:cNvPr id="24" name="文本框 23"/>
              <p:cNvSpPr txBox="1"/>
              <p:nvPr/>
            </p:nvSpPr>
            <p:spPr>
              <a:xfrm>
                <a:off x="574557" y="613893"/>
                <a:ext cx="4332551" cy="5837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  <a:scene3d>
                  <a:camera prst="orthographicFront"/>
                  <a:lightRig rig="threePt" dir="t"/>
                </a:scene3d>
                <a:sp3d contourW="12700"/>
              </a:bodyPr>
              <a:lstStyle>
                <a:defPPr>
                  <a:defRPr lang="en-US"/>
                </a:defPPr>
                <a:lvl1pPr algn="ctr">
                  <a:defRPr sz="3200">
                    <a:gradFill>
                      <a:gsLst>
                        <a:gs pos="0">
                          <a:schemeClr val="tx1">
                            <a:lumMod val="50000"/>
                            <a:lumOff val="50000"/>
                          </a:schemeClr>
                        </a:gs>
                        <a:gs pos="100000">
                          <a:schemeClr val="tx1">
                            <a:lumMod val="85000"/>
                            <a:lumOff val="15000"/>
                          </a:schemeClr>
                        </a:gs>
                      </a:gsLst>
                      <a:lin ang="5400000" scaled="1"/>
                    </a:gradFill>
                  </a:defRPr>
                </a:lvl1pPr>
              </a:lstStyle>
              <a:p>
                <a:pPr algn="l"/>
                <a:r>
                  <a:rPr lang="zh-CN" altLang="en-US" b="1" dirty="0" smtClean="0">
                    <a:solidFill>
                      <a:srgbClr val="0064D2"/>
                    </a:solidFill>
                    <a:latin typeface="+mn-ea"/>
                    <a:cs typeface="+mn-ea"/>
                    <a:sym typeface="+mn-lt"/>
                  </a:rPr>
                  <a:t>任务目标和</a:t>
                </a:r>
                <a:r>
                  <a:rPr lang="zh-CN" altLang="en-US" b="1" dirty="0" smtClean="0">
                    <a:solidFill>
                      <a:srgbClr val="0064D2"/>
                    </a:solidFill>
                    <a:latin typeface="+mn-ea"/>
                    <a:cs typeface="+mn-ea"/>
                    <a:sym typeface="+mn-lt"/>
                  </a:rPr>
                  <a:t>重难点</a:t>
                </a:r>
                <a:endParaRPr lang="zh-CN" altLang="en-US" b="1" dirty="0" smtClean="0">
                  <a:solidFill>
                    <a:srgbClr val="0064D2"/>
                  </a:solidFill>
                  <a:latin typeface="+mn-ea"/>
                  <a:cs typeface="+mn-ea"/>
                  <a:sym typeface="+mn-lt"/>
                </a:endParaRPr>
              </a:p>
            </p:txBody>
          </p:sp>
          <p:cxnSp>
            <p:nvCxnSpPr>
              <p:cNvPr id="25" name="直接连接符 24"/>
              <p:cNvCxnSpPr/>
              <p:nvPr/>
            </p:nvCxnSpPr>
            <p:spPr>
              <a:xfrm>
                <a:off x="873861" y="1273857"/>
                <a:ext cx="701130" cy="0"/>
              </a:xfrm>
              <a:prstGeom prst="line">
                <a:avLst/>
              </a:prstGeom>
              <a:ln w="190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3" name="文本框 22"/>
            <p:cNvSpPr txBox="1"/>
            <p:nvPr/>
          </p:nvSpPr>
          <p:spPr>
            <a:xfrm>
              <a:off x="-9" y="1110"/>
              <a:ext cx="1429" cy="919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algn="ctr"/>
              <a:r>
                <a:rPr lang="en-US" altLang="zh-CN" sz="3200" dirty="0" smtClean="0">
                  <a:solidFill>
                    <a:srgbClr val="3F396C"/>
                  </a:solidFill>
                  <a:latin typeface="思源宋体" panose="02020700000000000000" charset="-122"/>
                  <a:ea typeface="思源宋体" panose="02020700000000000000" charset="-122"/>
                </a:rPr>
                <a:t>02</a:t>
              </a:r>
              <a:endParaRPr lang="en-US" altLang="zh-CN" sz="3200" dirty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endParaRPr>
            </a:p>
          </p:txBody>
        </p:sp>
      </p:grpSp>
      <p:sp>
        <p:nvSpPr>
          <p:cNvPr id="18" name="文本框 17"/>
          <p:cNvSpPr txBox="1"/>
          <p:nvPr/>
        </p:nvSpPr>
        <p:spPr>
          <a:xfrm>
            <a:off x="4849495" y="1638000"/>
            <a:ext cx="2613025" cy="4603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任务目标</a:t>
            </a:r>
            <a:endParaRPr lang="zh-CN" altLang="zh-CN" sz="2400" b="1" dirty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4848225" y="3963600"/>
            <a:ext cx="2085975" cy="4616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任务重难点</a:t>
            </a:r>
            <a:endParaRPr lang="zh-CN" altLang="zh-CN" sz="2400" b="1" dirty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850400" y="2502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能够区分编码器和解码器的功能，并理解其协同工作机制</a:t>
            </a:r>
            <a:endParaRPr lang="zh-CN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850400" y="2034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掌握</a:t>
            </a:r>
            <a:r>
              <a:rPr lang="en-US" altLang="zh-CN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Transformer</a:t>
            </a:r>
            <a:r>
              <a:rPr lang="zh-CN" altLang="en-US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原理及其在大模型中的核心地位</a:t>
            </a:r>
            <a:endParaRPr lang="zh-CN" altLang="en-US" dirty="0" smtClean="0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850400" y="2970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能够描述注意力机制的作用及其实现方式，并进行可视化分析</a:t>
            </a:r>
            <a:endParaRPr lang="zh-CN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4850400" y="3438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能够搭建简单的</a:t>
            </a:r>
            <a:r>
              <a:rPr lang="en-US" altLang="zh-CN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Transformer</a:t>
            </a:r>
            <a:r>
              <a:rPr lang="zh-CN" altLang="en-US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模型，测试模型输入与输出</a:t>
            </a:r>
            <a:endParaRPr lang="zh-CN" altLang="en-US" dirty="0" smtClean="0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4848495" y="4374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重点：注意力机制原理与可视化分析</a:t>
            </a:r>
            <a:endParaRPr lang="zh-CN" altLang="en-US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4850400" y="4842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难点：</a:t>
            </a:r>
            <a:r>
              <a:rPr lang="en-US" altLang="zh-CN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Transformer</a:t>
            </a:r>
            <a:r>
              <a:rPr lang="zh-CN" altLang="en-US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模型架构的理解与实现</a:t>
            </a:r>
            <a:endParaRPr lang="zh-CN" altLang="en-US" dirty="0" smtClean="0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任务一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大模型基石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——Transformer</a:t>
            </a:r>
            <a:endParaRPr lang="en-US" altLang="zh-CN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圆角矩形 34"/>
          <p:cNvSpPr/>
          <p:nvPr>
            <p:custDataLst>
              <p:tags r:id="rId1"/>
            </p:custDataLst>
          </p:nvPr>
        </p:nvSpPr>
        <p:spPr>
          <a:xfrm rot="2700000">
            <a:off x="4053840" y="2520315"/>
            <a:ext cx="1509395" cy="151701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圆角矩形 38"/>
          <p:cNvSpPr/>
          <p:nvPr>
            <p:custDataLst>
              <p:tags r:id="rId2"/>
            </p:custDataLst>
          </p:nvPr>
        </p:nvSpPr>
        <p:spPr>
          <a:xfrm rot="2700000">
            <a:off x="427291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任意多边形 44"/>
          <p:cNvSpPr/>
          <p:nvPr>
            <p:custDataLst>
              <p:tags r:id="rId3"/>
            </p:custDataLst>
          </p:nvPr>
        </p:nvSpPr>
        <p:spPr>
          <a:xfrm flipV="1">
            <a:off x="405511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>
            <p:custDataLst>
              <p:tags r:id="rId4"/>
            </p:custDataLst>
          </p:nvPr>
        </p:nvSpPr>
        <p:spPr>
          <a:xfrm>
            <a:off x="451347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1" name="组合 10"/>
          <p:cNvGrpSpPr/>
          <p:nvPr>
            <p:custDataLst>
              <p:tags r:id="rId5"/>
            </p:custDataLst>
          </p:nvPr>
        </p:nvGrpSpPr>
        <p:grpSpPr>
          <a:xfrm>
            <a:off x="1248410" y="2000885"/>
            <a:ext cx="1597025" cy="1935480"/>
            <a:chOff x="4536" y="3212"/>
            <a:chExt cx="3287" cy="4048"/>
          </a:xfrm>
        </p:grpSpPr>
        <p:sp>
          <p:nvSpPr>
            <p:cNvPr id="13" name="圆角矩形 34"/>
            <p:cNvSpPr/>
            <p:nvPr>
              <p:custDataLst>
                <p:tags r:id="rId6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圆角矩形 38"/>
            <p:cNvSpPr/>
            <p:nvPr>
              <p:custDataLst>
                <p:tags r:id="rId7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任意多边形 42"/>
            <p:cNvSpPr/>
            <p:nvPr/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1662430" y="2762250"/>
            <a:ext cx="541020" cy="9493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" name="文本框1"/>
          <p:cNvSpPr txBox="1"/>
          <p:nvPr>
            <p:custDataLst>
              <p:tags r:id="rId9"/>
            </p:custDataLst>
          </p:nvPr>
        </p:nvSpPr>
        <p:spPr>
          <a:xfrm>
            <a:off x="3457869" y="4770120"/>
            <a:ext cx="270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认识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Transformer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模型</a:t>
            </a:r>
            <a:endParaRPr lang="zh-CN" altLang="en-US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1"/>
          <p:cNvSpPr txBox="1"/>
          <p:nvPr>
            <p:custDataLst>
              <p:tags r:id="rId10"/>
            </p:custDataLst>
          </p:nvPr>
        </p:nvSpPr>
        <p:spPr>
          <a:xfrm>
            <a:off x="622292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大模型概述</a:t>
            </a:r>
            <a:endParaRPr lang="zh-CN" altLang="zh-CN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" name="圆角矩形 34"/>
          <p:cNvSpPr/>
          <p:nvPr>
            <p:custDataLst>
              <p:tags r:id="rId11"/>
            </p:custDataLst>
          </p:nvPr>
        </p:nvSpPr>
        <p:spPr>
          <a:xfrm rot="2700000">
            <a:off x="6995795" y="2531745"/>
            <a:ext cx="1492885" cy="139382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圆角矩形 38"/>
          <p:cNvSpPr/>
          <p:nvPr>
            <p:custDataLst>
              <p:tags r:id="rId12"/>
            </p:custDataLst>
          </p:nvPr>
        </p:nvSpPr>
        <p:spPr>
          <a:xfrm rot="2700000">
            <a:off x="720915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圆角矩形 34"/>
          <p:cNvSpPr/>
          <p:nvPr>
            <p:custDataLst>
              <p:tags r:id="rId13"/>
            </p:custDataLst>
          </p:nvPr>
        </p:nvSpPr>
        <p:spPr>
          <a:xfrm rot="2700000">
            <a:off x="9720580" y="2510790"/>
            <a:ext cx="1454785" cy="1449070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圆角矩形 38"/>
          <p:cNvSpPr/>
          <p:nvPr>
            <p:custDataLst>
              <p:tags r:id="rId14"/>
            </p:custDataLst>
          </p:nvPr>
        </p:nvSpPr>
        <p:spPr>
          <a:xfrm rot="2700000">
            <a:off x="9920605" y="2696210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>
            <p:custDataLst>
              <p:tags r:id="rId15"/>
            </p:custDataLst>
          </p:nvPr>
        </p:nvSpPr>
        <p:spPr>
          <a:xfrm>
            <a:off x="745733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en-US" altLang="zh-CN" sz="6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10102114" y="2696845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0" name="任意多边形 42"/>
          <p:cNvSpPr/>
          <p:nvPr>
            <p:custDataLst>
              <p:tags r:id="rId17"/>
            </p:custDataLst>
          </p:nvPr>
        </p:nvSpPr>
        <p:spPr>
          <a:xfrm>
            <a:off x="7089614" y="2000885"/>
            <a:ext cx="1484791" cy="864942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任意多边形 44"/>
          <p:cNvSpPr/>
          <p:nvPr>
            <p:custDataLst>
              <p:tags r:id="rId18"/>
            </p:custDataLst>
          </p:nvPr>
        </p:nvSpPr>
        <p:spPr>
          <a:xfrm flipV="1">
            <a:off x="970026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文本框1"/>
          <p:cNvSpPr txBox="1"/>
          <p:nvPr>
            <p:custDataLst>
              <p:tags r:id="rId19"/>
            </p:custDataLst>
          </p:nvPr>
        </p:nvSpPr>
        <p:spPr>
          <a:xfrm>
            <a:off x="6392065" y="4769465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编码器与解码器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文本框1"/>
          <p:cNvSpPr txBox="1"/>
          <p:nvPr>
            <p:custDataLst>
              <p:tags r:id="rId20"/>
            </p:custDataLst>
          </p:nvPr>
        </p:nvSpPr>
        <p:spPr>
          <a:xfrm>
            <a:off x="9104439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注意力机制</a:t>
            </a:r>
            <a:endParaRPr lang="zh-CN" altLang="zh-CN" sz="2400" dirty="0" smtClean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圆角矩形 34"/>
          <p:cNvSpPr/>
          <p:nvPr>
            <p:custDataLst>
              <p:tags r:id="rId1"/>
            </p:custDataLst>
          </p:nvPr>
        </p:nvSpPr>
        <p:spPr>
          <a:xfrm rot="2700000">
            <a:off x="4053840" y="2520315"/>
            <a:ext cx="1509395" cy="151701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圆角矩形 38"/>
          <p:cNvSpPr/>
          <p:nvPr>
            <p:custDataLst>
              <p:tags r:id="rId2"/>
            </p:custDataLst>
          </p:nvPr>
        </p:nvSpPr>
        <p:spPr>
          <a:xfrm rot="2700000">
            <a:off x="427291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rgbClr val="0064D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任意多边形 44"/>
          <p:cNvSpPr/>
          <p:nvPr>
            <p:custDataLst>
              <p:tags r:id="rId3"/>
            </p:custDataLst>
          </p:nvPr>
        </p:nvSpPr>
        <p:spPr>
          <a:xfrm flipV="1">
            <a:off x="405511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>
            <p:custDataLst>
              <p:tags r:id="rId4"/>
            </p:custDataLst>
          </p:nvPr>
        </p:nvSpPr>
        <p:spPr>
          <a:xfrm>
            <a:off x="451347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1" name="组合 10"/>
          <p:cNvGrpSpPr/>
          <p:nvPr>
            <p:custDataLst>
              <p:tags r:id="rId5"/>
            </p:custDataLst>
          </p:nvPr>
        </p:nvGrpSpPr>
        <p:grpSpPr>
          <a:xfrm>
            <a:off x="1248410" y="2000885"/>
            <a:ext cx="1597025" cy="1935480"/>
            <a:chOff x="4536" y="3212"/>
            <a:chExt cx="3287" cy="4048"/>
          </a:xfrm>
        </p:grpSpPr>
        <p:sp>
          <p:nvSpPr>
            <p:cNvPr id="13" name="圆角矩形 34"/>
            <p:cNvSpPr/>
            <p:nvPr>
              <p:custDataLst>
                <p:tags r:id="rId6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圆角矩形 38"/>
            <p:cNvSpPr/>
            <p:nvPr>
              <p:custDataLst>
                <p:tags r:id="rId7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任意多边形 42"/>
            <p:cNvSpPr/>
            <p:nvPr/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1662430" y="2762250"/>
            <a:ext cx="541020" cy="9493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" name="文本框1"/>
          <p:cNvSpPr txBox="1"/>
          <p:nvPr>
            <p:custDataLst>
              <p:tags r:id="rId9"/>
            </p:custDataLst>
          </p:nvPr>
        </p:nvSpPr>
        <p:spPr>
          <a:xfrm>
            <a:off x="3457869" y="4770120"/>
            <a:ext cx="27000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认识</a:t>
            </a:r>
            <a:r>
              <a:rPr lang="en-US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Transformer</a:t>
            </a:r>
            <a:r>
              <a:rPr lang="zh-CN" altLang="en-US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模型</a:t>
            </a:r>
            <a:endParaRPr lang="zh-CN" altLang="en-US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1"/>
          <p:cNvSpPr txBox="1"/>
          <p:nvPr>
            <p:custDataLst>
              <p:tags r:id="rId10"/>
            </p:custDataLst>
          </p:nvPr>
        </p:nvSpPr>
        <p:spPr>
          <a:xfrm>
            <a:off x="622292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大模型概述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" name="圆角矩形 34"/>
          <p:cNvSpPr/>
          <p:nvPr>
            <p:custDataLst>
              <p:tags r:id="rId11"/>
            </p:custDataLst>
          </p:nvPr>
        </p:nvSpPr>
        <p:spPr>
          <a:xfrm rot="2700000">
            <a:off x="6995795" y="2531745"/>
            <a:ext cx="1492885" cy="139382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圆角矩形 38"/>
          <p:cNvSpPr/>
          <p:nvPr>
            <p:custDataLst>
              <p:tags r:id="rId12"/>
            </p:custDataLst>
          </p:nvPr>
        </p:nvSpPr>
        <p:spPr>
          <a:xfrm rot="2700000">
            <a:off x="720915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圆角矩形 34"/>
          <p:cNvSpPr/>
          <p:nvPr>
            <p:custDataLst>
              <p:tags r:id="rId13"/>
            </p:custDataLst>
          </p:nvPr>
        </p:nvSpPr>
        <p:spPr>
          <a:xfrm rot="2700000">
            <a:off x="9720580" y="2510790"/>
            <a:ext cx="1454785" cy="1449070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圆角矩形 38"/>
          <p:cNvSpPr/>
          <p:nvPr>
            <p:custDataLst>
              <p:tags r:id="rId14"/>
            </p:custDataLst>
          </p:nvPr>
        </p:nvSpPr>
        <p:spPr>
          <a:xfrm rot="2700000">
            <a:off x="9920605" y="2696210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>
            <p:custDataLst>
              <p:tags r:id="rId15"/>
            </p:custDataLst>
          </p:nvPr>
        </p:nvSpPr>
        <p:spPr>
          <a:xfrm>
            <a:off x="745733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en-US" altLang="zh-CN" sz="6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10102114" y="2696845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0" name="任意多边形 42"/>
          <p:cNvSpPr/>
          <p:nvPr>
            <p:custDataLst>
              <p:tags r:id="rId17"/>
            </p:custDataLst>
          </p:nvPr>
        </p:nvSpPr>
        <p:spPr>
          <a:xfrm>
            <a:off x="7089614" y="2000885"/>
            <a:ext cx="1484791" cy="864942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任意多边形 44"/>
          <p:cNvSpPr/>
          <p:nvPr>
            <p:custDataLst>
              <p:tags r:id="rId18"/>
            </p:custDataLst>
          </p:nvPr>
        </p:nvSpPr>
        <p:spPr>
          <a:xfrm flipV="1">
            <a:off x="970026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文本框1"/>
          <p:cNvSpPr txBox="1"/>
          <p:nvPr>
            <p:custDataLst>
              <p:tags r:id="rId19"/>
            </p:custDataLst>
          </p:nvPr>
        </p:nvSpPr>
        <p:spPr>
          <a:xfrm>
            <a:off x="6392065" y="4769465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编码器与解码器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文本框1"/>
          <p:cNvSpPr txBox="1"/>
          <p:nvPr>
            <p:custDataLst>
              <p:tags r:id="rId20"/>
            </p:custDataLst>
          </p:nvPr>
        </p:nvSpPr>
        <p:spPr>
          <a:xfrm>
            <a:off x="9104439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注意力机制</a:t>
            </a:r>
            <a:endParaRPr lang="zh-CN" altLang="zh-CN" sz="2400" dirty="0" smtClean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圆角矩形 34"/>
          <p:cNvSpPr/>
          <p:nvPr>
            <p:custDataLst>
              <p:tags r:id="rId1"/>
            </p:custDataLst>
          </p:nvPr>
        </p:nvSpPr>
        <p:spPr>
          <a:xfrm rot="2700000">
            <a:off x="4053840" y="2520315"/>
            <a:ext cx="1509395" cy="151701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圆角矩形 38"/>
          <p:cNvSpPr/>
          <p:nvPr>
            <p:custDataLst>
              <p:tags r:id="rId2"/>
            </p:custDataLst>
          </p:nvPr>
        </p:nvSpPr>
        <p:spPr>
          <a:xfrm rot="2700000">
            <a:off x="427291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任意多边形 44"/>
          <p:cNvSpPr/>
          <p:nvPr>
            <p:custDataLst>
              <p:tags r:id="rId3"/>
            </p:custDataLst>
          </p:nvPr>
        </p:nvSpPr>
        <p:spPr>
          <a:xfrm flipV="1">
            <a:off x="405511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>
            <p:custDataLst>
              <p:tags r:id="rId4"/>
            </p:custDataLst>
          </p:nvPr>
        </p:nvSpPr>
        <p:spPr>
          <a:xfrm>
            <a:off x="451347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1" name="组合 10"/>
          <p:cNvGrpSpPr/>
          <p:nvPr>
            <p:custDataLst>
              <p:tags r:id="rId5"/>
            </p:custDataLst>
          </p:nvPr>
        </p:nvGrpSpPr>
        <p:grpSpPr>
          <a:xfrm>
            <a:off x="1248410" y="2000885"/>
            <a:ext cx="1597025" cy="1935480"/>
            <a:chOff x="4536" y="3212"/>
            <a:chExt cx="3287" cy="4048"/>
          </a:xfrm>
        </p:grpSpPr>
        <p:sp>
          <p:nvSpPr>
            <p:cNvPr id="13" name="圆角矩形 34"/>
            <p:cNvSpPr/>
            <p:nvPr>
              <p:custDataLst>
                <p:tags r:id="rId6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圆角矩形 38"/>
            <p:cNvSpPr/>
            <p:nvPr>
              <p:custDataLst>
                <p:tags r:id="rId7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任意多边形 42"/>
            <p:cNvSpPr/>
            <p:nvPr/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1662430" y="2762250"/>
            <a:ext cx="541020" cy="9493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" name="文本框1"/>
          <p:cNvSpPr txBox="1"/>
          <p:nvPr>
            <p:custDataLst>
              <p:tags r:id="rId9"/>
            </p:custDataLst>
          </p:nvPr>
        </p:nvSpPr>
        <p:spPr>
          <a:xfrm>
            <a:off x="3457869" y="4770120"/>
            <a:ext cx="270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认识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Transformer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模型</a:t>
            </a:r>
            <a:endParaRPr lang="zh-CN" altLang="en-US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1"/>
          <p:cNvSpPr txBox="1"/>
          <p:nvPr>
            <p:custDataLst>
              <p:tags r:id="rId10"/>
            </p:custDataLst>
          </p:nvPr>
        </p:nvSpPr>
        <p:spPr>
          <a:xfrm>
            <a:off x="622292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大模型概述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" name="圆角矩形 34"/>
          <p:cNvSpPr/>
          <p:nvPr>
            <p:custDataLst>
              <p:tags r:id="rId11"/>
            </p:custDataLst>
          </p:nvPr>
        </p:nvSpPr>
        <p:spPr>
          <a:xfrm rot="2700000">
            <a:off x="6995795" y="2531745"/>
            <a:ext cx="1492885" cy="139382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圆角矩形 38"/>
          <p:cNvSpPr/>
          <p:nvPr>
            <p:custDataLst>
              <p:tags r:id="rId12"/>
            </p:custDataLst>
          </p:nvPr>
        </p:nvSpPr>
        <p:spPr>
          <a:xfrm rot="2700000">
            <a:off x="720915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rgbClr val="0064D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64D2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圆角矩形 34"/>
          <p:cNvSpPr/>
          <p:nvPr>
            <p:custDataLst>
              <p:tags r:id="rId13"/>
            </p:custDataLst>
          </p:nvPr>
        </p:nvSpPr>
        <p:spPr>
          <a:xfrm rot="2700000">
            <a:off x="9720580" y="2510790"/>
            <a:ext cx="1454785" cy="1449070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圆角矩形 38"/>
          <p:cNvSpPr/>
          <p:nvPr>
            <p:custDataLst>
              <p:tags r:id="rId14"/>
            </p:custDataLst>
          </p:nvPr>
        </p:nvSpPr>
        <p:spPr>
          <a:xfrm rot="2700000">
            <a:off x="9920605" y="2696210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>
            <p:custDataLst>
              <p:tags r:id="rId15"/>
            </p:custDataLst>
          </p:nvPr>
        </p:nvSpPr>
        <p:spPr>
          <a:xfrm>
            <a:off x="745733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en-US" altLang="zh-CN" sz="6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10102114" y="2696845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0" name="任意多边形 42"/>
          <p:cNvSpPr/>
          <p:nvPr>
            <p:custDataLst>
              <p:tags r:id="rId17"/>
            </p:custDataLst>
          </p:nvPr>
        </p:nvSpPr>
        <p:spPr>
          <a:xfrm>
            <a:off x="7089614" y="2000885"/>
            <a:ext cx="1484791" cy="864942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任意多边形 44"/>
          <p:cNvSpPr/>
          <p:nvPr>
            <p:custDataLst>
              <p:tags r:id="rId18"/>
            </p:custDataLst>
          </p:nvPr>
        </p:nvSpPr>
        <p:spPr>
          <a:xfrm flipV="1">
            <a:off x="970026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文本框1"/>
          <p:cNvSpPr txBox="1"/>
          <p:nvPr>
            <p:custDataLst>
              <p:tags r:id="rId19"/>
            </p:custDataLst>
          </p:nvPr>
        </p:nvSpPr>
        <p:spPr>
          <a:xfrm>
            <a:off x="6392065" y="4769465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编码器与解码器</a:t>
            </a:r>
            <a:endParaRPr lang="zh-CN" altLang="zh-CN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文本框1"/>
          <p:cNvSpPr txBox="1"/>
          <p:nvPr>
            <p:custDataLst>
              <p:tags r:id="rId20"/>
            </p:custDataLst>
          </p:nvPr>
        </p:nvSpPr>
        <p:spPr>
          <a:xfrm>
            <a:off x="9104439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注意力机制</a:t>
            </a:r>
            <a:endParaRPr lang="zh-CN" altLang="zh-CN" sz="2400" dirty="0" smtClean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圆角矩形 34"/>
          <p:cNvSpPr/>
          <p:nvPr>
            <p:custDataLst>
              <p:tags r:id="rId1"/>
            </p:custDataLst>
          </p:nvPr>
        </p:nvSpPr>
        <p:spPr>
          <a:xfrm rot="2700000">
            <a:off x="4053840" y="2520315"/>
            <a:ext cx="1509395" cy="151701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圆角矩形 38"/>
          <p:cNvSpPr/>
          <p:nvPr>
            <p:custDataLst>
              <p:tags r:id="rId2"/>
            </p:custDataLst>
          </p:nvPr>
        </p:nvSpPr>
        <p:spPr>
          <a:xfrm rot="2700000">
            <a:off x="427291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任意多边形 44"/>
          <p:cNvSpPr/>
          <p:nvPr>
            <p:custDataLst>
              <p:tags r:id="rId3"/>
            </p:custDataLst>
          </p:nvPr>
        </p:nvSpPr>
        <p:spPr>
          <a:xfrm flipV="1">
            <a:off x="405511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>
            <p:custDataLst>
              <p:tags r:id="rId4"/>
            </p:custDataLst>
          </p:nvPr>
        </p:nvSpPr>
        <p:spPr>
          <a:xfrm>
            <a:off x="451347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1" name="组合 10"/>
          <p:cNvGrpSpPr/>
          <p:nvPr>
            <p:custDataLst>
              <p:tags r:id="rId5"/>
            </p:custDataLst>
          </p:nvPr>
        </p:nvGrpSpPr>
        <p:grpSpPr>
          <a:xfrm>
            <a:off x="1248410" y="2000885"/>
            <a:ext cx="1597025" cy="1935480"/>
            <a:chOff x="4536" y="3212"/>
            <a:chExt cx="3287" cy="4048"/>
          </a:xfrm>
        </p:grpSpPr>
        <p:sp>
          <p:nvSpPr>
            <p:cNvPr id="13" name="圆角矩形 34"/>
            <p:cNvSpPr/>
            <p:nvPr>
              <p:custDataLst>
                <p:tags r:id="rId6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圆角矩形 38"/>
            <p:cNvSpPr/>
            <p:nvPr>
              <p:custDataLst>
                <p:tags r:id="rId7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任意多边形 42"/>
            <p:cNvSpPr/>
            <p:nvPr/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1662430" y="2762250"/>
            <a:ext cx="541020" cy="9493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" name="文本框1"/>
          <p:cNvSpPr txBox="1"/>
          <p:nvPr>
            <p:custDataLst>
              <p:tags r:id="rId9"/>
            </p:custDataLst>
          </p:nvPr>
        </p:nvSpPr>
        <p:spPr>
          <a:xfrm>
            <a:off x="3457869" y="4770120"/>
            <a:ext cx="270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认识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Transformer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模型</a:t>
            </a:r>
            <a:endParaRPr lang="zh-CN" altLang="en-US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1"/>
          <p:cNvSpPr txBox="1"/>
          <p:nvPr>
            <p:custDataLst>
              <p:tags r:id="rId10"/>
            </p:custDataLst>
          </p:nvPr>
        </p:nvSpPr>
        <p:spPr>
          <a:xfrm>
            <a:off x="622292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大模型概述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" name="圆角矩形 34"/>
          <p:cNvSpPr/>
          <p:nvPr>
            <p:custDataLst>
              <p:tags r:id="rId11"/>
            </p:custDataLst>
          </p:nvPr>
        </p:nvSpPr>
        <p:spPr>
          <a:xfrm rot="2700000">
            <a:off x="6995795" y="2531745"/>
            <a:ext cx="1492885" cy="139382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圆角矩形 38"/>
          <p:cNvSpPr/>
          <p:nvPr>
            <p:custDataLst>
              <p:tags r:id="rId12"/>
            </p:custDataLst>
          </p:nvPr>
        </p:nvSpPr>
        <p:spPr>
          <a:xfrm rot="2700000">
            <a:off x="720915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圆角矩形 34"/>
          <p:cNvSpPr/>
          <p:nvPr>
            <p:custDataLst>
              <p:tags r:id="rId13"/>
            </p:custDataLst>
          </p:nvPr>
        </p:nvSpPr>
        <p:spPr>
          <a:xfrm rot="2700000">
            <a:off x="9720580" y="2510790"/>
            <a:ext cx="1454785" cy="1449070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圆角矩形 38"/>
          <p:cNvSpPr/>
          <p:nvPr>
            <p:custDataLst>
              <p:tags r:id="rId14"/>
            </p:custDataLst>
          </p:nvPr>
        </p:nvSpPr>
        <p:spPr>
          <a:xfrm rot="2700000">
            <a:off x="9920605" y="2696210"/>
            <a:ext cx="1068070" cy="1068070"/>
          </a:xfrm>
          <a:prstGeom prst="roundRect">
            <a:avLst>
              <a:gd name="adj" fmla="val 6319"/>
            </a:avLst>
          </a:prstGeom>
          <a:solidFill>
            <a:srgbClr val="0064D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>
            <p:custDataLst>
              <p:tags r:id="rId15"/>
            </p:custDataLst>
          </p:nvPr>
        </p:nvSpPr>
        <p:spPr>
          <a:xfrm>
            <a:off x="745733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en-US" altLang="zh-CN" sz="6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10102114" y="2696845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0" name="任意多边形 42"/>
          <p:cNvSpPr/>
          <p:nvPr>
            <p:custDataLst>
              <p:tags r:id="rId17"/>
            </p:custDataLst>
          </p:nvPr>
        </p:nvSpPr>
        <p:spPr>
          <a:xfrm>
            <a:off x="7089614" y="2000885"/>
            <a:ext cx="1484791" cy="864942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任意多边形 44"/>
          <p:cNvSpPr/>
          <p:nvPr>
            <p:custDataLst>
              <p:tags r:id="rId18"/>
            </p:custDataLst>
          </p:nvPr>
        </p:nvSpPr>
        <p:spPr>
          <a:xfrm flipV="1">
            <a:off x="970026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文本框1"/>
          <p:cNvSpPr txBox="1"/>
          <p:nvPr>
            <p:custDataLst>
              <p:tags r:id="rId19"/>
            </p:custDataLst>
          </p:nvPr>
        </p:nvSpPr>
        <p:spPr>
          <a:xfrm>
            <a:off x="6392065" y="4769465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编码器与解码器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文本框1"/>
          <p:cNvSpPr txBox="1"/>
          <p:nvPr>
            <p:custDataLst>
              <p:tags r:id="rId20"/>
            </p:custDataLst>
          </p:nvPr>
        </p:nvSpPr>
        <p:spPr>
          <a:xfrm>
            <a:off x="9104439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注意力机制</a:t>
            </a:r>
            <a:endParaRPr lang="zh-CN" altLang="zh-CN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任务一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大模型基石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——Transformer</a:t>
            </a:r>
            <a:endParaRPr lang="en-US" altLang="zh-CN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圆角矩形 34"/>
          <p:cNvSpPr/>
          <p:nvPr>
            <p:custDataLst>
              <p:tags r:id="rId1"/>
            </p:custDataLst>
          </p:nvPr>
        </p:nvSpPr>
        <p:spPr>
          <a:xfrm rot="2700000">
            <a:off x="4053840" y="2520315"/>
            <a:ext cx="1509395" cy="151701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圆角矩形 38"/>
          <p:cNvSpPr/>
          <p:nvPr>
            <p:custDataLst>
              <p:tags r:id="rId2"/>
            </p:custDataLst>
          </p:nvPr>
        </p:nvSpPr>
        <p:spPr>
          <a:xfrm rot="2700000">
            <a:off x="427291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任意多边形 44"/>
          <p:cNvSpPr/>
          <p:nvPr>
            <p:custDataLst>
              <p:tags r:id="rId3"/>
            </p:custDataLst>
          </p:nvPr>
        </p:nvSpPr>
        <p:spPr>
          <a:xfrm flipV="1">
            <a:off x="405511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>
            <p:custDataLst>
              <p:tags r:id="rId4"/>
            </p:custDataLst>
          </p:nvPr>
        </p:nvSpPr>
        <p:spPr>
          <a:xfrm>
            <a:off x="451347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1" name="组合 10"/>
          <p:cNvGrpSpPr/>
          <p:nvPr>
            <p:custDataLst>
              <p:tags r:id="rId5"/>
            </p:custDataLst>
          </p:nvPr>
        </p:nvGrpSpPr>
        <p:grpSpPr>
          <a:xfrm>
            <a:off x="1248410" y="2000885"/>
            <a:ext cx="1597025" cy="1935480"/>
            <a:chOff x="4536" y="3212"/>
            <a:chExt cx="3287" cy="4048"/>
          </a:xfrm>
        </p:grpSpPr>
        <p:sp>
          <p:nvSpPr>
            <p:cNvPr id="13" name="圆角矩形 34"/>
            <p:cNvSpPr/>
            <p:nvPr>
              <p:custDataLst>
                <p:tags r:id="rId6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圆角矩形 38"/>
            <p:cNvSpPr/>
            <p:nvPr>
              <p:custDataLst>
                <p:tags r:id="rId7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任意多边形 42"/>
            <p:cNvSpPr/>
            <p:nvPr/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1662430" y="2762250"/>
            <a:ext cx="541020" cy="9493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" name="文本框1"/>
          <p:cNvSpPr txBox="1"/>
          <p:nvPr>
            <p:custDataLst>
              <p:tags r:id="rId9"/>
            </p:custDataLst>
          </p:nvPr>
        </p:nvSpPr>
        <p:spPr>
          <a:xfrm>
            <a:off x="3457869" y="4770120"/>
            <a:ext cx="270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安装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Transformer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以及可视化工具</a:t>
            </a:r>
            <a:endParaRPr lang="zh-CN" altLang="en-US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1"/>
          <p:cNvSpPr txBox="1"/>
          <p:nvPr>
            <p:custDataLst>
              <p:tags r:id="rId10"/>
            </p:custDataLst>
          </p:nvPr>
        </p:nvSpPr>
        <p:spPr>
          <a:xfrm>
            <a:off x="622292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环境准备</a:t>
            </a:r>
            <a:endParaRPr lang="zh-CN" altLang="zh-CN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" name="圆角矩形 34"/>
          <p:cNvSpPr/>
          <p:nvPr>
            <p:custDataLst>
              <p:tags r:id="rId11"/>
            </p:custDataLst>
          </p:nvPr>
        </p:nvSpPr>
        <p:spPr>
          <a:xfrm rot="2700000">
            <a:off x="6995795" y="2531745"/>
            <a:ext cx="1492885" cy="139382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圆角矩形 38"/>
          <p:cNvSpPr/>
          <p:nvPr>
            <p:custDataLst>
              <p:tags r:id="rId12"/>
            </p:custDataLst>
          </p:nvPr>
        </p:nvSpPr>
        <p:spPr>
          <a:xfrm rot="2700000">
            <a:off x="720915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圆角矩形 34"/>
          <p:cNvSpPr/>
          <p:nvPr>
            <p:custDataLst>
              <p:tags r:id="rId13"/>
            </p:custDataLst>
          </p:nvPr>
        </p:nvSpPr>
        <p:spPr>
          <a:xfrm rot="2700000">
            <a:off x="9720580" y="2510790"/>
            <a:ext cx="1454785" cy="1449070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圆角矩形 38"/>
          <p:cNvSpPr/>
          <p:nvPr>
            <p:custDataLst>
              <p:tags r:id="rId14"/>
            </p:custDataLst>
          </p:nvPr>
        </p:nvSpPr>
        <p:spPr>
          <a:xfrm rot="2700000">
            <a:off x="9920605" y="2696210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>
            <p:custDataLst>
              <p:tags r:id="rId15"/>
            </p:custDataLst>
          </p:nvPr>
        </p:nvSpPr>
        <p:spPr>
          <a:xfrm>
            <a:off x="745733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en-US" altLang="zh-CN" sz="6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10102114" y="2696845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0" name="任意多边形 42"/>
          <p:cNvSpPr/>
          <p:nvPr>
            <p:custDataLst>
              <p:tags r:id="rId17"/>
            </p:custDataLst>
          </p:nvPr>
        </p:nvSpPr>
        <p:spPr>
          <a:xfrm>
            <a:off x="7089614" y="2000885"/>
            <a:ext cx="1484791" cy="864942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任意多边形 44"/>
          <p:cNvSpPr/>
          <p:nvPr>
            <p:custDataLst>
              <p:tags r:id="rId18"/>
            </p:custDataLst>
          </p:nvPr>
        </p:nvSpPr>
        <p:spPr>
          <a:xfrm flipV="1">
            <a:off x="970026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文本框1"/>
          <p:cNvSpPr txBox="1"/>
          <p:nvPr>
            <p:custDataLst>
              <p:tags r:id="rId19"/>
            </p:custDataLst>
          </p:nvPr>
        </p:nvSpPr>
        <p:spPr>
          <a:xfrm>
            <a:off x="6392065" y="4769465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搭建简化版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Transformer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模型</a:t>
            </a:r>
            <a:endParaRPr lang="zh-CN" altLang="en-US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文本框1"/>
          <p:cNvSpPr txBox="1"/>
          <p:nvPr>
            <p:custDataLst>
              <p:tags r:id="rId20"/>
            </p:custDataLst>
          </p:nvPr>
        </p:nvSpPr>
        <p:spPr>
          <a:xfrm>
            <a:off x="9104439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使用可视化工具查看注意力机制</a:t>
            </a:r>
            <a:endParaRPr lang="zh-CN" altLang="zh-CN" sz="2400" dirty="0" smtClean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任务实施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圆角矩形 34"/>
          <p:cNvSpPr/>
          <p:nvPr>
            <p:custDataLst>
              <p:tags r:id="rId1"/>
            </p:custDataLst>
          </p:nvPr>
        </p:nvSpPr>
        <p:spPr>
          <a:xfrm rot="2700000">
            <a:off x="4053840" y="2520315"/>
            <a:ext cx="1509395" cy="151701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圆角矩形 38"/>
          <p:cNvSpPr/>
          <p:nvPr>
            <p:custDataLst>
              <p:tags r:id="rId2"/>
            </p:custDataLst>
          </p:nvPr>
        </p:nvSpPr>
        <p:spPr>
          <a:xfrm rot="2700000">
            <a:off x="427291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rgbClr val="0064D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任意多边形 44"/>
          <p:cNvSpPr/>
          <p:nvPr>
            <p:custDataLst>
              <p:tags r:id="rId3"/>
            </p:custDataLst>
          </p:nvPr>
        </p:nvSpPr>
        <p:spPr>
          <a:xfrm flipV="1">
            <a:off x="405511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>
            <p:custDataLst>
              <p:tags r:id="rId4"/>
            </p:custDataLst>
          </p:nvPr>
        </p:nvSpPr>
        <p:spPr>
          <a:xfrm>
            <a:off x="451347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1" name="组合 10"/>
          <p:cNvGrpSpPr/>
          <p:nvPr>
            <p:custDataLst>
              <p:tags r:id="rId5"/>
            </p:custDataLst>
          </p:nvPr>
        </p:nvGrpSpPr>
        <p:grpSpPr>
          <a:xfrm>
            <a:off x="1248410" y="2000885"/>
            <a:ext cx="1597025" cy="1935480"/>
            <a:chOff x="4536" y="3212"/>
            <a:chExt cx="3287" cy="4048"/>
          </a:xfrm>
        </p:grpSpPr>
        <p:sp>
          <p:nvSpPr>
            <p:cNvPr id="13" name="圆角矩形 34"/>
            <p:cNvSpPr/>
            <p:nvPr>
              <p:custDataLst>
                <p:tags r:id="rId6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圆角矩形 38"/>
            <p:cNvSpPr/>
            <p:nvPr>
              <p:custDataLst>
                <p:tags r:id="rId7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任意多边形 42"/>
            <p:cNvSpPr/>
            <p:nvPr/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1662430" y="2762250"/>
            <a:ext cx="541020" cy="9493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" name="文本框1"/>
          <p:cNvSpPr txBox="1"/>
          <p:nvPr>
            <p:custDataLst>
              <p:tags r:id="rId9"/>
            </p:custDataLst>
          </p:nvPr>
        </p:nvSpPr>
        <p:spPr>
          <a:xfrm>
            <a:off x="3457869" y="4770120"/>
            <a:ext cx="27000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安装</a:t>
            </a:r>
            <a:r>
              <a:rPr lang="en-US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Transformer</a:t>
            </a:r>
            <a:r>
              <a:rPr lang="zh-CN" altLang="en-US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以及可视化工具</a:t>
            </a:r>
            <a:endParaRPr lang="zh-CN" altLang="en-US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1"/>
          <p:cNvSpPr txBox="1"/>
          <p:nvPr>
            <p:custDataLst>
              <p:tags r:id="rId10"/>
            </p:custDataLst>
          </p:nvPr>
        </p:nvSpPr>
        <p:spPr>
          <a:xfrm>
            <a:off x="622292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环境准备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" name="圆角矩形 34"/>
          <p:cNvSpPr/>
          <p:nvPr>
            <p:custDataLst>
              <p:tags r:id="rId11"/>
            </p:custDataLst>
          </p:nvPr>
        </p:nvSpPr>
        <p:spPr>
          <a:xfrm rot="2700000">
            <a:off x="6995795" y="2531745"/>
            <a:ext cx="1492885" cy="139382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圆角矩形 38"/>
          <p:cNvSpPr/>
          <p:nvPr>
            <p:custDataLst>
              <p:tags r:id="rId12"/>
            </p:custDataLst>
          </p:nvPr>
        </p:nvSpPr>
        <p:spPr>
          <a:xfrm rot="2700000">
            <a:off x="720915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圆角矩形 34"/>
          <p:cNvSpPr/>
          <p:nvPr>
            <p:custDataLst>
              <p:tags r:id="rId13"/>
            </p:custDataLst>
          </p:nvPr>
        </p:nvSpPr>
        <p:spPr>
          <a:xfrm rot="2700000">
            <a:off x="9720580" y="2510790"/>
            <a:ext cx="1454785" cy="1449070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圆角矩形 38"/>
          <p:cNvSpPr/>
          <p:nvPr>
            <p:custDataLst>
              <p:tags r:id="rId14"/>
            </p:custDataLst>
          </p:nvPr>
        </p:nvSpPr>
        <p:spPr>
          <a:xfrm rot="2700000">
            <a:off x="9920605" y="2696210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>
            <p:custDataLst>
              <p:tags r:id="rId15"/>
            </p:custDataLst>
          </p:nvPr>
        </p:nvSpPr>
        <p:spPr>
          <a:xfrm>
            <a:off x="745733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en-US" altLang="zh-CN" sz="6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10102114" y="2696845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0" name="任意多边形 42"/>
          <p:cNvSpPr/>
          <p:nvPr>
            <p:custDataLst>
              <p:tags r:id="rId17"/>
            </p:custDataLst>
          </p:nvPr>
        </p:nvSpPr>
        <p:spPr>
          <a:xfrm>
            <a:off x="7089614" y="2000885"/>
            <a:ext cx="1484791" cy="864942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任意多边形 44"/>
          <p:cNvSpPr/>
          <p:nvPr>
            <p:custDataLst>
              <p:tags r:id="rId18"/>
            </p:custDataLst>
          </p:nvPr>
        </p:nvSpPr>
        <p:spPr>
          <a:xfrm flipV="1">
            <a:off x="970026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文本框1"/>
          <p:cNvSpPr txBox="1"/>
          <p:nvPr>
            <p:custDataLst>
              <p:tags r:id="rId19"/>
            </p:custDataLst>
          </p:nvPr>
        </p:nvSpPr>
        <p:spPr>
          <a:xfrm>
            <a:off x="6392065" y="4769465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搭建简化版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Transformer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模型</a:t>
            </a:r>
            <a:endParaRPr lang="zh-CN" altLang="en-US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文本框1"/>
          <p:cNvSpPr txBox="1"/>
          <p:nvPr>
            <p:custDataLst>
              <p:tags r:id="rId20"/>
            </p:custDataLst>
          </p:nvPr>
        </p:nvSpPr>
        <p:spPr>
          <a:xfrm>
            <a:off x="9104439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使用可视化工具查看注意力机制</a:t>
            </a:r>
            <a:endParaRPr lang="zh-CN" altLang="zh-CN" sz="2400" dirty="0" smtClean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任务实施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圆角矩形 34"/>
          <p:cNvSpPr/>
          <p:nvPr>
            <p:custDataLst>
              <p:tags r:id="rId1"/>
            </p:custDataLst>
          </p:nvPr>
        </p:nvSpPr>
        <p:spPr>
          <a:xfrm rot="2700000">
            <a:off x="4053840" y="2520315"/>
            <a:ext cx="1509395" cy="151701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圆角矩形 38"/>
          <p:cNvSpPr/>
          <p:nvPr>
            <p:custDataLst>
              <p:tags r:id="rId2"/>
            </p:custDataLst>
          </p:nvPr>
        </p:nvSpPr>
        <p:spPr>
          <a:xfrm rot="2700000">
            <a:off x="427291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任意多边形 44"/>
          <p:cNvSpPr/>
          <p:nvPr>
            <p:custDataLst>
              <p:tags r:id="rId3"/>
            </p:custDataLst>
          </p:nvPr>
        </p:nvSpPr>
        <p:spPr>
          <a:xfrm flipV="1">
            <a:off x="405511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>
            <p:custDataLst>
              <p:tags r:id="rId4"/>
            </p:custDataLst>
          </p:nvPr>
        </p:nvSpPr>
        <p:spPr>
          <a:xfrm>
            <a:off x="451347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1" name="组合 10"/>
          <p:cNvGrpSpPr/>
          <p:nvPr>
            <p:custDataLst>
              <p:tags r:id="rId5"/>
            </p:custDataLst>
          </p:nvPr>
        </p:nvGrpSpPr>
        <p:grpSpPr>
          <a:xfrm>
            <a:off x="1248410" y="2000885"/>
            <a:ext cx="1597025" cy="1935480"/>
            <a:chOff x="4536" y="3212"/>
            <a:chExt cx="3287" cy="4048"/>
          </a:xfrm>
        </p:grpSpPr>
        <p:sp>
          <p:nvSpPr>
            <p:cNvPr id="13" name="圆角矩形 34"/>
            <p:cNvSpPr/>
            <p:nvPr>
              <p:custDataLst>
                <p:tags r:id="rId6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圆角矩形 38"/>
            <p:cNvSpPr/>
            <p:nvPr>
              <p:custDataLst>
                <p:tags r:id="rId7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任意多边形 42"/>
            <p:cNvSpPr/>
            <p:nvPr/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1662430" y="2762250"/>
            <a:ext cx="541020" cy="9493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" name="文本框1"/>
          <p:cNvSpPr txBox="1"/>
          <p:nvPr>
            <p:custDataLst>
              <p:tags r:id="rId9"/>
            </p:custDataLst>
          </p:nvPr>
        </p:nvSpPr>
        <p:spPr>
          <a:xfrm>
            <a:off x="3457869" y="4770120"/>
            <a:ext cx="270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安装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Transformer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以及可视化工具</a:t>
            </a:r>
            <a:endParaRPr lang="zh-CN" altLang="en-US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1"/>
          <p:cNvSpPr txBox="1"/>
          <p:nvPr>
            <p:custDataLst>
              <p:tags r:id="rId10"/>
            </p:custDataLst>
          </p:nvPr>
        </p:nvSpPr>
        <p:spPr>
          <a:xfrm>
            <a:off x="622292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环境准备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" name="圆角矩形 34"/>
          <p:cNvSpPr/>
          <p:nvPr>
            <p:custDataLst>
              <p:tags r:id="rId11"/>
            </p:custDataLst>
          </p:nvPr>
        </p:nvSpPr>
        <p:spPr>
          <a:xfrm rot="2700000">
            <a:off x="6995795" y="2531745"/>
            <a:ext cx="1492885" cy="139382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圆角矩形 38"/>
          <p:cNvSpPr/>
          <p:nvPr>
            <p:custDataLst>
              <p:tags r:id="rId12"/>
            </p:custDataLst>
          </p:nvPr>
        </p:nvSpPr>
        <p:spPr>
          <a:xfrm rot="2700000">
            <a:off x="720915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rgbClr val="0064D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64D2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圆角矩形 34"/>
          <p:cNvSpPr/>
          <p:nvPr>
            <p:custDataLst>
              <p:tags r:id="rId13"/>
            </p:custDataLst>
          </p:nvPr>
        </p:nvSpPr>
        <p:spPr>
          <a:xfrm rot="2700000">
            <a:off x="9720580" y="2510790"/>
            <a:ext cx="1454785" cy="1449070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圆角矩形 38"/>
          <p:cNvSpPr/>
          <p:nvPr>
            <p:custDataLst>
              <p:tags r:id="rId14"/>
            </p:custDataLst>
          </p:nvPr>
        </p:nvSpPr>
        <p:spPr>
          <a:xfrm rot="2700000">
            <a:off x="9920605" y="2696210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>
            <p:custDataLst>
              <p:tags r:id="rId15"/>
            </p:custDataLst>
          </p:nvPr>
        </p:nvSpPr>
        <p:spPr>
          <a:xfrm>
            <a:off x="745733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en-US" altLang="zh-CN" sz="6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10102114" y="2696845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0" name="任意多边形 42"/>
          <p:cNvSpPr/>
          <p:nvPr>
            <p:custDataLst>
              <p:tags r:id="rId17"/>
            </p:custDataLst>
          </p:nvPr>
        </p:nvSpPr>
        <p:spPr>
          <a:xfrm>
            <a:off x="7089614" y="2000885"/>
            <a:ext cx="1484791" cy="864942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任意多边形 44"/>
          <p:cNvSpPr/>
          <p:nvPr>
            <p:custDataLst>
              <p:tags r:id="rId18"/>
            </p:custDataLst>
          </p:nvPr>
        </p:nvSpPr>
        <p:spPr>
          <a:xfrm flipV="1">
            <a:off x="970026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文本框1"/>
          <p:cNvSpPr txBox="1"/>
          <p:nvPr>
            <p:custDataLst>
              <p:tags r:id="rId19"/>
            </p:custDataLst>
          </p:nvPr>
        </p:nvSpPr>
        <p:spPr>
          <a:xfrm>
            <a:off x="6392065" y="4769465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搭建简化版</a:t>
            </a:r>
            <a:r>
              <a:rPr lang="en-US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Transformer</a:t>
            </a:r>
            <a:r>
              <a:rPr lang="zh-CN" altLang="en-US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模型</a:t>
            </a:r>
            <a:endParaRPr lang="zh-CN" altLang="en-US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文本框1"/>
          <p:cNvSpPr txBox="1"/>
          <p:nvPr>
            <p:custDataLst>
              <p:tags r:id="rId20"/>
            </p:custDataLst>
          </p:nvPr>
        </p:nvSpPr>
        <p:spPr>
          <a:xfrm>
            <a:off x="9104439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使用可视化工具查看注意力机制</a:t>
            </a:r>
            <a:endParaRPr lang="zh-CN" altLang="zh-CN" sz="2400" dirty="0" smtClean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任务实施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圆角矩形 34"/>
          <p:cNvSpPr/>
          <p:nvPr>
            <p:custDataLst>
              <p:tags r:id="rId1"/>
            </p:custDataLst>
          </p:nvPr>
        </p:nvSpPr>
        <p:spPr>
          <a:xfrm rot="2700000">
            <a:off x="4053840" y="2520315"/>
            <a:ext cx="1509395" cy="151701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圆角矩形 38"/>
          <p:cNvSpPr/>
          <p:nvPr>
            <p:custDataLst>
              <p:tags r:id="rId2"/>
            </p:custDataLst>
          </p:nvPr>
        </p:nvSpPr>
        <p:spPr>
          <a:xfrm rot="2700000">
            <a:off x="427291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任意多边形 44"/>
          <p:cNvSpPr/>
          <p:nvPr>
            <p:custDataLst>
              <p:tags r:id="rId3"/>
            </p:custDataLst>
          </p:nvPr>
        </p:nvSpPr>
        <p:spPr>
          <a:xfrm flipV="1">
            <a:off x="405511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>
            <p:custDataLst>
              <p:tags r:id="rId4"/>
            </p:custDataLst>
          </p:nvPr>
        </p:nvSpPr>
        <p:spPr>
          <a:xfrm>
            <a:off x="451347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1" name="组合 10"/>
          <p:cNvGrpSpPr/>
          <p:nvPr>
            <p:custDataLst>
              <p:tags r:id="rId5"/>
            </p:custDataLst>
          </p:nvPr>
        </p:nvGrpSpPr>
        <p:grpSpPr>
          <a:xfrm>
            <a:off x="1248410" y="2000885"/>
            <a:ext cx="1597025" cy="1935480"/>
            <a:chOff x="4536" y="3212"/>
            <a:chExt cx="3287" cy="4048"/>
          </a:xfrm>
        </p:grpSpPr>
        <p:sp>
          <p:nvSpPr>
            <p:cNvPr id="13" name="圆角矩形 34"/>
            <p:cNvSpPr/>
            <p:nvPr>
              <p:custDataLst>
                <p:tags r:id="rId6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圆角矩形 38"/>
            <p:cNvSpPr/>
            <p:nvPr>
              <p:custDataLst>
                <p:tags r:id="rId7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任意多边形 42"/>
            <p:cNvSpPr/>
            <p:nvPr/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1662430" y="2762250"/>
            <a:ext cx="541020" cy="9493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" name="文本框1"/>
          <p:cNvSpPr txBox="1"/>
          <p:nvPr>
            <p:custDataLst>
              <p:tags r:id="rId9"/>
            </p:custDataLst>
          </p:nvPr>
        </p:nvSpPr>
        <p:spPr>
          <a:xfrm>
            <a:off x="3457869" y="4770120"/>
            <a:ext cx="270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安装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Transformer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以及可视化工具</a:t>
            </a:r>
            <a:endParaRPr lang="zh-CN" altLang="en-US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1"/>
          <p:cNvSpPr txBox="1"/>
          <p:nvPr>
            <p:custDataLst>
              <p:tags r:id="rId10"/>
            </p:custDataLst>
          </p:nvPr>
        </p:nvSpPr>
        <p:spPr>
          <a:xfrm>
            <a:off x="622292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环境准备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" name="圆角矩形 34"/>
          <p:cNvSpPr/>
          <p:nvPr>
            <p:custDataLst>
              <p:tags r:id="rId11"/>
            </p:custDataLst>
          </p:nvPr>
        </p:nvSpPr>
        <p:spPr>
          <a:xfrm rot="2700000">
            <a:off x="6995795" y="2531745"/>
            <a:ext cx="1492885" cy="139382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圆角矩形 38"/>
          <p:cNvSpPr/>
          <p:nvPr>
            <p:custDataLst>
              <p:tags r:id="rId12"/>
            </p:custDataLst>
          </p:nvPr>
        </p:nvSpPr>
        <p:spPr>
          <a:xfrm rot="2700000">
            <a:off x="720915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圆角矩形 34"/>
          <p:cNvSpPr/>
          <p:nvPr>
            <p:custDataLst>
              <p:tags r:id="rId13"/>
            </p:custDataLst>
          </p:nvPr>
        </p:nvSpPr>
        <p:spPr>
          <a:xfrm rot="2700000">
            <a:off x="9720580" y="2510790"/>
            <a:ext cx="1454785" cy="1449070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圆角矩形 38"/>
          <p:cNvSpPr/>
          <p:nvPr>
            <p:custDataLst>
              <p:tags r:id="rId14"/>
            </p:custDataLst>
          </p:nvPr>
        </p:nvSpPr>
        <p:spPr>
          <a:xfrm rot="2700000">
            <a:off x="9920605" y="2696210"/>
            <a:ext cx="1068070" cy="1068070"/>
          </a:xfrm>
          <a:prstGeom prst="roundRect">
            <a:avLst>
              <a:gd name="adj" fmla="val 6319"/>
            </a:avLst>
          </a:prstGeom>
          <a:solidFill>
            <a:srgbClr val="0064D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>
            <p:custDataLst>
              <p:tags r:id="rId15"/>
            </p:custDataLst>
          </p:nvPr>
        </p:nvSpPr>
        <p:spPr>
          <a:xfrm>
            <a:off x="745733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en-US" altLang="zh-CN" sz="6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10102114" y="2696845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0" name="任意多边形 42"/>
          <p:cNvSpPr/>
          <p:nvPr>
            <p:custDataLst>
              <p:tags r:id="rId17"/>
            </p:custDataLst>
          </p:nvPr>
        </p:nvSpPr>
        <p:spPr>
          <a:xfrm>
            <a:off x="7089614" y="2000885"/>
            <a:ext cx="1484791" cy="864942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任意多边形 44"/>
          <p:cNvSpPr/>
          <p:nvPr>
            <p:custDataLst>
              <p:tags r:id="rId18"/>
            </p:custDataLst>
          </p:nvPr>
        </p:nvSpPr>
        <p:spPr>
          <a:xfrm flipV="1">
            <a:off x="970026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文本框1"/>
          <p:cNvSpPr txBox="1"/>
          <p:nvPr>
            <p:custDataLst>
              <p:tags r:id="rId19"/>
            </p:custDataLst>
          </p:nvPr>
        </p:nvSpPr>
        <p:spPr>
          <a:xfrm>
            <a:off x="6392065" y="4769465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搭建简化版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Transformer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模型</a:t>
            </a:r>
            <a:endParaRPr lang="zh-CN" altLang="en-US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文本框1"/>
          <p:cNvSpPr txBox="1"/>
          <p:nvPr>
            <p:custDataLst>
              <p:tags r:id="rId20"/>
            </p:custDataLst>
          </p:nvPr>
        </p:nvSpPr>
        <p:spPr>
          <a:xfrm>
            <a:off x="9104439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使用可视化工具查看注意力机制</a:t>
            </a:r>
            <a:endParaRPr lang="zh-CN" altLang="zh-CN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任务实施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任务小结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任务一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大模型基石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——Transformer</a:t>
            </a:r>
            <a:endParaRPr lang="en-US" altLang="zh-CN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851025" y="1375410"/>
            <a:ext cx="8822055" cy="175320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algn="l" fontAlgn="auto">
              <a:lnSpc>
                <a:spcPct val="150000"/>
              </a:lnSpc>
            </a:pPr>
            <a:r>
              <a:rPr lang="zh-CN" dirty="0">
                <a:latin typeface="Arial" panose="020B0604020202020204" pitchFamily="34" charset="0"/>
                <a:cs typeface="Arial" panose="020B0604020202020204" pitchFamily="34" charset="0"/>
              </a:rPr>
              <a:t>本任务深入讲解了</a:t>
            </a: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Transformer</a:t>
            </a:r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模型的核心架构，包括编码器</a:t>
            </a: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解码器结构、自注意力机制和多头注意力机制的原理与实现。通过实践环节，读者可以掌握简化版</a:t>
            </a: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Transformer</a:t>
            </a:r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模型的搭建、注意力权重的可视化分析以及预训练模型的特征提取方法。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223770" y="3274695"/>
            <a:ext cx="7743825" cy="326771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200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05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278000" y="792000"/>
            <a:ext cx="1808480" cy="583565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任务</a:t>
            </a: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小结</a:t>
            </a:r>
            <a:endParaRPr 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976370" y="4642485"/>
            <a:ext cx="4239260" cy="5321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{{image:summary_image}}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1278000" y="792000"/>
            <a:ext cx="4998745" cy="583565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 anchorCtr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lvl="0" algn="l">
              <a:buClrTx/>
              <a:buSzTx/>
              <a:buFontTx/>
            </a:pP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重</a:t>
            </a:r>
            <a:r>
              <a:rPr lang="zh-CN" altLang="en-US" b="1" dirty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难点</a:t>
            </a: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总结</a:t>
            </a:r>
            <a:endParaRPr lang="zh-CN" b="1" dirty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05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8" name="www.koppt.cn"/>
          <p:cNvSpPr/>
          <p:nvPr/>
        </p:nvSpPr>
        <p:spPr>
          <a:xfrm>
            <a:off x="1321200" y="2391777"/>
            <a:ext cx="1693017" cy="426365"/>
          </a:xfrm>
          <a:prstGeom prst="roundRect">
            <a:avLst>
              <a:gd name="adj" fmla="val 50000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>
                <a:latin typeface="+mj-ea"/>
                <a:ea typeface="+mj-ea"/>
              </a:rPr>
              <a:t>重点内容总结</a:t>
            </a:r>
            <a:endParaRPr lang="zh-CN" altLang="en-US" sz="1600" dirty="0">
              <a:latin typeface="+mj-ea"/>
              <a:ea typeface="+mj-ea"/>
            </a:endParaRPr>
          </a:p>
        </p:txBody>
      </p:sp>
      <p:sp>
        <p:nvSpPr>
          <p:cNvPr id="9" name="www.koppt.cn"/>
          <p:cNvSpPr/>
          <p:nvPr/>
        </p:nvSpPr>
        <p:spPr>
          <a:xfrm>
            <a:off x="6665277" y="2391776"/>
            <a:ext cx="1806257" cy="426365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>
                <a:latin typeface="+mj-ea"/>
                <a:ea typeface="+mj-ea"/>
              </a:rPr>
              <a:t>难点内容总结</a:t>
            </a:r>
            <a:endParaRPr lang="zh-CN" altLang="en-US" sz="1600" dirty="0">
              <a:latin typeface="+mj-ea"/>
              <a:ea typeface="+mj-ea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1169670" y="3154045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  <a:cs typeface="Arial" panose="020B0604020202020204" pitchFamily="34" charset="0"/>
              </a:rPr>
              <a:t>编码器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解码器结构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6511925" y="3155315"/>
            <a:ext cx="5040000" cy="53975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  <a:sym typeface="+mn-ea"/>
              </a:rPr>
              <a:t>注意力机制计算过程</a:t>
            </a:r>
            <a:endParaRPr lang="zh-CN" sz="2000" dirty="0">
              <a:latin typeface="Arial" panose="020B0604020202020204" pitchFamily="34" charset="0"/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1169670" y="3693600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</a:rPr>
              <a:t>自注意力机制原理</a:t>
            </a:r>
            <a:endParaRPr lang="zh-CN" sz="2000" dirty="0">
              <a:latin typeface="Arial" panose="020B0604020202020204" pitchFamily="34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169670" y="4234870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</a:rPr>
              <a:t>多头注意力实现</a:t>
            </a:r>
            <a:endParaRPr lang="zh-CN" sz="2000" dirty="0">
              <a:latin typeface="Arial" panose="020B0604020202020204" pitchFamily="34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6511925" y="3693600"/>
            <a:ext cx="5040000" cy="5400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  <a:sym typeface="+mn-ea"/>
              </a:rPr>
              <a:t>模型架构理解</a:t>
            </a:r>
            <a:endParaRPr lang="zh-CN" sz="2000" dirty="0">
              <a:latin typeface="Arial" panose="020B0604020202020204" pitchFamily="34" charset="0"/>
              <a:sym typeface="+mn-ea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6511925" y="4233600"/>
            <a:ext cx="5040000" cy="5400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  <a:sym typeface="+mn-ea"/>
              </a:rPr>
              <a:t>可视化分析方法</a:t>
            </a:r>
            <a:endParaRPr lang="zh-CN" sz="2000" dirty="0">
              <a:latin typeface="Arial" panose="020B0604020202020204" pitchFamily="34" charset="0"/>
              <a:sym typeface="+mn-ea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任务拓展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任务一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大模型基石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——Transformer</a:t>
            </a:r>
            <a:endParaRPr lang="en-US" altLang="zh-CN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1278000" y="792000"/>
            <a:ext cx="4998745" cy="583565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 anchorCtr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lvl="0" algn="l">
              <a:buClrTx/>
              <a:buSzTx/>
              <a:buFontTx/>
            </a:pPr>
            <a:r>
              <a:rPr lang="zh-CN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任务</a:t>
            </a: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拓展</a:t>
            </a:r>
            <a:endParaRPr lang="zh-CN" b="1" dirty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06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652270" y="1375410"/>
            <a:ext cx="7481570" cy="230949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indent="457200" algn="l" fontAlgn="auto">
              <a:lnSpc>
                <a:spcPct val="150000"/>
              </a:lnSpc>
              <a:buSzPct val="25000"/>
            </a:pPr>
            <a:r>
              <a:rPr 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用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PyTorch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实现简化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Transformer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编码器层，含自注意力与前馈网络。输入句子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The chef who ran to the store because his dog was sick forgot to buy ingredients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，用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bertviz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可视化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BERT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注意力分布，观察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forgot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的注意力权重。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0" name="矩形: 圆角 4"/>
          <p:cNvSpPr/>
          <p:nvPr>
            <p:custDataLst>
              <p:tags r:id="rId2"/>
            </p:custDataLst>
          </p:nvPr>
        </p:nvSpPr>
        <p:spPr>
          <a:xfrm rot="20700000">
            <a:off x="2093869" y="4066512"/>
            <a:ext cx="480695" cy="255270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rgbClr val="00A5CC">
              <a:shade val="50000"/>
            </a:srgbClr>
          </a:lnRef>
          <a:fillRef idx="1">
            <a:srgbClr val="00A5CC"/>
          </a:fillRef>
          <a:effectRef idx="0">
            <a:srgbClr val="00A5CC"/>
          </a:effectRef>
          <a:fontRef idx="minor">
            <a:srgbClr val="FFFFFF"/>
          </a:fontRef>
        </p:style>
        <p:txBody>
          <a:bodyPr lIns="91440" tIns="45720" rIns="91440" bIns="45720"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3348000" y="3924935"/>
            <a:ext cx="5789295" cy="2376170"/>
          </a:xfrm>
          <a:prstGeom prst="rect">
            <a:avLst/>
          </a:prstGeom>
          <a:noFill/>
        </p:spPr>
        <p:txBody>
          <a:bodyPr wrap="square" lIns="91440" tIns="45720" rIns="91440" bIns="45720" rtlCol="0"/>
          <a:lstStyle/>
          <a:p>
            <a:pPr indent="457200" algn="l" fontAlgn="auto">
              <a:lnSpc>
                <a:spcPct val="150000"/>
              </a:lnSpc>
              <a:buSzPct val="25000"/>
            </a:pPr>
            <a:r>
              <a:rPr 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理解编码器结构包括多头自注意力和前馈网络，用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PyTorch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定义模型类并实现注意力计算和前向传播。准备句子经词嵌入和位置编码后传入编码器。用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bertviz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加载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BERT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模型，可视化注意力并定位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"forgot"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词的分布。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669290" y="4500880"/>
            <a:ext cx="2085975" cy="1280160"/>
            <a:chOff x="1467" y="5006"/>
            <a:chExt cx="3285" cy="2016"/>
          </a:xfrm>
        </p:grpSpPr>
        <p:sp>
          <p:nvSpPr>
            <p:cNvPr id="8" name="任意多边形 216"/>
            <p:cNvSpPr/>
            <p:nvPr>
              <p:custDataLst>
                <p:tags r:id="rId4"/>
              </p:custDataLst>
            </p:nvPr>
          </p:nvSpPr>
          <p:spPr>
            <a:xfrm>
              <a:off x="1467" y="5006"/>
              <a:ext cx="2487" cy="2017"/>
            </a:xfrm>
            <a:custGeom>
              <a:avLst/>
              <a:gdLst>
                <a:gd name="connsiteX0" fmla="*/ 2197509 w 3598606"/>
                <a:gd name="connsiteY0" fmla="*/ 0 h 2772696"/>
                <a:gd name="connsiteX1" fmla="*/ 3598606 w 3598606"/>
                <a:gd name="connsiteY1" fmla="*/ 1386348 h 2772696"/>
                <a:gd name="connsiteX2" fmla="*/ 2197509 w 3598606"/>
                <a:gd name="connsiteY2" fmla="*/ 2772696 h 2772696"/>
                <a:gd name="connsiteX3" fmla="*/ 1206784 w 3598606"/>
                <a:gd name="connsiteY3" fmla="*/ 2366644 h 2772696"/>
                <a:gd name="connsiteX4" fmla="*/ 1182168 w 3598606"/>
                <a:gd name="connsiteY4" fmla="*/ 2339845 h 2772696"/>
                <a:gd name="connsiteX5" fmla="*/ 1179866 w 3598606"/>
                <a:gd name="connsiteY5" fmla="*/ 2340077 h 2772696"/>
                <a:gd name="connsiteX6" fmla="*/ 235979 w 3598606"/>
                <a:gd name="connsiteY6" fmla="*/ 2340077 h 2772696"/>
                <a:gd name="connsiteX7" fmla="*/ 0 w 3598606"/>
                <a:gd name="connsiteY7" fmla="*/ 2104098 h 2772696"/>
                <a:gd name="connsiteX8" fmla="*/ 0 w 3598606"/>
                <a:gd name="connsiteY8" fmla="*/ 934069 h 2772696"/>
                <a:gd name="connsiteX9" fmla="*/ 235979 w 3598606"/>
                <a:gd name="connsiteY9" fmla="*/ 698090 h 2772696"/>
                <a:gd name="connsiteX10" fmla="*/ 982366 w 3598606"/>
                <a:gd name="connsiteY10" fmla="*/ 698090 h 2772696"/>
                <a:gd name="connsiteX11" fmla="*/ 1035697 w 3598606"/>
                <a:gd name="connsiteY11" fmla="*/ 611228 h 2772696"/>
                <a:gd name="connsiteX12" fmla="*/ 2197509 w 3598606"/>
                <a:gd name="connsiteY12" fmla="*/ 0 h 277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8606" h="2772696">
                  <a:moveTo>
                    <a:pt x="2197509" y="0"/>
                  </a:moveTo>
                  <a:cubicBezTo>
                    <a:pt x="2971314" y="0"/>
                    <a:pt x="3598606" y="620689"/>
                    <a:pt x="3598606" y="1386348"/>
                  </a:cubicBezTo>
                  <a:cubicBezTo>
                    <a:pt x="3598606" y="2152007"/>
                    <a:pt x="2971314" y="2772696"/>
                    <a:pt x="2197509" y="2772696"/>
                  </a:cubicBezTo>
                  <a:cubicBezTo>
                    <a:pt x="1810607" y="2772696"/>
                    <a:pt x="1460332" y="2617524"/>
                    <a:pt x="1206784" y="2366644"/>
                  </a:cubicBezTo>
                  <a:lnTo>
                    <a:pt x="1182168" y="2339845"/>
                  </a:lnTo>
                  <a:lnTo>
                    <a:pt x="1179866" y="2340077"/>
                  </a:lnTo>
                  <a:lnTo>
                    <a:pt x="235979" y="2340077"/>
                  </a:lnTo>
                  <a:cubicBezTo>
                    <a:pt x="105651" y="2340077"/>
                    <a:pt x="0" y="2234426"/>
                    <a:pt x="0" y="2104098"/>
                  </a:cubicBezTo>
                  <a:lnTo>
                    <a:pt x="0" y="934069"/>
                  </a:lnTo>
                  <a:cubicBezTo>
                    <a:pt x="0" y="803741"/>
                    <a:pt x="105651" y="698090"/>
                    <a:pt x="235979" y="698090"/>
                  </a:cubicBezTo>
                  <a:lnTo>
                    <a:pt x="982366" y="698090"/>
                  </a:lnTo>
                  <a:lnTo>
                    <a:pt x="1035697" y="611228"/>
                  </a:lnTo>
                  <a:cubicBezTo>
                    <a:pt x="1287485" y="242457"/>
                    <a:pt x="1713881" y="0"/>
                    <a:pt x="2197509" y="0"/>
                  </a:cubicBezTo>
                  <a:close/>
                </a:path>
              </a:pathLst>
            </a:custGeom>
            <a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9" name="任意多边形 30"/>
            <p:cNvSpPr/>
            <p:nvPr>
              <p:custDataLst>
                <p:tags r:id="rId6"/>
              </p:custDataLst>
            </p:nvPr>
          </p:nvSpPr>
          <p:spPr>
            <a:xfrm>
              <a:off x="1615" y="5125"/>
              <a:ext cx="2193" cy="1779"/>
            </a:xfrm>
            <a:custGeom>
              <a:avLst/>
              <a:gdLst>
                <a:gd name="connsiteX0" fmla="*/ 2197509 w 3598606"/>
                <a:gd name="connsiteY0" fmla="*/ 0 h 2772696"/>
                <a:gd name="connsiteX1" fmla="*/ 3598606 w 3598606"/>
                <a:gd name="connsiteY1" fmla="*/ 1386348 h 2772696"/>
                <a:gd name="connsiteX2" fmla="*/ 2197509 w 3598606"/>
                <a:gd name="connsiteY2" fmla="*/ 2772696 h 2772696"/>
                <a:gd name="connsiteX3" fmla="*/ 1206784 w 3598606"/>
                <a:gd name="connsiteY3" fmla="*/ 2366644 h 2772696"/>
                <a:gd name="connsiteX4" fmla="*/ 1182168 w 3598606"/>
                <a:gd name="connsiteY4" fmla="*/ 2339845 h 2772696"/>
                <a:gd name="connsiteX5" fmla="*/ 1179866 w 3598606"/>
                <a:gd name="connsiteY5" fmla="*/ 2340077 h 2772696"/>
                <a:gd name="connsiteX6" fmla="*/ 235979 w 3598606"/>
                <a:gd name="connsiteY6" fmla="*/ 2340077 h 2772696"/>
                <a:gd name="connsiteX7" fmla="*/ 0 w 3598606"/>
                <a:gd name="connsiteY7" fmla="*/ 2104098 h 2772696"/>
                <a:gd name="connsiteX8" fmla="*/ 0 w 3598606"/>
                <a:gd name="connsiteY8" fmla="*/ 934069 h 2772696"/>
                <a:gd name="connsiteX9" fmla="*/ 235979 w 3598606"/>
                <a:gd name="connsiteY9" fmla="*/ 698090 h 2772696"/>
                <a:gd name="connsiteX10" fmla="*/ 982366 w 3598606"/>
                <a:gd name="connsiteY10" fmla="*/ 698090 h 2772696"/>
                <a:gd name="connsiteX11" fmla="*/ 1035697 w 3598606"/>
                <a:gd name="connsiteY11" fmla="*/ 611228 h 2772696"/>
                <a:gd name="connsiteX12" fmla="*/ 2197509 w 3598606"/>
                <a:gd name="connsiteY12" fmla="*/ 0 h 277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8606" h="2772696">
                  <a:moveTo>
                    <a:pt x="2197509" y="0"/>
                  </a:moveTo>
                  <a:cubicBezTo>
                    <a:pt x="2971314" y="0"/>
                    <a:pt x="3598606" y="620689"/>
                    <a:pt x="3598606" y="1386348"/>
                  </a:cubicBezTo>
                  <a:cubicBezTo>
                    <a:pt x="3598606" y="2152007"/>
                    <a:pt x="2971314" y="2772696"/>
                    <a:pt x="2197509" y="2772696"/>
                  </a:cubicBezTo>
                  <a:cubicBezTo>
                    <a:pt x="1810607" y="2772696"/>
                    <a:pt x="1460332" y="2617524"/>
                    <a:pt x="1206784" y="2366644"/>
                  </a:cubicBezTo>
                  <a:lnTo>
                    <a:pt x="1182168" y="2339845"/>
                  </a:lnTo>
                  <a:lnTo>
                    <a:pt x="1179866" y="2340077"/>
                  </a:lnTo>
                  <a:lnTo>
                    <a:pt x="235979" y="2340077"/>
                  </a:lnTo>
                  <a:cubicBezTo>
                    <a:pt x="105651" y="2340077"/>
                    <a:pt x="0" y="2234426"/>
                    <a:pt x="0" y="2104098"/>
                  </a:cubicBezTo>
                  <a:lnTo>
                    <a:pt x="0" y="934069"/>
                  </a:lnTo>
                  <a:cubicBezTo>
                    <a:pt x="0" y="803741"/>
                    <a:pt x="105651" y="698090"/>
                    <a:pt x="235979" y="698090"/>
                  </a:cubicBezTo>
                  <a:lnTo>
                    <a:pt x="982366" y="698090"/>
                  </a:lnTo>
                  <a:lnTo>
                    <a:pt x="1035697" y="611228"/>
                  </a:lnTo>
                  <a:cubicBezTo>
                    <a:pt x="1287485" y="242457"/>
                    <a:pt x="1713881" y="0"/>
                    <a:pt x="2197509" y="0"/>
                  </a:cubicBezTo>
                  <a:close/>
                </a:path>
              </a:pathLst>
            </a:custGeom>
            <a:solidFill>
              <a:srgbClr val="FFFFFF">
                <a:alpha val="90000"/>
              </a:srgbClr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11" name="矩形: 圆角 27"/>
            <p:cNvSpPr/>
            <p:nvPr>
              <p:custDataLst>
                <p:tags r:id="rId7"/>
              </p:custDataLst>
            </p:nvPr>
          </p:nvSpPr>
          <p:spPr>
            <a:xfrm rot="20817892">
              <a:off x="3767" y="5140"/>
              <a:ext cx="793" cy="371"/>
            </a:xfrm>
            <a:prstGeom prst="roundRect">
              <a:avLst>
                <a:gd name="adj" fmla="val 50000"/>
              </a:avLst>
            </a:prstGeom>
            <a:solidFill>
              <a:srgbClr val="1E74AD"/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>
                <a:solidFill>
                  <a:srgbClr val="FFFFFF"/>
                </a:solidFill>
              </a:endParaRPr>
            </a:p>
          </p:txBody>
        </p:sp>
        <p:sp>
          <p:nvSpPr>
            <p:cNvPr id="12" name="矩形: 圆角 28"/>
            <p:cNvSpPr/>
            <p:nvPr>
              <p:custDataLst>
                <p:tags r:id="rId8"/>
              </p:custDataLst>
            </p:nvPr>
          </p:nvSpPr>
          <p:spPr>
            <a:xfrm>
              <a:off x="3954" y="6217"/>
              <a:ext cx="799" cy="432"/>
            </a:xfrm>
            <a:prstGeom prst="roundRect">
              <a:avLst>
                <a:gd name="adj" fmla="val 50000"/>
              </a:avLst>
            </a:prstGeom>
            <a:solidFill>
              <a:srgbClr val="0DBBAF"/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/>
            <p:cNvSpPr txBox="1"/>
            <p:nvPr>
              <p:custDataLst>
                <p:tags r:id="rId9"/>
              </p:custDataLst>
            </p:nvPr>
          </p:nvSpPr>
          <p:spPr>
            <a:xfrm>
              <a:off x="2242" y="5531"/>
              <a:ext cx="1244" cy="96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  <a:t>解题</a:t>
              </a:r>
              <a:b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</a:br>
              <a: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  <a:t>思路</a:t>
              </a:r>
              <a:endParaRPr lang="zh-CN" altLang="en-US" sz="1600" b="1" spc="30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grpSp>
        <p:nvGrpSpPr>
          <p:cNvPr id="15" name="组合 14"/>
          <p:cNvGrpSpPr/>
          <p:nvPr/>
        </p:nvGrpSpPr>
        <p:grpSpPr>
          <a:xfrm>
            <a:off x="9264015" y="3105150"/>
            <a:ext cx="2187575" cy="3347085"/>
            <a:chOff x="17395952" y="4962815"/>
            <a:chExt cx="1235881" cy="2128737"/>
          </a:xfrm>
        </p:grpSpPr>
        <p:pic>
          <p:nvPicPr>
            <p:cNvPr id="16" name="图片 15"/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395952" y="4962815"/>
              <a:ext cx="1235881" cy="2128737"/>
            </a:xfrm>
            <a:prstGeom prst="rect">
              <a:avLst/>
            </a:prstGeom>
          </p:spPr>
        </p:pic>
        <p:sp>
          <p:nvSpPr>
            <p:cNvPr id="17" name="文本框 16"/>
            <p:cNvSpPr txBox="1"/>
            <p:nvPr/>
          </p:nvSpPr>
          <p:spPr>
            <a:xfrm>
              <a:off x="17713801" y="5281459"/>
              <a:ext cx="600541" cy="3711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3200" dirty="0"/>
                <a:t>提示</a:t>
              </a:r>
              <a:endParaRPr lang="zh-CN" altLang="en-US" sz="3200" dirty="0"/>
            </a:p>
          </p:txBody>
        </p:sp>
      </p:grpSp>
    </p:spTree>
    <p:custDataLst>
      <p:tags r:id="rId1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ldLvl="0" animBg="1"/>
      <p:bldP spid="1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>
            <p:custDataLst>
              <p:tags r:id="rId2"/>
            </p:custDataLst>
          </p:nvPr>
        </p:nvSpPr>
        <p:spPr>
          <a:xfrm>
            <a:off x="2802890" y="2288540"/>
            <a:ext cx="7174865" cy="76835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buClrTx/>
              <a:buSzTx/>
              <a:buFontTx/>
            </a:pPr>
            <a:r>
              <a:rPr lang="zh-CN" altLang="zh-CN" sz="4400" b="1" dirty="0">
                <a:latin typeface="+mj-ea"/>
                <a:ea typeface="+mj-ea"/>
                <a:cs typeface="+mj-ea"/>
                <a:sym typeface="+mn-ea"/>
              </a:rPr>
              <a:t>谢谢大家学习</a:t>
            </a:r>
            <a:endParaRPr lang="zh-CN" altLang="zh-CN" sz="4400" b="1" dirty="0">
              <a:latin typeface="+mj-ea"/>
              <a:ea typeface="+mj-ea"/>
              <a:cs typeface="+mj-ea"/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3127676" y="4489933"/>
            <a:ext cx="6096000" cy="1135054"/>
          </a:xfrm>
          <a:prstGeom prst="rect">
            <a:avLst/>
          </a:prstGeom>
        </p:spPr>
        <p:txBody>
          <a:bodyPr>
            <a:spAutoFit/>
          </a:bodyPr>
          <a:lstStyle/>
          <a:p>
            <a:pPr indent="266700" algn="ctr" latinLnBrk="1">
              <a:lnSpc>
                <a:spcPct val="150000"/>
              </a:lnSpc>
              <a:spcAft>
                <a:spcPts val="0"/>
              </a:spcAft>
            </a:pPr>
            <a:r>
              <a:rPr lang="en-US" altLang="zh-CN" sz="2400" b="1" kern="100" dirty="0">
                <a:solidFill>
                  <a:srgbClr val="2F5496"/>
                </a:solidFill>
                <a:latin typeface="+mn-ea"/>
              </a:rPr>
              <a:t>The wise lead The willing follow</a:t>
            </a:r>
            <a:endParaRPr lang="zh-CN" altLang="zh-CN" sz="2400" b="1" kern="100" dirty="0">
              <a:latin typeface="+mn-ea"/>
            </a:endParaRPr>
          </a:p>
          <a:p>
            <a:pPr algn="ctr">
              <a:lnSpc>
                <a:spcPct val="150000"/>
              </a:lnSpc>
            </a:pPr>
            <a:r>
              <a:rPr lang="zh-CN" altLang="zh-CN" sz="2400" b="1" kern="100" dirty="0">
                <a:solidFill>
                  <a:srgbClr val="2F5496"/>
                </a:solidFill>
                <a:latin typeface="+mn-ea"/>
                <a:cs typeface="Times New Roman" panose="02020603050405020304" charset="0"/>
              </a:rPr>
              <a:t>让学习者与优秀者同行</a:t>
            </a:r>
            <a:endParaRPr lang="zh-CN" altLang="en-US" sz="2400" b="1" dirty="0">
              <a:latin typeface="+mn-ea"/>
            </a:endParaRPr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1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132.xml><?xml version="1.0" encoding="utf-8"?>
<p:tagLst xmlns:p="http://schemas.openxmlformats.org/presentationml/2006/main">
  <p:tag name="KSO_WM_FULL_TEXT_BEAUTIFY_COPY_ID" val="35"/>
</p:tagLst>
</file>

<file path=ppt/tags/tag133.xml><?xml version="1.0" encoding="utf-8"?>
<p:tagLst xmlns:p="http://schemas.openxmlformats.org/presentationml/2006/main">
  <p:tag name="KSO_WM_FULL_TEXT_BEAUTIFY_COPY_ID" val="5"/>
</p:tagLst>
</file>

<file path=ppt/tags/tag134.xml><?xml version="1.0" encoding="utf-8"?>
<p:tagLst xmlns:p="http://schemas.openxmlformats.org/presentationml/2006/main">
  <p:tag name="KSO_WM_FULL_TEXT_BEAUTIFY_COPY_ID" val="10"/>
</p:tagLst>
</file>

<file path=ppt/tags/tag135.xml><?xml version="1.0" encoding="utf-8"?>
<p:tagLst xmlns:p="http://schemas.openxmlformats.org/presentationml/2006/main">
  <p:tag name="KSO_WM_FULL_TEXT_BEAUTIFY_COPY_ID" val="150995359"/>
</p:tagLst>
</file>

<file path=ppt/tags/tag13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37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38.xml><?xml version="1.0" encoding="utf-8"?>
<p:tagLst xmlns:p="http://schemas.openxmlformats.org/presentationml/2006/main">
  <p:tag name="ISLIDE.PICTURE" val="#237962;"/>
  <p:tag name="ISLIDE.VECTOR" val="#431601;"/>
</p:tagLst>
</file>

<file path=ppt/tags/tag13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3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4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5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6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7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8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3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4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5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6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7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8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1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12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13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14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15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16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17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18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19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20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21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22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23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24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25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26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27.xml><?xml version="1.0" encoding="utf-8"?>
<p:tagLst xmlns:p="http://schemas.openxmlformats.org/presentationml/2006/main">
  <p:tag name="KSO_WM_BEAUTIFY_FLAG" val=""/>
</p:tagLst>
</file>

<file path=ppt/tags/tag228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29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30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31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32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33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34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35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36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37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38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39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40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41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42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43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44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45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46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47.xml><?xml version="1.0" encoding="utf-8"?>
<p:tagLst xmlns:p="http://schemas.openxmlformats.org/presentationml/2006/main">
  <p:tag name="KSO_WM_BEAUTIFY_FLAG" val=""/>
</p:tagLst>
</file>

<file path=ppt/tags/tag248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49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50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51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52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53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54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55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56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57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58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59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60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61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62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63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64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65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66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67.xml><?xml version="1.0" encoding="utf-8"?>
<p:tagLst xmlns:p="http://schemas.openxmlformats.org/presentationml/2006/main">
  <p:tag name="KSO_WM_BEAUTIFY_FLAG" val=""/>
</p:tagLst>
</file>

<file path=ppt/tags/tag268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69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70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71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72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73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74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75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76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77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78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79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80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81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82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83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84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85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86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87.xml><?xml version="1.0" encoding="utf-8"?>
<p:tagLst xmlns:p="http://schemas.openxmlformats.org/presentationml/2006/main">
  <p:tag name="KSO_WM_BEAUTIFY_FLAG" val=""/>
</p:tagLst>
</file>

<file path=ppt/tags/tag288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89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90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9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9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9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9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9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9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9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9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9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0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0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0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0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0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0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0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0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0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0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1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1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1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1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1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15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16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17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18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19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20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21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22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23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24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25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26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27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28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29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30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31.xml><?xml version="1.0" encoding="utf-8"?>
<p:tagLst xmlns:p="http://schemas.openxmlformats.org/presentationml/2006/main">
  <p:tag name="KSO_WM_BEAUTIFY_FLAG" val=""/>
</p:tagLst>
</file>

<file path=ppt/tags/tag332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33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34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35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36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37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38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39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40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41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42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43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44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45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46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47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48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49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50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51.xml><?xml version="1.0" encoding="utf-8"?>
<p:tagLst xmlns:p="http://schemas.openxmlformats.org/presentationml/2006/main">
  <p:tag name="KSO_WM_BEAUTIFY_FLAG" val=""/>
</p:tagLst>
</file>

<file path=ppt/tags/tag352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53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54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55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56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57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58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59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60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61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62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63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64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65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66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67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68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69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70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71.xml><?xml version="1.0" encoding="utf-8"?>
<p:tagLst xmlns:p="http://schemas.openxmlformats.org/presentationml/2006/main">
  <p:tag name="KSO_WM_BEAUTIFY_FLAG" val=""/>
</p:tagLst>
</file>

<file path=ppt/tags/tag372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73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74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75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76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77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78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79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80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81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82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83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84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85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86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87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88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89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90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91.xml><?xml version="1.0" encoding="utf-8"?>
<p:tagLst xmlns:p="http://schemas.openxmlformats.org/presentationml/2006/main">
  <p:tag name="KSO_WM_BEAUTIFY_FLAG" val=""/>
</p:tagLst>
</file>

<file path=ppt/tags/tag392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93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94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9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9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9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9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9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0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0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0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0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0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0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0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0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0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0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1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1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1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1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1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1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1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1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1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1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12505_1*a*1"/>
  <p:tag name="KSO_WM_TEMPLATE_CATEGORY" val="diagram"/>
  <p:tag name="KSO_WM_TEMPLATE_INDEX" val="20212505"/>
  <p:tag name="KSO_WM_UNIT_LAYERLEVEL" val="1"/>
  <p:tag name="KSO_WM_TAG_VERSION" val="1.0"/>
  <p:tag name="KSO_WM_BEAUTIFY_FLAG" val="#wm#"/>
  <p:tag name="KSO_WM_UNIT_PRESET_TEXT" val="添加标题"/>
  <p:tag name="KSO_WM_UNIT_DEFAULT_FONT" val="24;44;4"/>
  <p:tag name="KSO_WM_UNIT_BLOCK" val="0"/>
  <p:tag name="KSO_WM_UNIT_SHOW_EDIT_AREA_INDICATION" val="1"/>
  <p:tag name="KSO_WM_CHIP_GROUPID" val="5e7881253197e252a37019b5"/>
  <p:tag name="KSO_WM_CHIP_XID" val="5e7881253197e252a37019b6"/>
  <p:tag name="KSO_WM_UNIT_DEC_AREA_ID" val="dfb909eadf484dc3876a0256f2cb5a48"/>
  <p:tag name="KSO_WM_UNIT_DECORATE_INFO" val=""/>
  <p:tag name="KSO_WM_UNIT_SM_LIMIT_TYPE" val=""/>
  <p:tag name="KSO_WM_CHIP_FILLAREA_FILL_RULE" val="{&quot;fill_align&quot;:&quot;lb&quot;,&quot;fill_mode&quot;:&quot;full&quot;,&quot;sacle_strategy&quot;:&quot;smart&quot;}"/>
  <p:tag name="KSO_WM_ASSEMBLE_CHIP_INDEX" val="ec7b93d0206d4dd484ef81e61a7129e0"/>
  <p:tag name="KSO_WM_UNIT_TEXT_FILL_FORE_SCHEMECOLOR_INDEX_BRIGHTNESS" val="0"/>
  <p:tag name="KSO_WM_UNIT_TEXT_FILL_FORE_SCHEMECOLOR_INDEX" val="13"/>
  <p:tag name="KSO_WM_UNIT_TEXT_FILL_TYPE" val="1"/>
  <p:tag name="KSO_WM_TEMPLATE_ASSEMBLE_XID" val="5f9fcf8958547e52881a49e8"/>
  <p:tag name="KSO_WM_TEMPLATE_ASSEMBLE_GROUPID" val="5f9fcf8958547e52881a49e8"/>
</p:tagLst>
</file>

<file path=ppt/tags/tag420.xml><?xml version="1.0" encoding="utf-8"?>
<p:tagLst xmlns:p="http://schemas.openxmlformats.org/presentationml/2006/main">
  <p:tag name="KSO_WM_SLIDE_ID" val="diagram20212505_1"/>
  <p:tag name="KSO_WM_TEMPLATE_SUBCATEGORY" val="21"/>
  <p:tag name="KSO_WM_TEMPLATE_MASTER_TYPE" val="0"/>
  <p:tag name="KSO_WM_TEMPLATE_COLOR_TYPE" val="1"/>
  <p:tag name="KSO_WM_SLIDE_ITEM_CNT" val="0"/>
  <p:tag name="KSO_WM_SLIDE_INDEX" val="1"/>
  <p:tag name="KSO_WM_TAG_VERSION" val="1.0"/>
  <p:tag name="KSO_WM_BEAUTIFY_FLAG" val="#wm#"/>
  <p:tag name="KSO_WM_TEMPLATE_CATEGORY" val="diagram"/>
  <p:tag name="KSO_WM_TEMPLATE_INDEX" val="20212505"/>
  <p:tag name="KSO_WM_SLIDE_TYPE" val="text"/>
  <p:tag name="KSO_WM_SLIDE_SUBTYPE" val="picTxt"/>
  <p:tag name="KSO_WM_SLIDE_SIZE" val="959*539"/>
  <p:tag name="KSO_WM_SLIDE_POSITION" val="0*0"/>
  <p:tag name="KSO_WM_DIAGRAM_GROUP_CODE" val="m1-1"/>
  <p:tag name="KSO_WM_SLIDE_DIAGTYPE" val="m"/>
  <p:tag name="KSO_WM_SLIDE_LAYOUT" val="a_d_f"/>
  <p:tag name="KSO_WM_SLIDE_LAYOUT_CNT" val="1_1_1"/>
  <p:tag name="KSO_WM_SLIDE_COLORSCHEME_VERSION" val="3.2"/>
  <p:tag name="KSO_WM_SLIDE_LAYOUT_INFO" val="{&quot;backgroundInfo&quot;:[{&quot;bottom&quot;:0,&quot;bottomAbs&quot;:false,&quot;left&quot;:0,&quot;leftAbs&quot;:false,&quot;right&quot;:0,&quot;rightAbs&quot;:false,&quot;top&quot;:0,&quot;topAbs&quot;:false,&quot;type&quot;:&quot;general&quot;}],&quot;direction&quot;:1,&quot;id&quot;:&quot;2020-11-02T17:21:13&quot;,&quot;maxSize&quot;:{&quot;size1&quot;:49.99961833602962},&quot;minSize&quot;:{&quot;size1&quot;:37.49961833602962},&quot;normalSize&quot;:{&quot;size1&quot;:48.599618336029621},&quot;subLayout&quot;:[{&quot;id&quot;:&quot;2020-11-02T17:21:13&quot;,&quot;maxSize&quot;:{&quot;size1&quot;:51.100000000000001},&quot;minSize&quot;:{&quot;size1&quot;:31.100000000000001},&quot;normalSize&quot;:{&quot;size1&quot;:40.100000000000001},&quot;subLayout&quot;:[{&quot;id&quot;:&quot;2020-11-02T17:21:13&quot;,&quot;margin&quot;:{&quot;bottom&quot;:0.026000002399086952,&quot;left&quot;:2.5399999618530273,&quot;right&quot;:0.026000002399086952,&quot;top&quot;:3.809999942779541},&quot;type&quot;:0},{&quot;id&quot;:&quot;2020-11-02T17:21:13&quot;,&quot;margin&quot;:{&quot;bottom&quot;:4.2329998016357422,&quot;left&quot;:2.5399999618530273,&quot;right&quot;:0.026000002399086952,&quot;top&quot;:0.81999999284744263},&quot;type&quot;:0}],&quot;type&quot;:0},{&quot;id&quot;:&quot;2020-11-02T17:21:13&quot;,&quot;margin&quot;:{&quot;bottom&quot;:1.6929999589920044,&quot;left&quot;:2.1170001029968262,&quot;right&quot;:2.5399999618530273,&quot;top&quot;:1.6929999589920044},&quot;type&quot;:0}],&quot;type&quot;:0}"/>
  <p:tag name="KSO_WM_SLIDE_BACKGROUND" val="[&quot;general&quot;]"/>
  <p:tag name="KSO_WM_SLIDE_RATIO" val="1.777778"/>
  <p:tag name="KSO_WM_CHIP_INFOS" val="{&quot;layout_type&quot;:&quot;leftright&quot;,&quot;layout_feature&quot;:1,&quot;tags&quot;:{&quot;style&quot;:[&quot;商务&quot;,&quot;简约&quot;,&quot;文艺清新&quot;,&quot;中国风&quot;,&quot;卡通&quot;,&quot;欧美风&quot;,&quot;黑板风&quot;,&quot;渐变风&quot;,&quot;党政风&quot;]},&quot;slide_type&quot;:[&quot;text&quot;],&quot;aspect_ratio&quot;:&quot;16:9&quot;,&quot;diagram&quot;:{&quot;type&quot;:[],&quot;direction&quot;:0,&quot;isSupportDecBetweenItems&quot;:false}}"/>
  <p:tag name="KSO_WM_CHIP_FILLPROP" val="[[{&quot;fill_id&quot;:&quot;d72ddcd8164b47abbb844c26f9b1c22e&quot;,&quot;fill_align&quot;:&quot;lb&quot;,&quot;text_align&quot;:&quot;lb&quot;,&quot;text_direction&quot;:&quot;horizontal&quot;,&quot;chip_types&quot;:[&quot;header&quot;]},{&quot;fill_id&quot;:&quot;ac4bd4ae6b3343f1999d7f7c8f946581&quot;,&quot;fill_align&quot;:&quot;lt&quot;,&quot;text_align&quot;:&quot;lt&quot;,&quot;text_direction&quot;:&quot;horizontal&quot;,&quot;chip_types&quot;:[&quot;text&quot;,&quot;chart&quot;,&quot;table&quot;]},{&quot;fill_id&quot;:&quot;0d50cc8ab1cb48459d90f269727d3fbc&quot;,&quot;fill_align&quot;:&quot;lm&quot;,&quot;text_align&quot;:&quot;lm&quot;,&quot;text_direction&quot;:&quot;horizontal&quot;,&quot;chip_types&quot;:[&quot;pictext&quot;,&quot;picture&quot;,&quot;chart&quot;,&quot;table&quot;,&quot;video&quot;],&quot;support_features&quot;:[&quot;collage&quot;,&quot;carousel&quot;,&quot;creativecrop&quot;]}]]"/>
  <p:tag name="KSO_WM_CHIP_XID" val="5ef3191ec6295c63c1a2e033"/>
  <p:tag name="KSO_WM_CHIP_GROUPID" val="5ef3191ec6295c63c1a2e032"/>
  <p:tag name="KSO_WM_SLIDE_BK_DARK_LIGHT" val="2"/>
  <p:tag name="KSO_WM_SLIDE_BACKGROUND_TYPE" val="general"/>
  <p:tag name="KSO_WM_SLIDE_SUPPORT_FEATURE_TYPE" val="7"/>
  <p:tag name="KSO_WM_TEMPLATE_ASSEMBLE_XID" val="5f9fcf8958547e52881a49e8"/>
  <p:tag name="KSO_WM_TEMPLATE_ASSEMBLE_GROUPID" val="5f9fcf8958547e52881a49e8"/>
</p:tagLst>
</file>

<file path=ppt/tags/tag42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2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2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2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2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2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2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2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2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3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3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3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3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3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3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3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3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3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3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4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4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4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4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4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4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12505_1*a*1"/>
  <p:tag name="KSO_WM_TEMPLATE_CATEGORY" val="diagram"/>
  <p:tag name="KSO_WM_TEMPLATE_INDEX" val="20212505"/>
  <p:tag name="KSO_WM_UNIT_LAYERLEVEL" val="1"/>
  <p:tag name="KSO_WM_TAG_VERSION" val="1.0"/>
  <p:tag name="KSO_WM_BEAUTIFY_FLAG" val="#wm#"/>
  <p:tag name="KSO_WM_UNIT_PRESET_TEXT" val="添加标题"/>
  <p:tag name="KSO_WM_UNIT_DEFAULT_FONT" val="24;44;4"/>
  <p:tag name="KSO_WM_UNIT_BLOCK" val="0"/>
  <p:tag name="KSO_WM_UNIT_SHOW_EDIT_AREA_INDICATION" val="1"/>
  <p:tag name="KSO_WM_CHIP_GROUPID" val="5e7881253197e252a37019b5"/>
  <p:tag name="KSO_WM_CHIP_XID" val="5e7881253197e252a37019b6"/>
  <p:tag name="KSO_WM_UNIT_DEC_AREA_ID" val="dfb909eadf484dc3876a0256f2cb5a48"/>
  <p:tag name="KSO_WM_UNIT_DECORATE_INFO" val=""/>
  <p:tag name="KSO_WM_UNIT_SM_LIMIT_TYPE" val=""/>
  <p:tag name="KSO_WM_CHIP_FILLAREA_FILL_RULE" val="{&quot;fill_align&quot;:&quot;lb&quot;,&quot;fill_mode&quot;:&quot;full&quot;,&quot;sacle_strategy&quot;:&quot;smart&quot;}"/>
  <p:tag name="KSO_WM_ASSEMBLE_CHIP_INDEX" val="ec7b93d0206d4dd484ef81e61a7129e0"/>
  <p:tag name="KSO_WM_UNIT_TEXT_FILL_FORE_SCHEMECOLOR_INDEX_BRIGHTNESS" val="0"/>
  <p:tag name="KSO_WM_UNIT_TEXT_FILL_FORE_SCHEMECOLOR_INDEX" val="13"/>
  <p:tag name="KSO_WM_UNIT_TEXT_FILL_TYPE" val="1"/>
  <p:tag name="KSO_WM_TEMPLATE_ASSEMBLE_XID" val="5f9fcf8958547e52881a49e8"/>
  <p:tag name="KSO_WM_TEMPLATE_ASSEMBLE_GROUPID" val="5f9fcf8958547e52881a49e8"/>
</p:tagLst>
</file>

<file path=ppt/tags/tag4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1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5"/>
  <p:tag name="KSO_WM_UNIT_FILL_TYPE" val="1"/>
  <p:tag name="KSO_WM_UNIT_TEXT_FILL_FORE_SCHEMECOLOR_INDEX" val="2"/>
  <p:tag name="KSO_WM_UNIT_TEXT_FILL_TYPE" val="1"/>
</p:tagLst>
</file>

<file path=ppt/tags/tag447.xml><?xml version="1.0" encoding="utf-8"?>
<p:tagLst xmlns:p="http://schemas.openxmlformats.org/presentationml/2006/main">
  <p:tag name="KSO_WM_UNIT_PRESET_TEXT" val="单击此处添加文本具体内容，简明扼要地阐述你的观点"/>
  <p:tag name="KSO_WM_UNIT_NOCLEAR" val="0"/>
  <p:tag name="KSO_WM_UNIT_VALUE" val="32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f*1_2_1_1"/>
  <p:tag name="KSO_WM_TEMPLATE_CATEGORY" val="diagram"/>
  <p:tag name="KSO_WM_TEMPLATE_INDEX" val="20169686"/>
  <p:tag name="KSO_WM_UNIT_LAYERLEVEL" val="1_1_1_1"/>
  <p:tag name="KSO_WM_TAG_VERSION" val="1.0"/>
  <p:tag name="KSO_WM_UNIT_TEXT_FILL_FORE_SCHEMECOLOR_INDEX" val="13"/>
  <p:tag name="KSO_WM_UNIT_TEXT_FILL_TYPE" val="1"/>
</p:tagLst>
</file>

<file path=ppt/tags/tag4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1"/>
  <p:tag name="KSO_WM_TEMPLATE_CATEGORY" val="diagram"/>
  <p:tag name="KSO_WM_TEMPLATE_INDEX" val="20169686"/>
  <p:tag name="KSO_WM_UNIT_LAYERLEVEL" val="1_1_1"/>
  <p:tag name="KSO_WM_TAG_VERSION" val="1.0"/>
  <p:tag name="KSO_WM_UNIT_TEXT_FILL_FORE_SCHEMECOLOR_INDEX" val="2"/>
  <p:tag name="KSO_WM_UNIT_TEXT_FILL_TYPE" val="1"/>
</p:tagLst>
</file>

<file path=ppt/tags/tag4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2"/>
  <p:tag name="KSO_WM_TEMPLATE_CATEGORY" val="diagram"/>
  <p:tag name="KSO_WM_TEMPLATE_INDEX" val="20169686"/>
  <p:tag name="KSO_WM_UNIT_LAYERLEVEL" val="1_1_1"/>
  <p:tag name="KSO_WM_TAG_VERSION" val="1.0"/>
  <p:tag name="KSO_WM_UNIT_FILL_FORE_SCHEMECOLOR_INDEX" val="14"/>
  <p:tag name="KSO_WM_UNIT_FILL_TYPE" val="1"/>
  <p:tag name="KSO_WM_UNIT_TEXT_FILL_FORE_SCHEMECOLOR_INDEX" val="2"/>
  <p:tag name="KSO_WM_UNIT_TEXT_FILL_TYPE" val="1"/>
</p:tagLst>
</file>

<file path=ppt/tags/tag4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2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6"/>
  <p:tag name="KSO_WM_UNIT_FILL_TYPE" val="1"/>
  <p:tag name="KSO_WM_UNIT_TEXT_FILL_FORE_SCHEMECOLOR_INDEX" val="14"/>
  <p:tag name="KSO_WM_UNIT_TEXT_FILL_TYPE" val="1"/>
</p:tagLst>
</file>

<file path=ppt/tags/tag4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3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3"/>
  <p:tag name="KSO_WM_TEMPLATE_CATEGORY" val="diagram"/>
  <p:tag name="KSO_WM_TEMPLATE_INDEX" val="20169686"/>
  <p:tag name="KSO_WM_UNIT_LAYERLEVEL" val="1_1_1"/>
  <p:tag name="KSO_WM_TAG_VERSION" val="1.0"/>
  <p:tag name="KSO_WM_UNIT_TEXT_FILL_FORE_SCHEMECOLOR_INDEX" val="13"/>
  <p:tag name="KSO_WM_UNIT_TEXT_FILL_TYPE" val="1"/>
</p:tagLst>
</file>

<file path=ppt/tags/tag453.xml><?xml version="1.0" encoding="utf-8"?>
<p:tagLst xmlns:p="http://schemas.openxmlformats.org/presentationml/2006/main">
  <p:tag name="KSO_WM_SLIDE_ID" val="diagram20212505_1"/>
  <p:tag name="KSO_WM_TEMPLATE_SUBCATEGORY" val="21"/>
  <p:tag name="KSO_WM_TEMPLATE_MASTER_TYPE" val="0"/>
  <p:tag name="KSO_WM_TEMPLATE_COLOR_TYPE" val="1"/>
  <p:tag name="KSO_WM_SLIDE_ITEM_CNT" val="0"/>
  <p:tag name="KSO_WM_SLIDE_INDEX" val="1"/>
  <p:tag name="KSO_WM_TAG_VERSION" val="1.0"/>
  <p:tag name="KSO_WM_BEAUTIFY_FLAG" val="#wm#"/>
  <p:tag name="KSO_WM_TEMPLATE_CATEGORY" val="diagram"/>
  <p:tag name="KSO_WM_TEMPLATE_INDEX" val="20212505"/>
  <p:tag name="KSO_WM_SLIDE_TYPE" val="text"/>
  <p:tag name="KSO_WM_SLIDE_SUBTYPE" val="picTxt"/>
  <p:tag name="KSO_WM_SLIDE_SIZE" val="959*539"/>
  <p:tag name="KSO_WM_SLIDE_POSITION" val="0*0"/>
  <p:tag name="KSO_WM_DIAGRAM_GROUP_CODE" val="m1-1"/>
  <p:tag name="KSO_WM_SLIDE_DIAGTYPE" val="m"/>
  <p:tag name="KSO_WM_SLIDE_LAYOUT" val="a_d_f"/>
  <p:tag name="KSO_WM_SLIDE_LAYOUT_CNT" val="1_1_1"/>
  <p:tag name="KSO_WM_SLIDE_COLORSCHEME_VERSION" val="3.2"/>
  <p:tag name="KSO_WM_SLIDE_LAYOUT_INFO" val="{&quot;backgroundInfo&quot;:[{&quot;bottom&quot;:0,&quot;bottomAbs&quot;:false,&quot;left&quot;:0,&quot;leftAbs&quot;:false,&quot;right&quot;:0,&quot;rightAbs&quot;:false,&quot;top&quot;:0,&quot;topAbs&quot;:false,&quot;type&quot;:&quot;general&quot;}],&quot;direction&quot;:1,&quot;id&quot;:&quot;2020-11-02T17:21:13&quot;,&quot;maxSize&quot;:{&quot;size1&quot;:49.99961833602962},&quot;minSize&quot;:{&quot;size1&quot;:37.49961833602962},&quot;normalSize&quot;:{&quot;size1&quot;:48.599618336029621},&quot;subLayout&quot;:[{&quot;id&quot;:&quot;2020-11-02T17:21:13&quot;,&quot;maxSize&quot;:{&quot;size1&quot;:51.100000000000001},&quot;minSize&quot;:{&quot;size1&quot;:31.100000000000001},&quot;normalSize&quot;:{&quot;size1&quot;:40.100000000000001},&quot;subLayout&quot;:[{&quot;id&quot;:&quot;2020-11-02T17:21:13&quot;,&quot;margin&quot;:{&quot;bottom&quot;:0.026000002399086952,&quot;left&quot;:2.5399999618530273,&quot;right&quot;:0.026000002399086952,&quot;top&quot;:3.809999942779541},&quot;type&quot;:0},{&quot;id&quot;:&quot;2020-11-02T17:21:13&quot;,&quot;margin&quot;:{&quot;bottom&quot;:4.2329998016357422,&quot;left&quot;:2.5399999618530273,&quot;right&quot;:0.026000002399086952,&quot;top&quot;:0.81999999284744263},&quot;type&quot;:0}],&quot;type&quot;:0},{&quot;id&quot;:&quot;2020-11-02T17:21:13&quot;,&quot;margin&quot;:{&quot;bottom&quot;:1.6929999589920044,&quot;left&quot;:2.1170001029968262,&quot;right&quot;:2.5399999618530273,&quot;top&quot;:1.6929999589920044},&quot;type&quot;:0}],&quot;type&quot;:0}"/>
  <p:tag name="KSO_WM_SLIDE_BACKGROUND" val="[&quot;general&quot;]"/>
  <p:tag name="KSO_WM_SLIDE_RATIO" val="1.777778"/>
  <p:tag name="KSO_WM_CHIP_INFOS" val="{&quot;layout_type&quot;:&quot;leftright&quot;,&quot;layout_feature&quot;:1,&quot;tags&quot;:{&quot;style&quot;:[&quot;商务&quot;,&quot;简约&quot;,&quot;文艺清新&quot;,&quot;中国风&quot;,&quot;卡通&quot;,&quot;欧美风&quot;,&quot;黑板风&quot;,&quot;渐变风&quot;,&quot;党政风&quot;]},&quot;slide_type&quot;:[&quot;text&quot;],&quot;aspect_ratio&quot;:&quot;16:9&quot;,&quot;diagram&quot;:{&quot;type&quot;:[],&quot;direction&quot;:0,&quot;isSupportDecBetweenItems&quot;:false}}"/>
  <p:tag name="KSO_WM_CHIP_FILLPROP" val="[[{&quot;fill_id&quot;:&quot;d72ddcd8164b47abbb844c26f9b1c22e&quot;,&quot;fill_align&quot;:&quot;lb&quot;,&quot;text_align&quot;:&quot;lb&quot;,&quot;text_direction&quot;:&quot;horizontal&quot;,&quot;chip_types&quot;:[&quot;header&quot;]},{&quot;fill_id&quot;:&quot;ac4bd4ae6b3343f1999d7f7c8f946581&quot;,&quot;fill_align&quot;:&quot;lt&quot;,&quot;text_align&quot;:&quot;lt&quot;,&quot;text_direction&quot;:&quot;horizontal&quot;,&quot;chip_types&quot;:[&quot;text&quot;,&quot;chart&quot;,&quot;table&quot;]},{&quot;fill_id&quot;:&quot;0d50cc8ab1cb48459d90f269727d3fbc&quot;,&quot;fill_align&quot;:&quot;lm&quot;,&quot;text_align&quot;:&quot;lm&quot;,&quot;text_direction&quot;:&quot;horizontal&quot;,&quot;chip_types&quot;:[&quot;pictext&quot;,&quot;picture&quot;,&quot;chart&quot;,&quot;table&quot;,&quot;video&quot;],&quot;support_features&quot;:[&quot;collage&quot;,&quot;carousel&quot;,&quot;creativecrop&quot;]}]]"/>
  <p:tag name="KSO_WM_CHIP_XID" val="5ef3191ec6295c63c1a2e033"/>
  <p:tag name="KSO_WM_CHIP_GROUPID" val="5ef3191ec6295c63c1a2e032"/>
  <p:tag name="KSO_WM_SLIDE_BK_DARK_LIGHT" val="2"/>
  <p:tag name="KSO_WM_SLIDE_BACKGROUND_TYPE" val="general"/>
  <p:tag name="KSO_WM_SLIDE_SUPPORT_FEATURE_TYPE" val="7"/>
  <p:tag name="KSO_WM_TEMPLATE_ASSEMBLE_XID" val="5f9fcf8958547e52881a49e8"/>
  <p:tag name="KSO_WM_TEMPLATE_ASSEMBLE_GROUPID" val="5f9fcf8958547e52881a49e8"/>
</p:tagLst>
</file>

<file path=ppt/tags/tag454.xml><?xml version="1.0" encoding="utf-8"?>
<p:tagLst xmlns:p="http://schemas.openxmlformats.org/presentationml/2006/main">
  <p:tag name="KSO_WM_FULL_TEXT_BEAUTIFY_COPY_ID" val="35"/>
</p:tagLst>
</file>

<file path=ppt/tags/tag455.xml><?xml version="1.0" encoding="utf-8"?>
<p:tagLst xmlns:p="http://schemas.openxmlformats.org/presentationml/2006/main">
  <p:tag name="KSO_WM_FULL_TEXT_BEAUTIFY_COPY_ID" val="150995359"/>
</p:tagLst>
</file>

<file path=ppt/tags/tag456.xml><?xml version="1.0" encoding="utf-8"?>
<p:tagLst xmlns:p="http://schemas.openxmlformats.org/presentationml/2006/main">
  <p:tag name="COMMONDATA" val="eyJoZGlkIjoiYzZkNzQ4ZWFiZmQ4NTRhOWRkZTk3YTMwMjlmMmZhYmUifQ=="/>
  <p:tag name="KSO_WPP_MARK_KEY" val="3c15e236-6e17-4788-8b7a-5fd2c15b6c5c"/>
</p:tagLst>
</file>

<file path=ppt/theme/theme1.xml><?xml version="1.0" encoding="utf-8"?>
<a:theme xmlns:a="http://schemas.openxmlformats.org/drawingml/2006/main" name="1_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Office 主题​​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bIns="36195" rtlCol="0" anchor="ctr" anchorCtr="1">
        <a:spAutoFit/>
        <a:scene3d>
          <a:camera prst="orthographicFront"/>
          <a:lightRig rig="threePt" dir="t"/>
        </a:scene3d>
        <a:sp3d contourW="12700"/>
      </a:bodyPr>
      <a:lstStyle>
        <a:defPPr algn="ctr">
          <a:buClrTx/>
          <a:buSzTx/>
          <a:buFontTx/>
          <a:defRPr lang="zh-CN" altLang="en-US" sz="3200" b="1" dirty="0" smtClean="0">
            <a:latin typeface="+mj-ea"/>
            <a:ea typeface="+mj-ea"/>
            <a:cs typeface="+mj-ea"/>
            <a:sym typeface="+mn-ea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2064</Words>
  <Application>WPS 演示</Application>
  <PresentationFormat>宽屏</PresentationFormat>
  <Paragraphs>429</Paragraphs>
  <Slides>26</Slides>
  <Notes>35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26</vt:i4>
      </vt:variant>
    </vt:vector>
  </HeadingPairs>
  <TitlesOfParts>
    <vt:vector size="43" baseType="lpstr">
      <vt:lpstr>Arial</vt:lpstr>
      <vt:lpstr>宋体</vt:lpstr>
      <vt:lpstr>Wingdings</vt:lpstr>
      <vt:lpstr>微软雅黑</vt:lpstr>
      <vt:lpstr>Wingdings</vt:lpstr>
      <vt:lpstr>Kaiti SC Bold</vt:lpstr>
      <vt:lpstr>JetBrainsMono NF</vt:lpstr>
      <vt:lpstr>Segoe UI</vt:lpstr>
      <vt:lpstr>Arial</vt:lpstr>
      <vt:lpstr>思源宋体</vt:lpstr>
      <vt:lpstr>Helvetica</vt:lpstr>
      <vt:lpstr>Times New Roman</vt:lpstr>
      <vt:lpstr>DIN-BoldItalic</vt:lpstr>
      <vt:lpstr>等线</vt:lpstr>
      <vt:lpstr>1_自定义设计方案</vt:lpstr>
      <vt:lpstr>自定义设计方案</vt:lpstr>
      <vt:lpstr>1_Office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别清欢</cp:lastModifiedBy>
  <cp:revision>1175</cp:revision>
  <dcterms:created xsi:type="dcterms:W3CDTF">2019-06-19T02:08:00Z</dcterms:created>
  <dcterms:modified xsi:type="dcterms:W3CDTF">2026-05-19T08:33:23Z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BD6DF871D353492AB79E9C2135BD41F3_13</vt:lpwstr>
  </property>
</Properties>
</file>