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第一章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大模型基石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——Transformer</a:t>
            </a:r>
            <a:endParaRPr lang="en-US" altLang="zh-CN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大模型架构与数据处理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929130"/>
            <a:ext cx="653478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从《山海经》白泽神兽案例看机器理解中文语义的演进：传统机器翻译词不达意，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通过注意力机制实现上下文关联；大模型依赖高质量中文数据集进行分词与向量化，将汉字映射至高维向量空间实现语义理解；最终通过指令数据对齐训练，赋予模型指令遵循与举一反三能力。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计算机如何将无意义字符编码转化为可理解的语义？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如何通过注意力机制实现跨句关联？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中文大模型的认知深度取决于哪些关键因素？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整体架构，明确编码器和解码器的功能与差异；掌握注意力机制概念和计算过程，使用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bertviz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可视化；用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实现简化版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并验证输出。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模型的整体架构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明确编码器和解码器各自的功能与差异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掌握注意力机制的基本概念和计算过程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bertviz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工具进行可视化分析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实现一个简化版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能够区分编码器和解码器的功能，并理解其协同工作机制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理解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基本原理及其在大模型架构中的核心地位。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能够描述注意力机制的作用及其实现方式，并进行可视化分析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能够搭建简单的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模型，测试模型输入与输出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重点：编码器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解码器结构、自注意力机制与多头注意力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难点：注意力机制的计算过程与可视化分析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本任务讲解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核心架构，包括编码器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解码器结构、自注意力和多头注意力机制。实践环节让读者掌握简化版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搭建和注意力可视化。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的并行计算和全局建模能力使其成为大语言模型基础，理解其原理对掌握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技术至关重要。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</a:rPr>
              <a:t>编码器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解码器结构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注意力机制计算过程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自注意力机制原理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多头注意力机制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模型实现与测试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可视化分析方法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PyTorch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实现简化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编码器层，包含自注意力和前馈网络，测试输入输出维度。用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bertviz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可视化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注意力权重，观察句子中关键动词的关注对象。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PyTorch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实践掌握简化版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编码器层的搭建，理解自注意力机制和前馈神经网络的工作原理；使用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bertviz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工具对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模型进行注意力权重可视化，直观观察模型如何关注句子中的关键信息，验证理论学习的有效性。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演示</Application>
  <PresentationFormat>宽屏</PresentationFormat>
  <Paragraphs>269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1174</cp:revision>
  <dcterms:created xsi:type="dcterms:W3CDTF">2019-06-19T02:08:00Z</dcterms:created>
  <dcterms:modified xsi:type="dcterms:W3CDTF">2026-05-21T02:53:24Z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AC5CEFF43FC94B1BBC5B36C6F44F2154_13</vt:lpwstr>
  </property>
</Properties>
</file>