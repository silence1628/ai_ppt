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第三章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大模型文本分词与向量化</a:t>
            </a:r>
            <a:endParaRPr lang="zh-CN" altLang="en-US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大模型架构与数据处理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929130"/>
            <a:ext cx="6534785" cy="341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以《山海经》神兽白泽为引，阐述让机器理解中文语义的挑战：从传统机器翻译的词不达意，到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通过注意力机制实现上下文关联；再到大模型依赖高质量中文数据集进行分词与向量化，将汉字映射至高维向量空间，实现语义理解；最终通过指令数据对齐训练，赋予模型听懂指令、举一反三的能力。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计算机如何将无意义字符编码转化为可理解的语义？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如何通过注意力机制实现跨句关联？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中文大模型的认知深度取决于哪些关键因素？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比较不同分词器的输出结果，分析其在切分特定领域词汇时的表现。实现词嵌入与位置编码的提取，利用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降维技术进行可视化分析。结合词嵌入与位置编码，构建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模型的最终输入表示，并分析其对模型性能的影响。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安装配置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jieba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Qwen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分词工具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完成文本的分词处理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比较不同分词器的输出结果，分析其在切分特定领域词汇时的表现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实现词嵌入与位置编码的提取，利用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降维技术进行可视化分析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结合词嵌入与位置编码构建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能够使用不同的分词工具实现分词任务，并比较不同工具的优缺点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能够理解分词的基本原理及其在自然语言处理中的重要性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掌握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Transformer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词嵌入与位置编码核心机制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能够通过代码实践完成词嵌入向量与位置编码的可视化分析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重点：掌握分词技术原理与词嵌入位置编码机制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难点：词嵌入与位置编码的可视化分析实践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本任务介绍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jieba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Qwen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分词器原理与应用，验证表现。解析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词嵌入与位置编码机制，利用可视化技术分析分布规律，掌握分词技术，理解模型输入构造，为后续应用奠定基础。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掌握三种分词器原理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不同分词器在特定领域词汇切分的表现分析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理解词嵌入与位置编码的核心机制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</a:rPr>
              <a:t>学会使用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PCA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降维进行词嵌入可视化分析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词嵌入向量与位置编码的原理理解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Transformer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输入表示构建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 Tokenizer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对一段英文文本进行分词，观察其如何处理长词和复合词。实现词嵌入的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降维可视化，展示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人工智能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机器学习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深度学习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等词在二维空间中的分布。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 Tokenizer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处理英文时先将文本转为小写，根据词汇表进行子词划分。词嵌入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降维可视化需获取预训练模型词向量，选取目标词汇后使用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投影到二维空间，通过散点图展示词汇分布，语义相似词汇在空间中距离更近。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1595</Words>
  <Application>WPS 演示</Application>
  <PresentationFormat>宽屏</PresentationFormat>
  <Paragraphs>269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Kaiti SC Bold</vt:lpstr>
      <vt:lpstr>JetBrainsMono NF</vt:lpstr>
      <vt:lpstr>1_自定义设计方案</vt:lpstr>
      <vt:lpstr>自定义设计方案</vt:lpstr>
      <vt:lpstr>1_Office 主题​​</vt:lpstr>
      <vt:lpstr>cover</vt:lpstr>
      <vt:lpstr>introduction</vt:lpstr>
      <vt:lpstr>thinking</vt:lpstr>
      <vt:lpstr>start</vt:lpstr>
      <vt:lpstr>catalog_one</vt:lpstr>
      <vt:lpstr>description</vt:lpstr>
      <vt:lpstr>catalog_two</vt:lpstr>
      <vt:lpstr>target</vt:lpstr>
      <vt:lpstr>catalog_three</vt:lpstr>
      <vt:lpstr>knowledge_reserve</vt:lpstr>
      <vt:lpstr>catalog_four</vt:lpstr>
      <vt:lpstr>task_implementation</vt:lpstr>
      <vt:lpstr>catalog_five</vt:lpstr>
      <vt:lpstr>summary</vt:lpstr>
      <vt:lpstr>key_difficulties_summary</vt:lpstr>
      <vt:lpstr>catalog_six</vt:lpstr>
      <vt:lpstr>expansion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1174</cp:revision>
  <dcterms:created xsi:type="dcterms:W3CDTF">2019-06-19T02:08:00Z</dcterms:created>
  <dcterms:modified xsi:type="dcterms:W3CDTF">2026-05-21T02:53:40Z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D78CC5FF211546F49434C214E61DCA6A_13</vt:lpwstr>
  </property>
</Properties>
</file>