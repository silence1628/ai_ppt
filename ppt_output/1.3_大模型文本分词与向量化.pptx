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30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8" r:id="rId16"/>
    <p:sldId id="2839" r:id="rId17"/>
    <p:sldId id="2840" r:id="rId18"/>
    <p:sldId id="2841" r:id="rId19"/>
    <p:sldId id="2830" r:id="rId20"/>
    <p:sldId id="2831" r:id="rId21"/>
    <p:sldId id="2842" r:id="rId22"/>
    <p:sldId id="2843" r:id="rId23"/>
    <p:sldId id="2832" r:id="rId24"/>
    <p:sldId id="2833" r:id="rId25"/>
    <p:sldId id="2835" r:id="rId26"/>
    <p:sldId id="2836" r:id="rId27"/>
    <p:sldId id="2837" r:id="rId28"/>
    <p:sldId id="1698" r:id="rId29"/>
  </p:sldIdLst>
  <p:sldSz cx="12192000" cy="6858000"/>
  <p:notesSz cx="6858000" cy="9144000"/>
  <p:custDataLst>
    <p:tags r:id="rId3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8"/>
            <p14:sldId id="2839"/>
            <p14:sldId id="2840"/>
            <p14:sldId id="2841"/>
            <p14:sldId id="2830"/>
            <p14:sldId id="2831"/>
            <p14:sldId id="2842"/>
            <p14:sldId id="2843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5" Type="http://schemas.openxmlformats.org/officeDocument/2006/relationships/tags" Target="tags/tag400.xml"/><Relationship Id="rId34" Type="http://schemas.openxmlformats.org/officeDocument/2006/relationships/commentAuthors" Target="commentAuthors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handoutMaster" Target="handoutMasters/handoutMaster1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239.xml"/><Relationship Id="rId8" Type="http://schemas.openxmlformats.org/officeDocument/2006/relationships/tags" Target="../tags/tag238.xml"/><Relationship Id="rId7" Type="http://schemas.openxmlformats.org/officeDocument/2006/relationships/tags" Target="../tags/tag237.xml"/><Relationship Id="rId6" Type="http://schemas.openxmlformats.org/officeDocument/2006/relationships/tags" Target="../tags/tag236.xml"/><Relationship Id="rId5" Type="http://schemas.openxmlformats.org/officeDocument/2006/relationships/tags" Target="../tags/tag235.xml"/><Relationship Id="rId4" Type="http://schemas.openxmlformats.org/officeDocument/2006/relationships/tags" Target="../tags/tag234.xml"/><Relationship Id="rId3" Type="http://schemas.openxmlformats.org/officeDocument/2006/relationships/tags" Target="../tags/tag23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50.xml"/><Relationship Id="rId2" Type="http://schemas.openxmlformats.org/officeDocument/2006/relationships/tags" Target="../tags/tag232.xml"/><Relationship Id="rId19" Type="http://schemas.openxmlformats.org/officeDocument/2006/relationships/tags" Target="../tags/tag249.xml"/><Relationship Id="rId18" Type="http://schemas.openxmlformats.org/officeDocument/2006/relationships/tags" Target="../tags/tag248.xml"/><Relationship Id="rId17" Type="http://schemas.openxmlformats.org/officeDocument/2006/relationships/tags" Target="../tags/tag247.xml"/><Relationship Id="rId16" Type="http://schemas.openxmlformats.org/officeDocument/2006/relationships/tags" Target="../tags/tag246.xml"/><Relationship Id="rId15" Type="http://schemas.openxmlformats.org/officeDocument/2006/relationships/tags" Target="../tags/tag245.xml"/><Relationship Id="rId14" Type="http://schemas.openxmlformats.org/officeDocument/2006/relationships/tags" Target="../tags/tag244.xml"/><Relationship Id="rId13" Type="http://schemas.openxmlformats.org/officeDocument/2006/relationships/tags" Target="../tags/tag243.xml"/><Relationship Id="rId12" Type="http://schemas.openxmlformats.org/officeDocument/2006/relationships/tags" Target="../tags/tag242.xml"/><Relationship Id="rId11" Type="http://schemas.openxmlformats.org/officeDocument/2006/relationships/tags" Target="../tags/tag241.xml"/><Relationship Id="rId10" Type="http://schemas.openxmlformats.org/officeDocument/2006/relationships/tags" Target="../tags/tag240.xml"/><Relationship Id="rId1" Type="http://schemas.openxmlformats.org/officeDocument/2006/relationships/tags" Target="../tags/tag231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59.xml"/><Relationship Id="rId8" Type="http://schemas.openxmlformats.org/officeDocument/2006/relationships/tags" Target="../tags/tag258.xml"/><Relationship Id="rId7" Type="http://schemas.openxmlformats.org/officeDocument/2006/relationships/tags" Target="../tags/tag257.xml"/><Relationship Id="rId6" Type="http://schemas.openxmlformats.org/officeDocument/2006/relationships/tags" Target="../tags/tag256.xml"/><Relationship Id="rId5" Type="http://schemas.openxmlformats.org/officeDocument/2006/relationships/tags" Target="../tags/tag255.xml"/><Relationship Id="rId4" Type="http://schemas.openxmlformats.org/officeDocument/2006/relationships/tags" Target="../tags/tag254.xml"/><Relationship Id="rId3" Type="http://schemas.openxmlformats.org/officeDocument/2006/relationships/tags" Target="../tags/tag25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70.xml"/><Relationship Id="rId2" Type="http://schemas.openxmlformats.org/officeDocument/2006/relationships/tags" Target="../tags/tag252.xml"/><Relationship Id="rId19" Type="http://schemas.openxmlformats.org/officeDocument/2006/relationships/tags" Target="../tags/tag269.xml"/><Relationship Id="rId18" Type="http://schemas.openxmlformats.org/officeDocument/2006/relationships/tags" Target="../tags/tag268.xml"/><Relationship Id="rId17" Type="http://schemas.openxmlformats.org/officeDocument/2006/relationships/tags" Target="../tags/tag267.xml"/><Relationship Id="rId16" Type="http://schemas.openxmlformats.org/officeDocument/2006/relationships/tags" Target="../tags/tag266.xml"/><Relationship Id="rId15" Type="http://schemas.openxmlformats.org/officeDocument/2006/relationships/tags" Target="../tags/tag265.xml"/><Relationship Id="rId14" Type="http://schemas.openxmlformats.org/officeDocument/2006/relationships/tags" Target="../tags/tag264.xml"/><Relationship Id="rId13" Type="http://schemas.openxmlformats.org/officeDocument/2006/relationships/tags" Target="../tags/tag263.xml"/><Relationship Id="rId12" Type="http://schemas.openxmlformats.org/officeDocument/2006/relationships/tags" Target="../tags/tag262.xml"/><Relationship Id="rId11" Type="http://schemas.openxmlformats.org/officeDocument/2006/relationships/tags" Target="../tags/tag261.xml"/><Relationship Id="rId10" Type="http://schemas.openxmlformats.org/officeDocument/2006/relationships/tags" Target="../tags/tag260.xml"/><Relationship Id="rId1" Type="http://schemas.openxmlformats.org/officeDocument/2006/relationships/tags" Target="../tags/tag25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279.xml"/><Relationship Id="rId8" Type="http://schemas.openxmlformats.org/officeDocument/2006/relationships/tags" Target="../tags/tag278.xml"/><Relationship Id="rId7" Type="http://schemas.openxmlformats.org/officeDocument/2006/relationships/tags" Target="../tags/tag277.xml"/><Relationship Id="rId6" Type="http://schemas.openxmlformats.org/officeDocument/2006/relationships/tags" Target="../tags/tag276.xml"/><Relationship Id="rId5" Type="http://schemas.openxmlformats.org/officeDocument/2006/relationships/tags" Target="../tags/tag275.xml"/><Relationship Id="rId4" Type="http://schemas.openxmlformats.org/officeDocument/2006/relationships/tags" Target="../tags/tag274.xml"/><Relationship Id="rId3" Type="http://schemas.openxmlformats.org/officeDocument/2006/relationships/tags" Target="../tags/tag273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290.xml"/><Relationship Id="rId2" Type="http://schemas.openxmlformats.org/officeDocument/2006/relationships/tags" Target="../tags/tag272.xml"/><Relationship Id="rId19" Type="http://schemas.openxmlformats.org/officeDocument/2006/relationships/tags" Target="../tags/tag289.xml"/><Relationship Id="rId18" Type="http://schemas.openxmlformats.org/officeDocument/2006/relationships/tags" Target="../tags/tag288.xml"/><Relationship Id="rId17" Type="http://schemas.openxmlformats.org/officeDocument/2006/relationships/tags" Target="../tags/tag287.xml"/><Relationship Id="rId16" Type="http://schemas.openxmlformats.org/officeDocument/2006/relationships/tags" Target="../tags/tag286.xml"/><Relationship Id="rId15" Type="http://schemas.openxmlformats.org/officeDocument/2006/relationships/tags" Target="../tags/tag285.xml"/><Relationship Id="rId14" Type="http://schemas.openxmlformats.org/officeDocument/2006/relationships/tags" Target="../tags/tag284.xml"/><Relationship Id="rId13" Type="http://schemas.openxmlformats.org/officeDocument/2006/relationships/tags" Target="../tags/tag283.xml"/><Relationship Id="rId12" Type="http://schemas.openxmlformats.org/officeDocument/2006/relationships/tags" Target="../tags/tag282.xml"/><Relationship Id="rId11" Type="http://schemas.openxmlformats.org/officeDocument/2006/relationships/tags" Target="../tags/tag281.xml"/><Relationship Id="rId10" Type="http://schemas.openxmlformats.org/officeDocument/2006/relationships/tags" Target="../tags/tag280.xml"/><Relationship Id="rId1" Type="http://schemas.openxmlformats.org/officeDocument/2006/relationships/tags" Target="../tags/tag27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299.xml"/><Relationship Id="rId8" Type="http://schemas.openxmlformats.org/officeDocument/2006/relationships/tags" Target="../tags/tag298.xml"/><Relationship Id="rId7" Type="http://schemas.openxmlformats.org/officeDocument/2006/relationships/tags" Target="../tags/tag297.xml"/><Relationship Id="rId6" Type="http://schemas.openxmlformats.org/officeDocument/2006/relationships/tags" Target="../tags/tag296.xml"/><Relationship Id="rId5" Type="http://schemas.openxmlformats.org/officeDocument/2006/relationships/tags" Target="../tags/tag295.xml"/><Relationship Id="rId4" Type="http://schemas.openxmlformats.org/officeDocument/2006/relationships/tags" Target="../tags/tag294.xml"/><Relationship Id="rId3" Type="http://schemas.openxmlformats.org/officeDocument/2006/relationships/tags" Target="../tags/tag29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314.xml"/><Relationship Id="rId23" Type="http://schemas.openxmlformats.org/officeDocument/2006/relationships/tags" Target="../tags/tag313.xml"/><Relationship Id="rId22" Type="http://schemas.openxmlformats.org/officeDocument/2006/relationships/tags" Target="../tags/tag312.xml"/><Relationship Id="rId21" Type="http://schemas.openxmlformats.org/officeDocument/2006/relationships/tags" Target="../tags/tag311.xml"/><Relationship Id="rId20" Type="http://schemas.openxmlformats.org/officeDocument/2006/relationships/tags" Target="../tags/tag310.xml"/><Relationship Id="rId2" Type="http://schemas.openxmlformats.org/officeDocument/2006/relationships/tags" Target="../tags/tag292.xml"/><Relationship Id="rId19" Type="http://schemas.openxmlformats.org/officeDocument/2006/relationships/tags" Target="../tags/tag309.xml"/><Relationship Id="rId18" Type="http://schemas.openxmlformats.org/officeDocument/2006/relationships/tags" Target="../tags/tag308.xml"/><Relationship Id="rId17" Type="http://schemas.openxmlformats.org/officeDocument/2006/relationships/tags" Target="../tags/tag307.xml"/><Relationship Id="rId16" Type="http://schemas.openxmlformats.org/officeDocument/2006/relationships/tags" Target="../tags/tag306.xml"/><Relationship Id="rId15" Type="http://schemas.openxmlformats.org/officeDocument/2006/relationships/tags" Target="../tags/tag305.xml"/><Relationship Id="rId14" Type="http://schemas.openxmlformats.org/officeDocument/2006/relationships/tags" Target="../tags/tag304.xml"/><Relationship Id="rId13" Type="http://schemas.openxmlformats.org/officeDocument/2006/relationships/tags" Target="../tags/tag303.xml"/><Relationship Id="rId12" Type="http://schemas.openxmlformats.org/officeDocument/2006/relationships/tags" Target="../tags/tag302.xml"/><Relationship Id="rId11" Type="http://schemas.openxmlformats.org/officeDocument/2006/relationships/tags" Target="../tags/tag301.xml"/><Relationship Id="rId10" Type="http://schemas.openxmlformats.org/officeDocument/2006/relationships/tags" Target="../tags/tag300.xml"/><Relationship Id="rId1" Type="http://schemas.openxmlformats.org/officeDocument/2006/relationships/tags" Target="../tags/tag29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323.xml"/><Relationship Id="rId8" Type="http://schemas.openxmlformats.org/officeDocument/2006/relationships/tags" Target="../tags/tag322.xml"/><Relationship Id="rId7" Type="http://schemas.openxmlformats.org/officeDocument/2006/relationships/tags" Target="../tags/tag321.xml"/><Relationship Id="rId6" Type="http://schemas.openxmlformats.org/officeDocument/2006/relationships/tags" Target="../tags/tag320.xml"/><Relationship Id="rId5" Type="http://schemas.openxmlformats.org/officeDocument/2006/relationships/tags" Target="../tags/tag319.xml"/><Relationship Id="rId4" Type="http://schemas.openxmlformats.org/officeDocument/2006/relationships/tags" Target="../tags/tag318.xml"/><Relationship Id="rId3" Type="http://schemas.openxmlformats.org/officeDocument/2006/relationships/tags" Target="../tags/tag317.xml"/><Relationship Id="rId2" Type="http://schemas.openxmlformats.org/officeDocument/2006/relationships/tags" Target="../tags/tag316.xml"/><Relationship Id="rId13" Type="http://schemas.openxmlformats.org/officeDocument/2006/relationships/slideLayout" Target="../slideLayouts/slideLayout15.xml"/><Relationship Id="rId12" Type="http://schemas.openxmlformats.org/officeDocument/2006/relationships/tags" Target="../tags/tag326.xml"/><Relationship Id="rId11" Type="http://schemas.openxmlformats.org/officeDocument/2006/relationships/tags" Target="../tags/tag325.xml"/><Relationship Id="rId10" Type="http://schemas.openxmlformats.org/officeDocument/2006/relationships/tags" Target="../tags/tag324.xml"/><Relationship Id="rId1" Type="http://schemas.openxmlformats.org/officeDocument/2006/relationships/tags" Target="../tags/tag315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335.xml"/><Relationship Id="rId8" Type="http://schemas.openxmlformats.org/officeDocument/2006/relationships/tags" Target="../tags/tag334.xml"/><Relationship Id="rId7" Type="http://schemas.openxmlformats.org/officeDocument/2006/relationships/tags" Target="../tags/tag333.xml"/><Relationship Id="rId6" Type="http://schemas.openxmlformats.org/officeDocument/2006/relationships/tags" Target="../tags/tag332.xml"/><Relationship Id="rId5" Type="http://schemas.openxmlformats.org/officeDocument/2006/relationships/tags" Target="../tags/tag331.xml"/><Relationship Id="rId4" Type="http://schemas.openxmlformats.org/officeDocument/2006/relationships/tags" Target="../tags/tag330.xml"/><Relationship Id="rId3" Type="http://schemas.openxmlformats.org/officeDocument/2006/relationships/tags" Target="../tags/tag329.xml"/><Relationship Id="rId2" Type="http://schemas.openxmlformats.org/officeDocument/2006/relationships/tags" Target="../tags/tag328.xml"/><Relationship Id="rId13" Type="http://schemas.openxmlformats.org/officeDocument/2006/relationships/slideLayout" Target="../slideLayouts/slideLayout15.xml"/><Relationship Id="rId12" Type="http://schemas.openxmlformats.org/officeDocument/2006/relationships/tags" Target="../tags/tag338.xml"/><Relationship Id="rId11" Type="http://schemas.openxmlformats.org/officeDocument/2006/relationships/tags" Target="../tags/tag337.xml"/><Relationship Id="rId10" Type="http://schemas.openxmlformats.org/officeDocument/2006/relationships/tags" Target="../tags/tag336.xml"/><Relationship Id="rId1" Type="http://schemas.openxmlformats.org/officeDocument/2006/relationships/tags" Target="../tags/tag327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347.xml"/><Relationship Id="rId8" Type="http://schemas.openxmlformats.org/officeDocument/2006/relationships/tags" Target="../tags/tag346.xml"/><Relationship Id="rId7" Type="http://schemas.openxmlformats.org/officeDocument/2006/relationships/tags" Target="../tags/tag345.xml"/><Relationship Id="rId6" Type="http://schemas.openxmlformats.org/officeDocument/2006/relationships/tags" Target="../tags/tag344.xml"/><Relationship Id="rId5" Type="http://schemas.openxmlformats.org/officeDocument/2006/relationships/tags" Target="../tags/tag343.xml"/><Relationship Id="rId4" Type="http://schemas.openxmlformats.org/officeDocument/2006/relationships/tags" Target="../tags/tag342.xml"/><Relationship Id="rId3" Type="http://schemas.openxmlformats.org/officeDocument/2006/relationships/tags" Target="../tags/tag341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362.xml"/><Relationship Id="rId23" Type="http://schemas.openxmlformats.org/officeDocument/2006/relationships/tags" Target="../tags/tag361.xml"/><Relationship Id="rId22" Type="http://schemas.openxmlformats.org/officeDocument/2006/relationships/tags" Target="../tags/tag360.xml"/><Relationship Id="rId21" Type="http://schemas.openxmlformats.org/officeDocument/2006/relationships/tags" Target="../tags/tag359.xml"/><Relationship Id="rId20" Type="http://schemas.openxmlformats.org/officeDocument/2006/relationships/tags" Target="../tags/tag358.xml"/><Relationship Id="rId2" Type="http://schemas.openxmlformats.org/officeDocument/2006/relationships/tags" Target="../tags/tag340.xml"/><Relationship Id="rId19" Type="http://schemas.openxmlformats.org/officeDocument/2006/relationships/tags" Target="../tags/tag357.xml"/><Relationship Id="rId18" Type="http://schemas.openxmlformats.org/officeDocument/2006/relationships/tags" Target="../tags/tag356.xml"/><Relationship Id="rId17" Type="http://schemas.openxmlformats.org/officeDocument/2006/relationships/tags" Target="../tags/tag355.xml"/><Relationship Id="rId16" Type="http://schemas.openxmlformats.org/officeDocument/2006/relationships/tags" Target="../tags/tag354.xml"/><Relationship Id="rId15" Type="http://schemas.openxmlformats.org/officeDocument/2006/relationships/tags" Target="../tags/tag353.xml"/><Relationship Id="rId14" Type="http://schemas.openxmlformats.org/officeDocument/2006/relationships/tags" Target="../tags/tag352.xml"/><Relationship Id="rId13" Type="http://schemas.openxmlformats.org/officeDocument/2006/relationships/tags" Target="../tags/tag351.xml"/><Relationship Id="rId12" Type="http://schemas.openxmlformats.org/officeDocument/2006/relationships/tags" Target="../tags/tag350.xml"/><Relationship Id="rId11" Type="http://schemas.openxmlformats.org/officeDocument/2006/relationships/tags" Target="../tags/tag349.xml"/><Relationship Id="rId10" Type="http://schemas.openxmlformats.org/officeDocument/2006/relationships/tags" Target="../tags/tag348.xml"/><Relationship Id="rId1" Type="http://schemas.openxmlformats.org/officeDocument/2006/relationships/tags" Target="../tags/tag33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364.xml"/><Relationship Id="rId1" Type="http://schemas.openxmlformats.org/officeDocument/2006/relationships/tags" Target="../tags/tag363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373.xml"/><Relationship Id="rId8" Type="http://schemas.openxmlformats.org/officeDocument/2006/relationships/tags" Target="../tags/tag372.xml"/><Relationship Id="rId7" Type="http://schemas.openxmlformats.org/officeDocument/2006/relationships/tags" Target="../tags/tag371.xml"/><Relationship Id="rId6" Type="http://schemas.openxmlformats.org/officeDocument/2006/relationships/tags" Target="../tags/tag370.xml"/><Relationship Id="rId5" Type="http://schemas.openxmlformats.org/officeDocument/2006/relationships/tags" Target="../tags/tag369.xml"/><Relationship Id="rId4" Type="http://schemas.openxmlformats.org/officeDocument/2006/relationships/tags" Target="../tags/tag368.xml"/><Relationship Id="rId3" Type="http://schemas.openxmlformats.org/officeDocument/2006/relationships/tags" Target="../tags/tag367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388.xml"/><Relationship Id="rId23" Type="http://schemas.openxmlformats.org/officeDocument/2006/relationships/tags" Target="../tags/tag387.xml"/><Relationship Id="rId22" Type="http://schemas.openxmlformats.org/officeDocument/2006/relationships/tags" Target="../tags/tag386.xml"/><Relationship Id="rId21" Type="http://schemas.openxmlformats.org/officeDocument/2006/relationships/tags" Target="../tags/tag385.xml"/><Relationship Id="rId20" Type="http://schemas.openxmlformats.org/officeDocument/2006/relationships/tags" Target="../tags/tag384.xml"/><Relationship Id="rId2" Type="http://schemas.openxmlformats.org/officeDocument/2006/relationships/tags" Target="../tags/tag366.xml"/><Relationship Id="rId19" Type="http://schemas.openxmlformats.org/officeDocument/2006/relationships/tags" Target="../tags/tag383.xml"/><Relationship Id="rId18" Type="http://schemas.openxmlformats.org/officeDocument/2006/relationships/tags" Target="../tags/tag382.xml"/><Relationship Id="rId17" Type="http://schemas.openxmlformats.org/officeDocument/2006/relationships/tags" Target="../tags/tag381.xml"/><Relationship Id="rId16" Type="http://schemas.openxmlformats.org/officeDocument/2006/relationships/tags" Target="../tags/tag380.xml"/><Relationship Id="rId15" Type="http://schemas.openxmlformats.org/officeDocument/2006/relationships/tags" Target="../tags/tag379.xml"/><Relationship Id="rId14" Type="http://schemas.openxmlformats.org/officeDocument/2006/relationships/tags" Target="../tags/tag378.xml"/><Relationship Id="rId13" Type="http://schemas.openxmlformats.org/officeDocument/2006/relationships/tags" Target="../tags/tag377.xml"/><Relationship Id="rId12" Type="http://schemas.openxmlformats.org/officeDocument/2006/relationships/tags" Target="../tags/tag376.xml"/><Relationship Id="rId11" Type="http://schemas.openxmlformats.org/officeDocument/2006/relationships/tags" Target="../tags/tag375.xml"/><Relationship Id="rId10" Type="http://schemas.openxmlformats.org/officeDocument/2006/relationships/tags" Target="../tags/tag374.xml"/><Relationship Id="rId1" Type="http://schemas.openxmlformats.org/officeDocument/2006/relationships/tags" Target="../tags/tag365.xml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tags" Target="../tags/tag396.xml"/><Relationship Id="rId8" Type="http://schemas.openxmlformats.org/officeDocument/2006/relationships/tags" Target="../tags/tag395.xml"/><Relationship Id="rId7" Type="http://schemas.openxmlformats.org/officeDocument/2006/relationships/tags" Target="../tags/tag394.xml"/><Relationship Id="rId6" Type="http://schemas.openxmlformats.org/officeDocument/2006/relationships/tags" Target="../tags/tag393.xml"/><Relationship Id="rId5" Type="http://schemas.openxmlformats.org/officeDocument/2006/relationships/image" Target="../media/image12.jpeg"/><Relationship Id="rId4" Type="http://schemas.openxmlformats.org/officeDocument/2006/relationships/tags" Target="../tags/tag392.xml"/><Relationship Id="rId3" Type="http://schemas.openxmlformats.org/officeDocument/2006/relationships/tags" Target="../tags/tag391.xml"/><Relationship Id="rId2" Type="http://schemas.openxmlformats.org/officeDocument/2006/relationships/tags" Target="../tags/tag390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397.xml"/><Relationship Id="rId10" Type="http://schemas.openxmlformats.org/officeDocument/2006/relationships/image" Target="../media/image13.png"/><Relationship Id="rId1" Type="http://schemas.openxmlformats.org/officeDocument/2006/relationships/tags" Target="../tags/tag389.xml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399.xml"/><Relationship Id="rId2" Type="http://schemas.openxmlformats.org/officeDocument/2006/relationships/tags" Target="../tags/tag398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第三章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大模型文本分词与向量化</a:t>
            </a:r>
            <a:endParaRPr lang="zh-CN" altLang="en-US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大模型架构与数据处理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929130"/>
            <a:ext cx="6534785" cy="3415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以《山海经》白泽神兽为引，探讨如何让人工智能真正理解其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通晓万物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的内涵。传统机器翻译难以捕捉长句上下文关联，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2017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架构通过注意力机制解决了这一问题。中文大模型需将古籍、新闻等文本进行精细分词与向量化，将汉字映射至高维空间向量。指令数据构造赋予模型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认知之魂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，使其从鹦鹉式复述进化为能听懂指令、举一反三的智能体。本项目将通过三个递进任务，构建完整的大模型数据处理管线。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如何通过注意力机制理解文本深层关联？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如何将中文文本高效转化为机器可理解的向量？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怎样构建高质量指令数据以提升模型认知能力？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安装配置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jieba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BERT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Qwen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等分词工具，比较切分效果。实现词嵌入与位置编码提取，用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PCA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可视化分析，探究其对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性能的影响。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安装配置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jieba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Qwen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等分词工具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比较不同分词器的输出结果，分析其在切分特定领域词汇时的表现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实现词嵌入与位置编码的提取，利用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PCA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降维技术进行可视化分析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结合词嵌入与位置编码构建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最终输入表示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能够理解分词的基本原理及其在自然语言处理中的重要性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能够使用不同的分词工具实现分词任务，并比较不同工具的优缺点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能够理解分词的基本原理及其在自然语言处理中的重要性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掌握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Transformer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词嵌入与位置编码核心机制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能够通过代码实践完成词嵌入向量与位置编码的可视化分析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重点：词嵌入与位置编码的核心机制及可视化分析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难点：分词器表现比较与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PCA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降维可视化分析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使用分词器（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Tokenizer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）切分并编码文本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大模型处理自然语言输入的流程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词嵌入（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Word Embedding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赋予语义信息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位置编码（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Positional Encoding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引入顺序信息</a:t>
            </a:r>
            <a:endParaRPr lang="zh-CN" altLang="en-US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使用分词器（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Tokenizer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）切分并编码文本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大模型处理自然语言输入的流程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词嵌入（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Word Embedding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赋予语义信息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位置编码（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Positional Encoding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引入顺序信息</a:t>
            </a:r>
            <a:endParaRPr lang="zh-CN" altLang="en-US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使用分词器（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Tokenizer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）切分并编码文本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大模型处理自然语言输入的流程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64D2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词嵌入（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Word Embedding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赋予语义信息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位置编码（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Positional Encoding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引入顺序信息</a:t>
            </a:r>
            <a:endParaRPr lang="zh-CN" altLang="en-US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使用分词器（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Tokenizer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）切分并编码文本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大模型处理自然语言输入的流程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词嵌入（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Word Embedding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赋予语义信息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位置编码（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Positional Encoding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引入顺序信息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任意多边形 44"/>
          <p:cNvSpPr/>
          <p:nvPr>
            <p:custDataLst>
              <p:tags r:id="rId1"/>
            </p:custDataLst>
          </p:nvPr>
        </p:nvSpPr>
        <p:spPr>
          <a:xfrm flipV="1">
            <a:off x="7538194" y="4134567"/>
            <a:ext cx="1941223" cy="1149108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" name="组合 6"/>
          <p:cNvGrpSpPr/>
          <p:nvPr>
            <p:custDataLst>
              <p:tags r:id="rId2"/>
            </p:custDataLst>
          </p:nvPr>
        </p:nvGrpSpPr>
        <p:grpSpPr>
          <a:xfrm>
            <a:off x="7391459" y="2641172"/>
            <a:ext cx="1892947" cy="1892947"/>
            <a:chOff x="4536" y="4280"/>
            <a:chExt cx="2980" cy="2980"/>
          </a:xfrm>
        </p:grpSpPr>
        <p:sp>
          <p:nvSpPr>
            <p:cNvPr id="12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52" name="文本框1"/>
          <p:cNvSpPr txBox="1"/>
          <p:nvPr>
            <p:custDataLst>
              <p:tags r:id="rId5"/>
            </p:custDataLst>
          </p:nvPr>
        </p:nvSpPr>
        <p:spPr>
          <a:xfrm>
            <a:off x="6184076" y="5350373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sz="2400" dirty="0" smtClean="0">
                <a:cs typeface="+mn-ea"/>
                <a:sym typeface="+mn-lt"/>
              </a:rPr>
              <a:t>Transformer </a:t>
            </a:r>
            <a:r>
              <a:rPr lang="zh-CN" altLang="en-US" sz="2400" dirty="0" smtClean="0">
                <a:cs typeface="+mn-ea"/>
                <a:sym typeface="+mn-lt"/>
              </a:rPr>
              <a:t>中的词嵌入与位置编码</a:t>
            </a:r>
            <a:endParaRPr lang="zh-CN" altLang="en-US" sz="2400" dirty="0" smtClean="0">
              <a:cs typeface="+mn-ea"/>
              <a:sym typeface="+mn-lt"/>
            </a:endParaRPr>
          </a:p>
        </p:txBody>
      </p:sp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7981576" y="3119490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7"/>
            </p:custDataLst>
          </p:nvPr>
        </p:nvSpPr>
        <p:spPr>
          <a:xfrm>
            <a:off x="1483995" y="5350510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使用不同的分词器实现分词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8"/>
            </p:custDataLst>
          </p:nvPr>
        </p:nvGrpSpPr>
        <p:grpSpPr>
          <a:xfrm>
            <a:off x="2691210" y="2004060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9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10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11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3281327" y="3153168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任意多边形 44"/>
          <p:cNvSpPr/>
          <p:nvPr>
            <p:custDataLst>
              <p:tags r:id="rId1"/>
            </p:custDataLst>
          </p:nvPr>
        </p:nvSpPr>
        <p:spPr>
          <a:xfrm flipV="1">
            <a:off x="7538194" y="4134567"/>
            <a:ext cx="1941223" cy="1149108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" name="组合 6"/>
          <p:cNvGrpSpPr/>
          <p:nvPr>
            <p:custDataLst>
              <p:tags r:id="rId2"/>
            </p:custDataLst>
          </p:nvPr>
        </p:nvGrpSpPr>
        <p:grpSpPr>
          <a:xfrm>
            <a:off x="7391459" y="2641172"/>
            <a:ext cx="1892947" cy="1892947"/>
            <a:chOff x="4536" y="4280"/>
            <a:chExt cx="2980" cy="2980"/>
          </a:xfrm>
        </p:grpSpPr>
        <p:sp>
          <p:nvSpPr>
            <p:cNvPr id="12" name="圆角矩形 34"/>
            <p:cNvSpPr/>
            <p:nvPr>
              <p:custDataLst>
                <p:tags r:id="rId3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圆角矩形 38"/>
            <p:cNvSpPr/>
            <p:nvPr>
              <p:custDataLst>
                <p:tags r:id="rId4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rgbClr val="006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52" name="文本框1"/>
          <p:cNvSpPr txBox="1"/>
          <p:nvPr>
            <p:custDataLst>
              <p:tags r:id="rId5"/>
            </p:custDataLst>
          </p:nvPr>
        </p:nvSpPr>
        <p:spPr>
          <a:xfrm>
            <a:off x="6184076" y="5350373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sz="2400" b="1" dirty="0" smtClean="0">
                <a:solidFill>
                  <a:srgbClr val="0064D2"/>
                </a:solidFill>
                <a:cs typeface="+mn-ea"/>
                <a:sym typeface="+mn-lt"/>
              </a:rPr>
              <a:t>Transformer </a:t>
            </a:r>
            <a:r>
              <a:rPr lang="zh-CN" altLang="en-US" sz="2400" b="1" dirty="0" smtClean="0">
                <a:solidFill>
                  <a:srgbClr val="0064D2"/>
                </a:solidFill>
                <a:cs typeface="+mn-ea"/>
                <a:sym typeface="+mn-lt"/>
              </a:rPr>
              <a:t>中的词嵌入与位置编码</a:t>
            </a:r>
            <a:endParaRPr lang="zh-CN" altLang="en-US" sz="2400" b="1" dirty="0" smtClean="0">
              <a:solidFill>
                <a:srgbClr val="0064D2"/>
              </a:solidFill>
              <a:cs typeface="+mn-ea"/>
              <a:sym typeface="+mn-lt"/>
            </a:endParaRPr>
          </a:p>
        </p:txBody>
      </p:sp>
      <p:sp>
        <p:nvSpPr>
          <p:cNvPr id="10" name="文本框 9"/>
          <p:cNvSpPr txBox="1"/>
          <p:nvPr>
            <p:custDataLst>
              <p:tags r:id="rId6"/>
            </p:custDataLst>
          </p:nvPr>
        </p:nvSpPr>
        <p:spPr>
          <a:xfrm>
            <a:off x="7981576" y="3119490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文本框1"/>
          <p:cNvSpPr txBox="1"/>
          <p:nvPr>
            <p:custDataLst>
              <p:tags r:id="rId7"/>
            </p:custDataLst>
          </p:nvPr>
        </p:nvSpPr>
        <p:spPr>
          <a:xfrm>
            <a:off x="1483995" y="5350510"/>
            <a:ext cx="432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使用不同的分词器实现分词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>
            <p:custDataLst>
              <p:tags r:id="rId8"/>
            </p:custDataLst>
          </p:nvPr>
        </p:nvGrpSpPr>
        <p:grpSpPr>
          <a:xfrm>
            <a:off x="2691210" y="2004060"/>
            <a:ext cx="2087958" cy="2571359"/>
            <a:chOff x="4536" y="3212"/>
            <a:chExt cx="3287" cy="4048"/>
          </a:xfrm>
        </p:grpSpPr>
        <p:sp>
          <p:nvSpPr>
            <p:cNvPr id="3" name="圆角矩形 34"/>
            <p:cNvSpPr/>
            <p:nvPr>
              <p:custDataLst>
                <p:tags r:id="rId9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" name="圆角矩形 38"/>
            <p:cNvSpPr/>
            <p:nvPr>
              <p:custDataLst>
                <p:tags r:id="rId10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任意多边形 42"/>
            <p:cNvSpPr/>
            <p:nvPr>
              <p:custDataLst>
                <p:tags r:id="rId11"/>
              </p:custDataLst>
            </p:nvPr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9" name="文本框 8"/>
          <p:cNvSpPr txBox="1"/>
          <p:nvPr>
            <p:custDataLst>
              <p:tags r:id="rId12"/>
            </p:custDataLst>
          </p:nvPr>
        </p:nvSpPr>
        <p:spPr>
          <a:xfrm>
            <a:off x="3281327" y="3153168"/>
            <a:ext cx="682858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本任务介绍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jieba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BERT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Qwen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等分词工具的原理与应用，验证实际表现。解析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Transformer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词嵌入与位置编码机制，通过可视化分析分布规律。学习后掌握分词技术，理解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Transformer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输入构造，为模型优化与应用奠定基础。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</a:rPr>
              <a:t>掌握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jieba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BERT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Qwen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分词原理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比较不同分词器在特定领域词汇切分中的表现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</a:rPr>
              <a:t>理解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Transformer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词嵌入与位置编码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</a:rPr>
              <a:t>通过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PCA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降维等技术进行词嵌入可视化分析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词嵌入与位置编码的可视化分析实现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构建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Transformer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最终输入表示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使用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 Tokenizer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对一段英文文本进行分词，观察其如何处理长词和复合词。实现词嵌入的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PCA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降维可视化，展示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人工智能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机器学习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深度学习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等词在二维空间中的分布。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34800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技能实践题旨在加深对分词器工作原理的理解，通过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 Tokenizer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观察其对复杂英文词汇的处理方式；词嵌入可视化则通过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PCA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降维将高维向量映射至二维空间，直观展示词语语义关系，帮助理解词嵌入的分布规律。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1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2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2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7.xml><?xml version="1.0" encoding="utf-8"?>
<p:tagLst xmlns:p="http://schemas.openxmlformats.org/presentationml/2006/main">
  <p:tag name="KSO_WM_BEAUTIFY_FLAG" val=""/>
</p:tagLst>
</file>

<file path=ppt/tags/tag22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2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3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3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3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4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4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7.xml><?xml version="1.0" encoding="utf-8"?>
<p:tagLst xmlns:p="http://schemas.openxmlformats.org/presentationml/2006/main">
  <p:tag name="KSO_WM_BEAUTIFY_FLAG" val=""/>
</p:tagLst>
</file>

<file path=ppt/tags/tag24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4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5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5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5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6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6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7.xml><?xml version="1.0" encoding="utf-8"?>
<p:tagLst xmlns:p="http://schemas.openxmlformats.org/presentationml/2006/main">
  <p:tag name="KSO_WM_BEAUTIFY_FLAG" val=""/>
</p:tagLst>
</file>

<file path=ppt/tags/tag26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6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7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7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7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8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28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7.xml><?xml version="1.0" encoding="utf-8"?>
<p:tagLst xmlns:p="http://schemas.openxmlformats.org/presentationml/2006/main">
  <p:tag name="KSO_WM_BEAUTIFY_FLAG" val=""/>
</p:tagLst>
</file>

<file path=ppt/tags/tag28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8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9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2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15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316.xml><?xml version="1.0" encoding="utf-8"?>
<p:tagLst xmlns:p="http://schemas.openxmlformats.org/presentationml/2006/main">
  <p:tag name="KSO_WM_DIAGRAM_VIRTUALLY_FRAME" val="{&quot;height&quot;:333.6891855480546,&quot;left&quot;:181.0367716535433,&quot;top&quot;:150.5,&quot;width&quot;:585.2126771653544}"/>
</p:tagLst>
</file>

<file path=ppt/tags/tag317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318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319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320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321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322.xml><?xml version="1.0" encoding="utf-8"?>
<p:tagLst xmlns:p="http://schemas.openxmlformats.org/presentationml/2006/main">
  <p:tag name="KSO_WM_DIAGRAM_VIRTUALLY_FRAME" val="{&quot;height&quot;:333.6891855480546,&quot;left&quot;:181.0367716535433,&quot;top&quot;:150.5,&quot;width&quot;:585.2126771653544}"/>
</p:tagLst>
</file>

<file path=ppt/tags/tag323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324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325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326.xml><?xml version="1.0" encoding="utf-8"?>
<p:tagLst xmlns:p="http://schemas.openxmlformats.org/presentationml/2006/main">
  <p:tag name="KSO_WM_DIAGRAM_VIRTUALLY_FRAME" val="{&quot;height&quot;:333.7,&quot;left&quot;:181.0367716535433,&quot;top&quot;:150.5,&quot;width&quot;:585.2126771653544}"/>
</p:tagLst>
</file>

<file path=ppt/tags/tag327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28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29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30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31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32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33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34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35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36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37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38.xml><?xml version="1.0" encoding="utf-8"?>
<p:tagLst xmlns:p="http://schemas.openxmlformats.org/presentationml/2006/main">
  <p:tag name="KSO_WM_DIAGRAM_VIRTUALLY_FRAME" val="{&quot;height&quot;:333.7,&quot;left&quot;:116.85,&quot;top&quot;:150.5,&quot;width&quot;:710.2425984251968}"/>
</p:tagLst>
</file>

<file path=ppt/tags/tag3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5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6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6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6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364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3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38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3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391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3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3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3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3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397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398.xml><?xml version="1.0" encoding="utf-8"?>
<p:tagLst xmlns:p="http://schemas.openxmlformats.org/presentationml/2006/main">
  <p:tag name="KSO_WM_FULL_TEXT_BEAUTIFY_COPY_ID" val="35"/>
</p:tagLst>
</file>

<file path=ppt/tags/tag399.xml><?xml version="1.0" encoding="utf-8"?>
<p:tagLst xmlns:p="http://schemas.openxmlformats.org/presentationml/2006/main">
  <p:tag name="KSO_WM_FULL_TEXT_BEAUTIFY_COPY_ID" val="150995359"/>
</p:tagLst>
</file>

<file path=ppt/tags/tag400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2191</Words>
  <Application>WPS 演示</Application>
  <PresentationFormat>宽屏</PresentationFormat>
  <Paragraphs>373</Paragraphs>
  <Slides>24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24</vt:i4>
      </vt:variant>
    </vt:vector>
  </HeadingPairs>
  <TitlesOfParts>
    <vt:vector size="41" baseType="lpstr">
      <vt:lpstr>Arial</vt:lpstr>
      <vt:lpstr>宋体</vt:lpstr>
      <vt:lpstr>Wingdings</vt:lpstr>
      <vt:lpstr>微软雅黑</vt:lpstr>
      <vt:lpstr>Wingdings</vt:lpstr>
      <vt:lpstr>Kaiti SC Bold</vt:lpstr>
      <vt:lpstr>JetBrainsMono NF</vt:lpstr>
      <vt:lpstr>Segoe UI</vt:lpstr>
      <vt:lpstr>Arial</vt:lpstr>
      <vt:lpstr>思源宋体</vt:lpstr>
      <vt:lpstr>Helvetica</vt:lpstr>
      <vt:lpstr>Times New Roman</vt:lpstr>
      <vt:lpstr>DIN-BoldItalic</vt:lpstr>
      <vt:lpstr>等线</vt:lpstr>
      <vt:lpstr>1_自定义设计方案</vt:lpstr>
      <vt:lpstr>自定义设计方案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1175</cp:revision>
  <dcterms:created xsi:type="dcterms:W3CDTF">2019-06-19T02:08:00Z</dcterms:created>
  <dcterms:modified xsi:type="dcterms:W3CDTF">2026-05-19T08:33:33Z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FAEE844557D04BB19CAC4DCC38232ABA_13</vt:lpwstr>
  </property>
</Properties>
</file>