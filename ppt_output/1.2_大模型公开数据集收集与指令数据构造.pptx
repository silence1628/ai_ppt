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第二章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大模型公开数据集收集与指令数据构造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大模型架构与数据处理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929130"/>
            <a:ext cx="6534785" cy="341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以《山海经》神兽白泽为引，阐述让机器理解中文语义的挑战：从传统机器翻译的词不达意，到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通过注意力机制实现上下文关联；再到大模型依赖高质量中文数据集进行分词与向量化，将汉字映射至高维向量空间，实现语义理解；最终通过指令数据对齐训练，赋予模型听懂指令、举一反三的能力。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计算机如何将无意义字符编码转化为可理解的语义？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如何通过注意力机制实现跨句关联？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中文大模型的认知深度取决于哪些关键因素？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大模型公开数据集收集与指令数据构造</a:t>
            </a:r>
            <a:endParaRPr 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大模型公开数据集收集与指令数据构造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可访问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HuggingFace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ModelScope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等公开数据集；理解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等存储格式；掌握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Alpaca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等指令格式；编写脚本构造结构化指令数据；使用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、正则进行数据清洗与质量检查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能够访问常见公开数据集资源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理解并使用多种数据集存储格式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Alpaca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ShareGPT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等主流数据集组织格式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能够编写脚本或使用工具构造结构化指令数据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掌握数据清洗的方法与常用工具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大模型公开数据集收集与指令数据构造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掌握常见数据集的存储与组织格式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能够识别并获取适用于不同训练阶段的大规模语言模型数据集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能够根据实际需求构造高质量的指令数据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掌握数据清洗与检查的基本流程和工具使用方法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重点：数据集识别、存储格式、指令数据构造、清洗检查全流程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难点：高质量数据集构建核心技能的掌握与应用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大模型公开数据集收集与指令数据构造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大模型公开数据集收集与指令数据构造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大模型公开数据集收集与指令数据构造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本任务涵盖大模型训练数据的全流程处理，包括数据集识别、存储格式（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JSON/CSV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、指令数据构造（人工、模板、模型生成）及数据清洗（去重、过滤、字段检查）。重点包括多阶段数据需求差异、结构化字段设计及自动化清洗脚本开发，帮助读者掌握高质量数据集构建核心技能，为模型训练奠定数据基础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多阶段数据需求差异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不同训练阶段数据特点的把握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结构化字段设计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自动化清洗脚本开发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高质量指令数据的构造方法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大规模数据的清洗效率与质量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大模型公开数据集收集与指令数据构造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数据获取：提取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firefly.jsonl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条保存为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ner_100.json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Qwen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组问答保存为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qwen_data.json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。数据清洗：合并去重，过滤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output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长度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&gt;500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的条目，统一字段命名。格式转换：转为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JSONL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保存为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final_dataset.jsonl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技能实践涵盖数据获取、整合、清洗、格式转换全流程。首先从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firefly.jsonl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数据，用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Qwen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生成问答对；然后合并去重，过滤长度异常数据，检查字段命名；最后转换为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JSONL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格式保存，完成数据集构建。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1661</Words>
  <Application>WPS 演示</Application>
  <PresentationFormat>宽屏</PresentationFormat>
  <Paragraphs>269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Kaiti SC Bold</vt:lpstr>
      <vt:lpstr>JetBrainsMono NF</vt:lpstr>
      <vt:lpstr>1_自定义设计方案</vt:lpstr>
      <vt:lpstr>自定义设计方案</vt:lpstr>
      <vt:lpstr>1_Office 主题​​</vt:lpstr>
      <vt:lpstr>cover</vt:lpstr>
      <vt:lpstr>introduction</vt:lpstr>
      <vt:lpstr>thinking</vt:lpstr>
      <vt:lpstr>start</vt:lpstr>
      <vt:lpstr>catalog_one</vt:lpstr>
      <vt:lpstr>description</vt:lpstr>
      <vt:lpstr>catalog_two</vt:lpstr>
      <vt:lpstr>target</vt:lpstr>
      <vt:lpstr>catalog_three</vt:lpstr>
      <vt:lpstr>knowledge_reserve</vt:lpstr>
      <vt:lpstr>catalog_four</vt:lpstr>
      <vt:lpstr>task_implementation</vt:lpstr>
      <vt:lpstr>catalog_five</vt:lpstr>
      <vt:lpstr>summary</vt:lpstr>
      <vt:lpstr>key_difficulties_summary</vt:lpstr>
      <vt:lpstr>catalog_six</vt:lpstr>
      <vt:lpstr>expansion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1174</cp:revision>
  <dcterms:created xsi:type="dcterms:W3CDTF">2019-06-19T02:08:00Z</dcterms:created>
  <dcterms:modified xsi:type="dcterms:W3CDTF">2026-05-21T02:53:35Z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24AE26DFAA6745F6BEE9F0575CD6BACE_13</vt:lpwstr>
  </property>
</Properties>
</file>