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24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0" r:id="rId16"/>
    <p:sldId id="2831" r:id="rId17"/>
    <p:sldId id="2832" r:id="rId18"/>
    <p:sldId id="2833" r:id="rId19"/>
    <p:sldId id="2835" r:id="rId20"/>
    <p:sldId id="2836" r:id="rId21"/>
    <p:sldId id="2837" r:id="rId22"/>
    <p:sldId id="1698" r:id="rId23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0"/>
            <p14:sldId id="2831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9" Type="http://schemas.openxmlformats.org/officeDocument/2006/relationships/tags" Target="tags/tag29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34.xml"/><Relationship Id="rId23" Type="http://schemas.openxmlformats.org/officeDocument/2006/relationships/tags" Target="../tags/tag233.xml"/><Relationship Id="rId22" Type="http://schemas.openxmlformats.org/officeDocument/2006/relationships/tags" Target="../tags/tag232.xml"/><Relationship Id="rId21" Type="http://schemas.openxmlformats.org/officeDocument/2006/relationships/tags" Target="../tags/tag231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43.xml"/><Relationship Id="rId8" Type="http://schemas.openxmlformats.org/officeDocument/2006/relationships/tags" Target="../tags/tag242.xml"/><Relationship Id="rId7" Type="http://schemas.openxmlformats.org/officeDocument/2006/relationships/tags" Target="../tags/tag24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tags" Target="../tags/tag236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tags" Target="../tags/tag248.xml"/><Relationship Id="rId13" Type="http://schemas.openxmlformats.org/officeDocument/2006/relationships/tags" Target="../tags/tag247.xml"/><Relationship Id="rId12" Type="http://schemas.openxmlformats.org/officeDocument/2006/relationships/tags" Target="../tags/tag246.xml"/><Relationship Id="rId11" Type="http://schemas.openxmlformats.org/officeDocument/2006/relationships/tags" Target="../tags/tag245.xml"/><Relationship Id="rId10" Type="http://schemas.openxmlformats.org/officeDocument/2006/relationships/tags" Target="../tags/tag244.xml"/><Relationship Id="rId1" Type="http://schemas.openxmlformats.org/officeDocument/2006/relationships/tags" Target="../tags/tag23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260.xml"/><Relationship Id="rId1" Type="http://schemas.openxmlformats.org/officeDocument/2006/relationships/tags" Target="../tags/tag259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69.xml"/><Relationship Id="rId8" Type="http://schemas.openxmlformats.org/officeDocument/2006/relationships/tags" Target="../tags/tag268.xml"/><Relationship Id="rId7" Type="http://schemas.openxmlformats.org/officeDocument/2006/relationships/tags" Target="../tags/tag267.xml"/><Relationship Id="rId6" Type="http://schemas.openxmlformats.org/officeDocument/2006/relationships/tags" Target="../tags/tag266.xml"/><Relationship Id="rId5" Type="http://schemas.openxmlformats.org/officeDocument/2006/relationships/tags" Target="../tags/tag265.xml"/><Relationship Id="rId4" Type="http://schemas.openxmlformats.org/officeDocument/2006/relationships/tags" Target="../tags/tag264.xml"/><Relationship Id="rId3" Type="http://schemas.openxmlformats.org/officeDocument/2006/relationships/tags" Target="../tags/tag26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84.xml"/><Relationship Id="rId23" Type="http://schemas.openxmlformats.org/officeDocument/2006/relationships/tags" Target="../tags/tag283.xml"/><Relationship Id="rId22" Type="http://schemas.openxmlformats.org/officeDocument/2006/relationships/tags" Target="../tags/tag282.xml"/><Relationship Id="rId21" Type="http://schemas.openxmlformats.org/officeDocument/2006/relationships/tags" Target="../tags/tag281.xml"/><Relationship Id="rId20" Type="http://schemas.openxmlformats.org/officeDocument/2006/relationships/tags" Target="../tags/tag280.xml"/><Relationship Id="rId2" Type="http://schemas.openxmlformats.org/officeDocument/2006/relationships/tags" Target="../tags/tag262.xml"/><Relationship Id="rId19" Type="http://schemas.openxmlformats.org/officeDocument/2006/relationships/tags" Target="../tags/tag279.xml"/><Relationship Id="rId18" Type="http://schemas.openxmlformats.org/officeDocument/2006/relationships/tags" Target="../tags/tag278.xml"/><Relationship Id="rId17" Type="http://schemas.openxmlformats.org/officeDocument/2006/relationships/tags" Target="../tags/tag277.xml"/><Relationship Id="rId16" Type="http://schemas.openxmlformats.org/officeDocument/2006/relationships/tags" Target="../tags/tag276.xml"/><Relationship Id="rId15" Type="http://schemas.openxmlformats.org/officeDocument/2006/relationships/tags" Target="../tags/tag275.xml"/><Relationship Id="rId14" Type="http://schemas.openxmlformats.org/officeDocument/2006/relationships/tags" Target="../tags/tag274.xml"/><Relationship Id="rId13" Type="http://schemas.openxmlformats.org/officeDocument/2006/relationships/tags" Target="../tags/tag273.xml"/><Relationship Id="rId12" Type="http://schemas.openxmlformats.org/officeDocument/2006/relationships/tags" Target="../tags/tag272.xml"/><Relationship Id="rId11" Type="http://schemas.openxmlformats.org/officeDocument/2006/relationships/tags" Target="../tags/tag271.xml"/><Relationship Id="rId10" Type="http://schemas.openxmlformats.org/officeDocument/2006/relationships/tags" Target="../tags/tag270.xml"/><Relationship Id="rId1" Type="http://schemas.openxmlformats.org/officeDocument/2006/relationships/tags" Target="../tags/tag261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92.xml"/><Relationship Id="rId8" Type="http://schemas.openxmlformats.org/officeDocument/2006/relationships/tags" Target="../tags/tag291.xml"/><Relationship Id="rId7" Type="http://schemas.openxmlformats.org/officeDocument/2006/relationships/tags" Target="../tags/tag290.xml"/><Relationship Id="rId6" Type="http://schemas.openxmlformats.org/officeDocument/2006/relationships/tags" Target="../tags/tag289.xml"/><Relationship Id="rId5" Type="http://schemas.openxmlformats.org/officeDocument/2006/relationships/image" Target="../media/image12.jpeg"/><Relationship Id="rId4" Type="http://schemas.openxmlformats.org/officeDocument/2006/relationships/tags" Target="../tags/tag288.xml"/><Relationship Id="rId3" Type="http://schemas.openxmlformats.org/officeDocument/2006/relationships/tags" Target="../tags/tag287.xml"/><Relationship Id="rId2" Type="http://schemas.openxmlformats.org/officeDocument/2006/relationships/tags" Target="../tags/tag28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293.xml"/><Relationship Id="rId10" Type="http://schemas.openxmlformats.org/officeDocument/2006/relationships/image" Target="../media/image13.png"/><Relationship Id="rId1" Type="http://schemas.openxmlformats.org/officeDocument/2006/relationships/tags" Target="../tags/tag285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第二章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大模型公开数据集收集与指令数据构造</a:t>
            </a:r>
            <a:endParaRPr lang="zh-CN" altLang="en-US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大模型架构与数据处理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929130"/>
            <a:ext cx="6534785" cy="3415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以《山海经》白泽为引，阐述传统机器翻译的局限性，引出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架构的突破。注意力机制使模型通览全文、把握上下文关联，通过中文分词与词嵌入技术将汉字映射至高维向量空间，实现语义理解。指令数据的构造赋予模型认知能力，使其能理解指令、举一反三。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机器如何真正理解复杂概念？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Transformer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如何超越逐字翻译的局限？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中文分词与向量化如何实现语义关联？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能够访问常见公开数据集资源，理解多种数据集存储格式，掌握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Alpaca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ShareGPT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等主流数据集组织格式，能够编写脚本或使用工具构造结构化指令数据。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访问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HuggingFace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等数据集平台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使用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TXT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CSV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等数据集存储格式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掌握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Alpaca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ShareGPT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等数据集组织格式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编写脚本或使用工具构造结构化指令数据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完成数据集初步质量检查与格式标准化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掌握常见数据集的存储与组织格式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识别并获取适用于不同训练阶段的大规模语言模型数据集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根据实际需求构造高质量的指令数据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掌握数据清洗与检查的基本流程和工具使用方法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重点：指令数据构造与数据清洗技术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难点：结构化字段设计与自动化清洗脚本开发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本任务涵盖大模型训练数据的全流程处理，包括数据集识别、存储格式（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JSON/CSV/JSONL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）、指令数据构造方法（人工编写、模板生成、模型生成）及数据清洗技术（去重、敏感词过滤、字段检查）。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掌握数据集全流程处理方法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多阶段数据需求差异分析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理解多种存储格式与组织格式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学会构造高质量指令数据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结构化字段设计规范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自动化清洗脚本开发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任务二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大模型公开数据集收集与指令数据构造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从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firefly.jsonl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提取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NER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前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100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条，用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Qwen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生成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3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组问答。合并去重，过滤异常条目，转为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JSONL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格式。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34800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通过多格式数据提取、合并去重、长度过滤与字段规范化，完成数据集质量控制与格式统一，实现从原始数据到训练可用数据集的完整转换流程。</a:t>
            </a:r>
            <a:endParaRPr lang="zh-CN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6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6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29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94.xml><?xml version="1.0" encoding="utf-8"?>
<p:tagLst xmlns:p="http://schemas.openxmlformats.org/presentationml/2006/main">
  <p:tag name="KSO_WM_FULL_TEXT_BEAUTIFY_COPY_ID" val="35"/>
</p:tagLst>
</file>

<file path=ppt/tags/tag295.xml><?xml version="1.0" encoding="utf-8"?>
<p:tagLst xmlns:p="http://schemas.openxmlformats.org/presentationml/2006/main">
  <p:tag name="KSO_WM_FULL_TEXT_BEAUTIFY_COPY_ID" val="150995359"/>
</p:tagLst>
</file>

<file path=ppt/tags/tag29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1419</Words>
  <Application>WPS 演示</Application>
  <PresentationFormat>宽屏</PresentationFormat>
  <Paragraphs>269</Paragraphs>
  <Slides>18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Wingdings</vt:lpstr>
      <vt:lpstr>Kaiti SC Bold</vt:lpstr>
      <vt:lpstr>Times New Roman</vt:lpstr>
      <vt:lpstr>Segoe UI</vt:lpstr>
      <vt:lpstr>Arial</vt:lpstr>
      <vt:lpstr>思源宋体</vt:lpstr>
      <vt:lpstr>Helvetica</vt:lpstr>
      <vt:lpstr>Kaiti SC Bold</vt:lpstr>
      <vt:lpstr>JetBrainsMono NF</vt:lpstr>
      <vt:lpstr>1_自定义设计方案</vt:lpstr>
      <vt:lpstr>自定义设计方案</vt:lpstr>
      <vt:lpstr>1_Office 主题​​</vt:lpstr>
      <vt:lpstr>cover</vt:lpstr>
      <vt:lpstr>introduction</vt:lpstr>
      <vt:lpstr>thinking</vt:lpstr>
      <vt:lpstr>start</vt:lpstr>
      <vt:lpstr>catalog_one</vt:lpstr>
      <vt:lpstr>description</vt:lpstr>
      <vt:lpstr>catalog_two</vt:lpstr>
      <vt:lpstr>target</vt:lpstr>
      <vt:lpstr>catalog_three</vt:lpstr>
      <vt:lpstr>knowledge_reserve</vt:lpstr>
      <vt:lpstr>catalog_four</vt:lpstr>
      <vt:lpstr>task_implementation</vt:lpstr>
      <vt:lpstr>catalog_five</vt:lpstr>
      <vt:lpstr>summary</vt:lpstr>
      <vt:lpstr>key_difficulties_summary</vt:lpstr>
      <vt:lpstr>catalog_six</vt:lpstr>
      <vt:lpstr>expansion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1174</cp:revision>
  <dcterms:created xsi:type="dcterms:W3CDTF">2019-06-19T02:08:00Z</dcterms:created>
  <dcterms:modified xsi:type="dcterms:W3CDTF">2026-05-20T07:50:12Z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0B4994B4DDC24A3491796793C825665D_13</vt:lpwstr>
  </property>
</Properties>
</file>