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32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29" r:id="rId15"/>
    <p:sldId id="2838" r:id="rId16"/>
    <p:sldId id="2839" r:id="rId17"/>
    <p:sldId id="2840" r:id="rId18"/>
    <p:sldId id="2841" r:id="rId19"/>
    <p:sldId id="2830" r:id="rId20"/>
    <p:sldId id="2831" r:id="rId21"/>
    <p:sldId id="2842" r:id="rId22"/>
    <p:sldId id="2843" r:id="rId23"/>
    <p:sldId id="2844" r:id="rId24"/>
    <p:sldId id="2845" r:id="rId25"/>
    <p:sldId id="2832" r:id="rId26"/>
    <p:sldId id="2833" r:id="rId27"/>
    <p:sldId id="2835" r:id="rId28"/>
    <p:sldId id="2836" r:id="rId29"/>
    <p:sldId id="2837" r:id="rId30"/>
    <p:sldId id="1698" r:id="rId31"/>
  </p:sldIdLst>
  <p:sldSz cx="12192000" cy="6858000"/>
  <p:notesSz cx="6858000" cy="9144000"/>
  <p:custDataLst>
    <p:tags r:id="rId3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29"/>
            <p14:sldId id="2838"/>
            <p14:sldId id="2839"/>
            <p14:sldId id="2840"/>
            <p14:sldId id="2841"/>
            <p14:sldId id="2830"/>
            <p14:sldId id="2831"/>
            <p14:sldId id="2842"/>
            <p14:sldId id="2843"/>
            <p14:sldId id="2844"/>
            <p14:sldId id="2845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7" Type="http://schemas.openxmlformats.org/officeDocument/2006/relationships/tags" Target="tags/tag456.xml"/><Relationship Id="rId36" Type="http://schemas.openxmlformats.org/officeDocument/2006/relationships/commentAuthors" Target="commentAuthors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handoutMaster" Target="handoutMasters/handoutMaster1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230.xml"/><Relationship Id="rId2" Type="http://schemas.openxmlformats.org/officeDocument/2006/relationships/tags" Target="../tags/tag212.xml"/><Relationship Id="rId19" Type="http://schemas.openxmlformats.org/officeDocument/2006/relationships/tags" Target="../tags/tag229.xml"/><Relationship Id="rId18" Type="http://schemas.openxmlformats.org/officeDocument/2006/relationships/tags" Target="../tags/tag228.xml"/><Relationship Id="rId17" Type="http://schemas.openxmlformats.org/officeDocument/2006/relationships/tags" Target="../tags/tag227.xml"/><Relationship Id="rId16" Type="http://schemas.openxmlformats.org/officeDocument/2006/relationships/tags" Target="../tags/tag226.xml"/><Relationship Id="rId15" Type="http://schemas.openxmlformats.org/officeDocument/2006/relationships/tags" Target="../tags/tag225.xml"/><Relationship Id="rId14" Type="http://schemas.openxmlformats.org/officeDocument/2006/relationships/tags" Target="../tags/tag224.xml"/><Relationship Id="rId13" Type="http://schemas.openxmlformats.org/officeDocument/2006/relationships/tags" Target="../tags/tag223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239.xml"/><Relationship Id="rId8" Type="http://schemas.openxmlformats.org/officeDocument/2006/relationships/tags" Target="../tags/tag238.xml"/><Relationship Id="rId7" Type="http://schemas.openxmlformats.org/officeDocument/2006/relationships/tags" Target="../tags/tag237.xml"/><Relationship Id="rId6" Type="http://schemas.openxmlformats.org/officeDocument/2006/relationships/tags" Target="../tags/tag236.xml"/><Relationship Id="rId5" Type="http://schemas.openxmlformats.org/officeDocument/2006/relationships/tags" Target="../tags/tag235.xml"/><Relationship Id="rId4" Type="http://schemas.openxmlformats.org/officeDocument/2006/relationships/tags" Target="../tags/tag234.xml"/><Relationship Id="rId3" Type="http://schemas.openxmlformats.org/officeDocument/2006/relationships/tags" Target="../tags/tag233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250.xml"/><Relationship Id="rId2" Type="http://schemas.openxmlformats.org/officeDocument/2006/relationships/tags" Target="../tags/tag232.xml"/><Relationship Id="rId19" Type="http://schemas.openxmlformats.org/officeDocument/2006/relationships/tags" Target="../tags/tag249.xml"/><Relationship Id="rId18" Type="http://schemas.openxmlformats.org/officeDocument/2006/relationships/tags" Target="../tags/tag248.xml"/><Relationship Id="rId17" Type="http://schemas.openxmlformats.org/officeDocument/2006/relationships/tags" Target="../tags/tag247.xml"/><Relationship Id="rId16" Type="http://schemas.openxmlformats.org/officeDocument/2006/relationships/tags" Target="../tags/tag246.xml"/><Relationship Id="rId15" Type="http://schemas.openxmlformats.org/officeDocument/2006/relationships/tags" Target="../tags/tag245.xml"/><Relationship Id="rId14" Type="http://schemas.openxmlformats.org/officeDocument/2006/relationships/tags" Target="../tags/tag244.xml"/><Relationship Id="rId13" Type="http://schemas.openxmlformats.org/officeDocument/2006/relationships/tags" Target="../tags/tag243.xml"/><Relationship Id="rId12" Type="http://schemas.openxmlformats.org/officeDocument/2006/relationships/tags" Target="../tags/tag242.xml"/><Relationship Id="rId11" Type="http://schemas.openxmlformats.org/officeDocument/2006/relationships/tags" Target="../tags/tag241.xml"/><Relationship Id="rId10" Type="http://schemas.openxmlformats.org/officeDocument/2006/relationships/tags" Target="../tags/tag240.xml"/><Relationship Id="rId1" Type="http://schemas.openxmlformats.org/officeDocument/2006/relationships/tags" Target="../tags/tag231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59.xml"/><Relationship Id="rId8" Type="http://schemas.openxmlformats.org/officeDocument/2006/relationships/tags" Target="../tags/tag258.xml"/><Relationship Id="rId7" Type="http://schemas.openxmlformats.org/officeDocument/2006/relationships/tags" Target="../tags/tag257.xml"/><Relationship Id="rId6" Type="http://schemas.openxmlformats.org/officeDocument/2006/relationships/tags" Target="../tags/tag256.xml"/><Relationship Id="rId5" Type="http://schemas.openxmlformats.org/officeDocument/2006/relationships/tags" Target="../tags/tag255.xml"/><Relationship Id="rId4" Type="http://schemas.openxmlformats.org/officeDocument/2006/relationships/tags" Target="../tags/tag254.xml"/><Relationship Id="rId3" Type="http://schemas.openxmlformats.org/officeDocument/2006/relationships/tags" Target="../tags/tag253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270.xml"/><Relationship Id="rId2" Type="http://schemas.openxmlformats.org/officeDocument/2006/relationships/tags" Target="../tags/tag252.xml"/><Relationship Id="rId19" Type="http://schemas.openxmlformats.org/officeDocument/2006/relationships/tags" Target="../tags/tag269.xml"/><Relationship Id="rId18" Type="http://schemas.openxmlformats.org/officeDocument/2006/relationships/tags" Target="../tags/tag268.xml"/><Relationship Id="rId17" Type="http://schemas.openxmlformats.org/officeDocument/2006/relationships/tags" Target="../tags/tag267.xml"/><Relationship Id="rId16" Type="http://schemas.openxmlformats.org/officeDocument/2006/relationships/tags" Target="../tags/tag266.xml"/><Relationship Id="rId15" Type="http://schemas.openxmlformats.org/officeDocument/2006/relationships/tags" Target="../tags/tag265.xml"/><Relationship Id="rId14" Type="http://schemas.openxmlformats.org/officeDocument/2006/relationships/tags" Target="../tags/tag264.xml"/><Relationship Id="rId13" Type="http://schemas.openxmlformats.org/officeDocument/2006/relationships/tags" Target="../tags/tag263.xml"/><Relationship Id="rId12" Type="http://schemas.openxmlformats.org/officeDocument/2006/relationships/tags" Target="../tags/tag262.xml"/><Relationship Id="rId11" Type="http://schemas.openxmlformats.org/officeDocument/2006/relationships/tags" Target="../tags/tag261.xml"/><Relationship Id="rId10" Type="http://schemas.openxmlformats.org/officeDocument/2006/relationships/tags" Target="../tags/tag260.xml"/><Relationship Id="rId1" Type="http://schemas.openxmlformats.org/officeDocument/2006/relationships/tags" Target="../tags/tag25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279.xml"/><Relationship Id="rId8" Type="http://schemas.openxmlformats.org/officeDocument/2006/relationships/tags" Target="../tags/tag278.xml"/><Relationship Id="rId7" Type="http://schemas.openxmlformats.org/officeDocument/2006/relationships/tags" Target="../tags/tag277.xml"/><Relationship Id="rId6" Type="http://schemas.openxmlformats.org/officeDocument/2006/relationships/tags" Target="../tags/tag276.xml"/><Relationship Id="rId5" Type="http://schemas.openxmlformats.org/officeDocument/2006/relationships/tags" Target="../tags/tag275.xml"/><Relationship Id="rId4" Type="http://schemas.openxmlformats.org/officeDocument/2006/relationships/tags" Target="../tags/tag274.xml"/><Relationship Id="rId3" Type="http://schemas.openxmlformats.org/officeDocument/2006/relationships/tags" Target="../tags/tag273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290.xml"/><Relationship Id="rId2" Type="http://schemas.openxmlformats.org/officeDocument/2006/relationships/tags" Target="../tags/tag272.xml"/><Relationship Id="rId19" Type="http://schemas.openxmlformats.org/officeDocument/2006/relationships/tags" Target="../tags/tag289.xml"/><Relationship Id="rId18" Type="http://schemas.openxmlformats.org/officeDocument/2006/relationships/tags" Target="../tags/tag288.xml"/><Relationship Id="rId17" Type="http://schemas.openxmlformats.org/officeDocument/2006/relationships/tags" Target="../tags/tag287.xml"/><Relationship Id="rId16" Type="http://schemas.openxmlformats.org/officeDocument/2006/relationships/tags" Target="../tags/tag286.xml"/><Relationship Id="rId15" Type="http://schemas.openxmlformats.org/officeDocument/2006/relationships/tags" Target="../tags/tag285.xml"/><Relationship Id="rId14" Type="http://schemas.openxmlformats.org/officeDocument/2006/relationships/tags" Target="../tags/tag284.xml"/><Relationship Id="rId13" Type="http://schemas.openxmlformats.org/officeDocument/2006/relationships/tags" Target="../tags/tag283.xml"/><Relationship Id="rId12" Type="http://schemas.openxmlformats.org/officeDocument/2006/relationships/tags" Target="../tags/tag282.xml"/><Relationship Id="rId11" Type="http://schemas.openxmlformats.org/officeDocument/2006/relationships/tags" Target="../tags/tag281.xml"/><Relationship Id="rId10" Type="http://schemas.openxmlformats.org/officeDocument/2006/relationships/tags" Target="../tags/tag280.xml"/><Relationship Id="rId1" Type="http://schemas.openxmlformats.org/officeDocument/2006/relationships/tags" Target="../tags/tag271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299.xml"/><Relationship Id="rId8" Type="http://schemas.openxmlformats.org/officeDocument/2006/relationships/tags" Target="../tags/tag298.xml"/><Relationship Id="rId7" Type="http://schemas.openxmlformats.org/officeDocument/2006/relationships/tags" Target="../tags/tag297.xml"/><Relationship Id="rId6" Type="http://schemas.openxmlformats.org/officeDocument/2006/relationships/tags" Target="../tags/tag296.xml"/><Relationship Id="rId5" Type="http://schemas.openxmlformats.org/officeDocument/2006/relationships/tags" Target="../tags/tag295.xml"/><Relationship Id="rId4" Type="http://schemas.openxmlformats.org/officeDocument/2006/relationships/tags" Target="../tags/tag294.xml"/><Relationship Id="rId3" Type="http://schemas.openxmlformats.org/officeDocument/2006/relationships/tags" Target="../tags/tag293.xml"/><Relationship Id="rId26" Type="http://schemas.openxmlformats.org/officeDocument/2006/relationships/notesSlide" Target="../notesSlides/notesSlide8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314.xml"/><Relationship Id="rId23" Type="http://schemas.openxmlformats.org/officeDocument/2006/relationships/tags" Target="../tags/tag313.xml"/><Relationship Id="rId22" Type="http://schemas.openxmlformats.org/officeDocument/2006/relationships/tags" Target="../tags/tag312.xml"/><Relationship Id="rId21" Type="http://schemas.openxmlformats.org/officeDocument/2006/relationships/tags" Target="../tags/tag311.xml"/><Relationship Id="rId20" Type="http://schemas.openxmlformats.org/officeDocument/2006/relationships/tags" Target="../tags/tag310.xml"/><Relationship Id="rId2" Type="http://schemas.openxmlformats.org/officeDocument/2006/relationships/tags" Target="../tags/tag292.xml"/><Relationship Id="rId19" Type="http://schemas.openxmlformats.org/officeDocument/2006/relationships/tags" Target="../tags/tag309.xml"/><Relationship Id="rId18" Type="http://schemas.openxmlformats.org/officeDocument/2006/relationships/tags" Target="../tags/tag308.xml"/><Relationship Id="rId17" Type="http://schemas.openxmlformats.org/officeDocument/2006/relationships/tags" Target="../tags/tag307.xml"/><Relationship Id="rId16" Type="http://schemas.openxmlformats.org/officeDocument/2006/relationships/tags" Target="../tags/tag306.xml"/><Relationship Id="rId15" Type="http://schemas.openxmlformats.org/officeDocument/2006/relationships/tags" Target="../tags/tag305.xml"/><Relationship Id="rId14" Type="http://schemas.openxmlformats.org/officeDocument/2006/relationships/tags" Target="../tags/tag304.xml"/><Relationship Id="rId13" Type="http://schemas.openxmlformats.org/officeDocument/2006/relationships/tags" Target="../tags/tag303.xml"/><Relationship Id="rId12" Type="http://schemas.openxmlformats.org/officeDocument/2006/relationships/tags" Target="../tags/tag302.xml"/><Relationship Id="rId11" Type="http://schemas.openxmlformats.org/officeDocument/2006/relationships/tags" Target="../tags/tag301.xml"/><Relationship Id="rId10" Type="http://schemas.openxmlformats.org/officeDocument/2006/relationships/tags" Target="../tags/tag300.xml"/><Relationship Id="rId1" Type="http://schemas.openxmlformats.org/officeDocument/2006/relationships/tags" Target="../tags/tag29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323.xml"/><Relationship Id="rId8" Type="http://schemas.openxmlformats.org/officeDocument/2006/relationships/tags" Target="../tags/tag322.xml"/><Relationship Id="rId7" Type="http://schemas.openxmlformats.org/officeDocument/2006/relationships/tags" Target="../tags/tag321.xml"/><Relationship Id="rId6" Type="http://schemas.openxmlformats.org/officeDocument/2006/relationships/tags" Target="../tags/tag320.xml"/><Relationship Id="rId5" Type="http://schemas.openxmlformats.org/officeDocument/2006/relationships/tags" Target="../tags/tag319.xml"/><Relationship Id="rId4" Type="http://schemas.openxmlformats.org/officeDocument/2006/relationships/tags" Target="../tags/tag318.xml"/><Relationship Id="rId3" Type="http://schemas.openxmlformats.org/officeDocument/2006/relationships/tags" Target="../tags/tag317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334.xml"/><Relationship Id="rId2" Type="http://schemas.openxmlformats.org/officeDocument/2006/relationships/tags" Target="../tags/tag316.xml"/><Relationship Id="rId19" Type="http://schemas.openxmlformats.org/officeDocument/2006/relationships/tags" Target="../tags/tag333.xml"/><Relationship Id="rId18" Type="http://schemas.openxmlformats.org/officeDocument/2006/relationships/tags" Target="../tags/tag332.xml"/><Relationship Id="rId17" Type="http://schemas.openxmlformats.org/officeDocument/2006/relationships/tags" Target="../tags/tag331.xml"/><Relationship Id="rId16" Type="http://schemas.openxmlformats.org/officeDocument/2006/relationships/tags" Target="../tags/tag330.xml"/><Relationship Id="rId15" Type="http://schemas.openxmlformats.org/officeDocument/2006/relationships/tags" Target="../tags/tag329.xml"/><Relationship Id="rId14" Type="http://schemas.openxmlformats.org/officeDocument/2006/relationships/tags" Target="../tags/tag328.xml"/><Relationship Id="rId13" Type="http://schemas.openxmlformats.org/officeDocument/2006/relationships/tags" Target="../tags/tag327.xml"/><Relationship Id="rId12" Type="http://schemas.openxmlformats.org/officeDocument/2006/relationships/tags" Target="../tags/tag326.xml"/><Relationship Id="rId11" Type="http://schemas.openxmlformats.org/officeDocument/2006/relationships/tags" Target="../tags/tag325.xml"/><Relationship Id="rId10" Type="http://schemas.openxmlformats.org/officeDocument/2006/relationships/tags" Target="../tags/tag324.xml"/><Relationship Id="rId1" Type="http://schemas.openxmlformats.org/officeDocument/2006/relationships/tags" Target="../tags/tag315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343.xml"/><Relationship Id="rId8" Type="http://schemas.openxmlformats.org/officeDocument/2006/relationships/tags" Target="../tags/tag342.xml"/><Relationship Id="rId7" Type="http://schemas.openxmlformats.org/officeDocument/2006/relationships/tags" Target="../tags/tag341.xml"/><Relationship Id="rId6" Type="http://schemas.openxmlformats.org/officeDocument/2006/relationships/tags" Target="../tags/tag340.xml"/><Relationship Id="rId5" Type="http://schemas.openxmlformats.org/officeDocument/2006/relationships/tags" Target="../tags/tag339.xml"/><Relationship Id="rId4" Type="http://schemas.openxmlformats.org/officeDocument/2006/relationships/tags" Target="../tags/tag338.xml"/><Relationship Id="rId3" Type="http://schemas.openxmlformats.org/officeDocument/2006/relationships/tags" Target="../tags/tag337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354.xml"/><Relationship Id="rId2" Type="http://schemas.openxmlformats.org/officeDocument/2006/relationships/tags" Target="../tags/tag336.xml"/><Relationship Id="rId19" Type="http://schemas.openxmlformats.org/officeDocument/2006/relationships/tags" Target="../tags/tag353.xml"/><Relationship Id="rId18" Type="http://schemas.openxmlformats.org/officeDocument/2006/relationships/tags" Target="../tags/tag352.xml"/><Relationship Id="rId17" Type="http://schemas.openxmlformats.org/officeDocument/2006/relationships/tags" Target="../tags/tag351.xml"/><Relationship Id="rId16" Type="http://schemas.openxmlformats.org/officeDocument/2006/relationships/tags" Target="../tags/tag350.xml"/><Relationship Id="rId15" Type="http://schemas.openxmlformats.org/officeDocument/2006/relationships/tags" Target="../tags/tag349.xml"/><Relationship Id="rId14" Type="http://schemas.openxmlformats.org/officeDocument/2006/relationships/tags" Target="../tags/tag348.xml"/><Relationship Id="rId13" Type="http://schemas.openxmlformats.org/officeDocument/2006/relationships/tags" Target="../tags/tag347.xml"/><Relationship Id="rId12" Type="http://schemas.openxmlformats.org/officeDocument/2006/relationships/tags" Target="../tags/tag346.xml"/><Relationship Id="rId11" Type="http://schemas.openxmlformats.org/officeDocument/2006/relationships/tags" Target="../tags/tag345.xml"/><Relationship Id="rId10" Type="http://schemas.openxmlformats.org/officeDocument/2006/relationships/tags" Target="../tags/tag344.xml"/><Relationship Id="rId1" Type="http://schemas.openxmlformats.org/officeDocument/2006/relationships/tags" Target="../tags/tag335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363.xml"/><Relationship Id="rId8" Type="http://schemas.openxmlformats.org/officeDocument/2006/relationships/tags" Target="../tags/tag362.xml"/><Relationship Id="rId7" Type="http://schemas.openxmlformats.org/officeDocument/2006/relationships/tags" Target="../tags/tag361.xml"/><Relationship Id="rId6" Type="http://schemas.openxmlformats.org/officeDocument/2006/relationships/tags" Target="../tags/tag360.xml"/><Relationship Id="rId5" Type="http://schemas.openxmlformats.org/officeDocument/2006/relationships/tags" Target="../tags/tag359.xml"/><Relationship Id="rId4" Type="http://schemas.openxmlformats.org/officeDocument/2006/relationships/tags" Target="../tags/tag358.xml"/><Relationship Id="rId3" Type="http://schemas.openxmlformats.org/officeDocument/2006/relationships/tags" Target="../tags/tag357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374.xml"/><Relationship Id="rId2" Type="http://schemas.openxmlformats.org/officeDocument/2006/relationships/tags" Target="../tags/tag356.xml"/><Relationship Id="rId19" Type="http://schemas.openxmlformats.org/officeDocument/2006/relationships/tags" Target="../tags/tag373.xml"/><Relationship Id="rId18" Type="http://schemas.openxmlformats.org/officeDocument/2006/relationships/tags" Target="../tags/tag372.xml"/><Relationship Id="rId17" Type="http://schemas.openxmlformats.org/officeDocument/2006/relationships/tags" Target="../tags/tag371.xml"/><Relationship Id="rId16" Type="http://schemas.openxmlformats.org/officeDocument/2006/relationships/tags" Target="../tags/tag370.xml"/><Relationship Id="rId15" Type="http://schemas.openxmlformats.org/officeDocument/2006/relationships/tags" Target="../tags/tag369.xml"/><Relationship Id="rId14" Type="http://schemas.openxmlformats.org/officeDocument/2006/relationships/tags" Target="../tags/tag368.xml"/><Relationship Id="rId13" Type="http://schemas.openxmlformats.org/officeDocument/2006/relationships/tags" Target="../tags/tag367.xml"/><Relationship Id="rId12" Type="http://schemas.openxmlformats.org/officeDocument/2006/relationships/tags" Target="../tags/tag366.xml"/><Relationship Id="rId11" Type="http://schemas.openxmlformats.org/officeDocument/2006/relationships/tags" Target="../tags/tag365.xml"/><Relationship Id="rId10" Type="http://schemas.openxmlformats.org/officeDocument/2006/relationships/tags" Target="../tags/tag364.xml"/><Relationship Id="rId1" Type="http://schemas.openxmlformats.org/officeDocument/2006/relationships/tags" Target="../tags/tag355.xml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383.xml"/><Relationship Id="rId8" Type="http://schemas.openxmlformats.org/officeDocument/2006/relationships/tags" Target="../tags/tag382.xml"/><Relationship Id="rId7" Type="http://schemas.openxmlformats.org/officeDocument/2006/relationships/tags" Target="../tags/tag381.xml"/><Relationship Id="rId6" Type="http://schemas.openxmlformats.org/officeDocument/2006/relationships/tags" Target="../tags/tag380.xml"/><Relationship Id="rId5" Type="http://schemas.openxmlformats.org/officeDocument/2006/relationships/tags" Target="../tags/tag379.xml"/><Relationship Id="rId4" Type="http://schemas.openxmlformats.org/officeDocument/2006/relationships/tags" Target="../tags/tag378.xml"/><Relationship Id="rId3" Type="http://schemas.openxmlformats.org/officeDocument/2006/relationships/tags" Target="../tags/tag377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394.xml"/><Relationship Id="rId2" Type="http://schemas.openxmlformats.org/officeDocument/2006/relationships/tags" Target="../tags/tag376.xml"/><Relationship Id="rId19" Type="http://schemas.openxmlformats.org/officeDocument/2006/relationships/tags" Target="../tags/tag393.xml"/><Relationship Id="rId18" Type="http://schemas.openxmlformats.org/officeDocument/2006/relationships/tags" Target="../tags/tag392.xml"/><Relationship Id="rId17" Type="http://schemas.openxmlformats.org/officeDocument/2006/relationships/tags" Target="../tags/tag391.xml"/><Relationship Id="rId16" Type="http://schemas.openxmlformats.org/officeDocument/2006/relationships/tags" Target="../tags/tag390.xml"/><Relationship Id="rId15" Type="http://schemas.openxmlformats.org/officeDocument/2006/relationships/tags" Target="../tags/tag389.xml"/><Relationship Id="rId14" Type="http://schemas.openxmlformats.org/officeDocument/2006/relationships/tags" Target="../tags/tag388.xml"/><Relationship Id="rId13" Type="http://schemas.openxmlformats.org/officeDocument/2006/relationships/tags" Target="../tags/tag387.xml"/><Relationship Id="rId12" Type="http://schemas.openxmlformats.org/officeDocument/2006/relationships/tags" Target="../tags/tag386.xml"/><Relationship Id="rId11" Type="http://schemas.openxmlformats.org/officeDocument/2006/relationships/tags" Target="../tags/tag385.xml"/><Relationship Id="rId10" Type="http://schemas.openxmlformats.org/officeDocument/2006/relationships/tags" Target="../tags/tag384.xml"/><Relationship Id="rId1" Type="http://schemas.openxmlformats.org/officeDocument/2006/relationships/tags" Target="../tags/tag375.xml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tags" Target="../tags/tag403.xml"/><Relationship Id="rId8" Type="http://schemas.openxmlformats.org/officeDocument/2006/relationships/tags" Target="../tags/tag402.xml"/><Relationship Id="rId7" Type="http://schemas.openxmlformats.org/officeDocument/2006/relationships/tags" Target="../tags/tag401.xml"/><Relationship Id="rId6" Type="http://schemas.openxmlformats.org/officeDocument/2006/relationships/tags" Target="../tags/tag400.xml"/><Relationship Id="rId5" Type="http://schemas.openxmlformats.org/officeDocument/2006/relationships/tags" Target="../tags/tag399.xml"/><Relationship Id="rId4" Type="http://schemas.openxmlformats.org/officeDocument/2006/relationships/tags" Target="../tags/tag398.xml"/><Relationship Id="rId3" Type="http://schemas.openxmlformats.org/officeDocument/2006/relationships/tags" Target="../tags/tag397.xml"/><Relationship Id="rId26" Type="http://schemas.openxmlformats.org/officeDocument/2006/relationships/notesSlide" Target="../notesSlides/notesSlide9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418.xml"/><Relationship Id="rId23" Type="http://schemas.openxmlformats.org/officeDocument/2006/relationships/tags" Target="../tags/tag417.xml"/><Relationship Id="rId22" Type="http://schemas.openxmlformats.org/officeDocument/2006/relationships/tags" Target="../tags/tag416.xml"/><Relationship Id="rId21" Type="http://schemas.openxmlformats.org/officeDocument/2006/relationships/tags" Target="../tags/tag415.xml"/><Relationship Id="rId20" Type="http://schemas.openxmlformats.org/officeDocument/2006/relationships/tags" Target="../tags/tag414.xml"/><Relationship Id="rId2" Type="http://schemas.openxmlformats.org/officeDocument/2006/relationships/tags" Target="../tags/tag396.xml"/><Relationship Id="rId19" Type="http://schemas.openxmlformats.org/officeDocument/2006/relationships/tags" Target="../tags/tag413.xml"/><Relationship Id="rId18" Type="http://schemas.openxmlformats.org/officeDocument/2006/relationships/tags" Target="../tags/tag412.xml"/><Relationship Id="rId17" Type="http://schemas.openxmlformats.org/officeDocument/2006/relationships/tags" Target="../tags/tag411.xml"/><Relationship Id="rId16" Type="http://schemas.openxmlformats.org/officeDocument/2006/relationships/tags" Target="../tags/tag410.xml"/><Relationship Id="rId15" Type="http://schemas.openxmlformats.org/officeDocument/2006/relationships/tags" Target="../tags/tag409.xml"/><Relationship Id="rId14" Type="http://schemas.openxmlformats.org/officeDocument/2006/relationships/tags" Target="../tags/tag408.xml"/><Relationship Id="rId13" Type="http://schemas.openxmlformats.org/officeDocument/2006/relationships/tags" Target="../tags/tag407.xml"/><Relationship Id="rId12" Type="http://schemas.openxmlformats.org/officeDocument/2006/relationships/tags" Target="../tags/tag406.xml"/><Relationship Id="rId11" Type="http://schemas.openxmlformats.org/officeDocument/2006/relationships/tags" Target="../tags/tag405.xml"/><Relationship Id="rId10" Type="http://schemas.openxmlformats.org/officeDocument/2006/relationships/tags" Target="../tags/tag404.xml"/><Relationship Id="rId1" Type="http://schemas.openxmlformats.org/officeDocument/2006/relationships/tags" Target="../tags/tag39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420.xml"/><Relationship Id="rId1" Type="http://schemas.openxmlformats.org/officeDocument/2006/relationships/tags" Target="../tags/tag419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429.xml"/><Relationship Id="rId8" Type="http://schemas.openxmlformats.org/officeDocument/2006/relationships/tags" Target="../tags/tag428.xml"/><Relationship Id="rId7" Type="http://schemas.openxmlformats.org/officeDocument/2006/relationships/tags" Target="../tags/tag427.xml"/><Relationship Id="rId6" Type="http://schemas.openxmlformats.org/officeDocument/2006/relationships/tags" Target="../tags/tag426.xml"/><Relationship Id="rId5" Type="http://schemas.openxmlformats.org/officeDocument/2006/relationships/tags" Target="../tags/tag425.xml"/><Relationship Id="rId4" Type="http://schemas.openxmlformats.org/officeDocument/2006/relationships/tags" Target="../tags/tag424.xml"/><Relationship Id="rId3" Type="http://schemas.openxmlformats.org/officeDocument/2006/relationships/tags" Target="../tags/tag423.xml"/><Relationship Id="rId26" Type="http://schemas.openxmlformats.org/officeDocument/2006/relationships/notesSlide" Target="../notesSlides/notesSlide1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444.xml"/><Relationship Id="rId23" Type="http://schemas.openxmlformats.org/officeDocument/2006/relationships/tags" Target="../tags/tag443.xml"/><Relationship Id="rId22" Type="http://schemas.openxmlformats.org/officeDocument/2006/relationships/tags" Target="../tags/tag442.xml"/><Relationship Id="rId21" Type="http://schemas.openxmlformats.org/officeDocument/2006/relationships/tags" Target="../tags/tag441.xml"/><Relationship Id="rId20" Type="http://schemas.openxmlformats.org/officeDocument/2006/relationships/tags" Target="../tags/tag440.xml"/><Relationship Id="rId2" Type="http://schemas.openxmlformats.org/officeDocument/2006/relationships/tags" Target="../tags/tag422.xml"/><Relationship Id="rId19" Type="http://schemas.openxmlformats.org/officeDocument/2006/relationships/tags" Target="../tags/tag439.xml"/><Relationship Id="rId18" Type="http://schemas.openxmlformats.org/officeDocument/2006/relationships/tags" Target="../tags/tag438.xml"/><Relationship Id="rId17" Type="http://schemas.openxmlformats.org/officeDocument/2006/relationships/tags" Target="../tags/tag437.xml"/><Relationship Id="rId16" Type="http://schemas.openxmlformats.org/officeDocument/2006/relationships/tags" Target="../tags/tag436.xml"/><Relationship Id="rId15" Type="http://schemas.openxmlformats.org/officeDocument/2006/relationships/tags" Target="../tags/tag435.xml"/><Relationship Id="rId14" Type="http://schemas.openxmlformats.org/officeDocument/2006/relationships/tags" Target="../tags/tag434.xml"/><Relationship Id="rId13" Type="http://schemas.openxmlformats.org/officeDocument/2006/relationships/tags" Target="../tags/tag433.xml"/><Relationship Id="rId12" Type="http://schemas.openxmlformats.org/officeDocument/2006/relationships/tags" Target="../tags/tag432.xml"/><Relationship Id="rId11" Type="http://schemas.openxmlformats.org/officeDocument/2006/relationships/tags" Target="../tags/tag431.xml"/><Relationship Id="rId10" Type="http://schemas.openxmlformats.org/officeDocument/2006/relationships/tags" Target="../tags/tag430.xml"/><Relationship Id="rId1" Type="http://schemas.openxmlformats.org/officeDocument/2006/relationships/tags" Target="../tags/tag421.xml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tags" Target="../tags/tag452.xml"/><Relationship Id="rId8" Type="http://schemas.openxmlformats.org/officeDocument/2006/relationships/tags" Target="../tags/tag451.xml"/><Relationship Id="rId7" Type="http://schemas.openxmlformats.org/officeDocument/2006/relationships/tags" Target="../tags/tag450.xml"/><Relationship Id="rId6" Type="http://schemas.openxmlformats.org/officeDocument/2006/relationships/tags" Target="../tags/tag449.xml"/><Relationship Id="rId5" Type="http://schemas.openxmlformats.org/officeDocument/2006/relationships/image" Target="../media/image12.jpeg"/><Relationship Id="rId4" Type="http://schemas.openxmlformats.org/officeDocument/2006/relationships/tags" Target="../tags/tag448.xml"/><Relationship Id="rId3" Type="http://schemas.openxmlformats.org/officeDocument/2006/relationships/tags" Target="../tags/tag447.xml"/><Relationship Id="rId2" Type="http://schemas.openxmlformats.org/officeDocument/2006/relationships/tags" Target="../tags/tag446.xml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453.xml"/><Relationship Id="rId10" Type="http://schemas.openxmlformats.org/officeDocument/2006/relationships/image" Target="../media/image13.png"/><Relationship Id="rId1" Type="http://schemas.openxmlformats.org/officeDocument/2006/relationships/tags" Target="../tags/tag445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455.xml"/><Relationship Id="rId2" Type="http://schemas.openxmlformats.org/officeDocument/2006/relationships/tags" Target="../tags/tag454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第二章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大模型公开数据集收集与指令数据构造</a:t>
            </a:r>
            <a:endParaRPr lang="zh-CN" altLang="en-US" sz="3200" b="1" dirty="0" smtClean="0">
              <a:latin typeface="Arial" panose="020B0604020202020204" pitchFamily="34" charset="0"/>
              <a:ea typeface="+mj-ea"/>
              <a:cs typeface="Arial" panose="020B0604020202020204" pitchFamily="34" charset="0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3683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zh-CN" b="1" dirty="0">
                <a:solidFill>
                  <a:schemeClr val="bg1"/>
                </a:solidFill>
                <a:latin typeface="Kaiti SC Bold" charset="0"/>
                <a:ea typeface="Kaiti SC Bold" charset="0"/>
                <a:cs typeface="+mn-ea"/>
                <a:sym typeface="+mn-lt"/>
              </a:rPr>
              <a:t>大模型架构与数据处理</a:t>
            </a:r>
            <a:endParaRPr lang="zh-CN" altLang="zh-CN" b="1" dirty="0">
              <a:solidFill>
                <a:schemeClr val="bg1"/>
              </a:solidFill>
              <a:latin typeface="Kaiti SC Bold" charset="0"/>
              <a:ea typeface="Kaiti SC Bold" charset="0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929130"/>
            <a:ext cx="6534785" cy="3415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以《山海经》白泽神兽为引，探讨如何让人工智能真正理解其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"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通晓万物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"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的内涵。指令数据构造赋予模型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"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认知之魂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"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，使其从鹦鹉式复述进化为能听懂指令、举一反三的智能体。本项目将通过三个递进任务，构建完整的大模型数据处理管线。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如何通过注意力机制理解文本深层关联？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如何将中文文本高效转化为机器可理解的向量？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怎样构建高质量指令数据以提升模型认知能力？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大模型公开数据集收集与指令数据构造</a:t>
            </a:r>
            <a:endParaRPr 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大模型公开数据集收集与指令数据构造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访问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HuggingFace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ModelScope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等公开数据集；掌握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TXT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等存储格式；熟悉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Alpaca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ShareGPT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等主流数据组织格式；编写脚本构建结构化指令数据；使用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Pandas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和正则表达式进行数据清洗；完成质量检查与标准化。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访问常见公开数据集资源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理解多种数据集存储格式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掌握主流数据集组织格式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构造结构化指令数据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掌握数据清洗方法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大模型公开数据集收集与指令数据构造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掌握数据集存储与组织格式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能够识别并获取大模型数据集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构造高质量的指令数据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掌握数据清洗与检查流程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重点：指令数据构造与数据清洗技术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难点：高质量数据集构建全流程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大模型公开数据集收集与指令数据构造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数据集存储格式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不同训练阶段数据集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指令数据组织格式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指令数据构造方法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数据集存储格式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不同训练阶段数据集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指令数据组织格式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指令数据构造方法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数据集存储格式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不同训练阶段数据集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64D2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指令数据组织格式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指令数据构造方法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数据集存储格式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不同训练阶段数据集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指令数据组织格式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指令数据构造方法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大模型公开数据集收集与指令数据构造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对公开数据集进行预处理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访问与下载公开数据集（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ModelScope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平台）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构造指令数据集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指令数据集清洗检查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对公开数据集进行预处理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访问与下载公开数据集（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ModelScope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平台）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构造指令数据集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指令数据集清洗检查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对公开数据集进行预处理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访问与下载公开数据集（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ModelScope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平台）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64D2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构造指令数据集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指令数据集清洗检查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对公开数据集进行预处理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访问与下载公开数据集（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ModelScope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平台）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构造指令数据集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指令数据集清洗检查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大模型公开数据集收集与指令数据构造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>
                <a:latin typeface="Arial" panose="020B0604020202020204" pitchFamily="34" charset="0"/>
                <a:cs typeface="Arial" panose="020B0604020202020204" pitchFamily="34" charset="0"/>
              </a:rPr>
              <a:t>本任务涵盖大模型训练数据的全流程处理，包括数据集识别、存储格式（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JSON/CSV/JSONL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）、指令数据构造方法（人工编写、模板生成、模型生成）及数据清洗技术（去重、敏感词过滤、字段检查）。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多阶段数据需求差异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高质量指令数据构造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结构化字段设计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自动化清洗脚本开发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大规模数据清洗效率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格式标准化与质量检查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大模型公开数据集收集与指令数据构造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数据获取与整合：从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firefly.jsonl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提取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NER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数据，使用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Qwen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生成问答对。数据清洗：合并数据集，去除重复，过滤异常长度，统一字段命名。格式转换：转换为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JSONL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格式，保存为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final_dataset.jsonl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34800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从公开数据源提取所需数据，利用大模型生成问答对，通过脚本实现数据合并、去重、长度过滤和字段标准化，最终转换为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JSONL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格式完成数据集构建。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2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2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7.xml><?xml version="1.0" encoding="utf-8"?>
<p:tagLst xmlns:p="http://schemas.openxmlformats.org/presentationml/2006/main">
  <p:tag name="KSO_WM_BEAUTIFY_FLAG" val=""/>
</p:tagLst>
</file>

<file path=ppt/tags/tag22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3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3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4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4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7.xml><?xml version="1.0" encoding="utf-8"?>
<p:tagLst xmlns:p="http://schemas.openxmlformats.org/presentationml/2006/main">
  <p:tag name="KSO_WM_BEAUTIFY_FLAG" val=""/>
</p:tagLst>
</file>

<file path=ppt/tags/tag24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5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5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6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6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7.xml><?xml version="1.0" encoding="utf-8"?>
<p:tagLst xmlns:p="http://schemas.openxmlformats.org/presentationml/2006/main">
  <p:tag name="KSO_WM_BEAUTIFY_FLAG" val=""/>
</p:tagLst>
</file>

<file path=ppt/tags/tag26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7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7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8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8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7.xml><?xml version="1.0" encoding="utf-8"?>
<p:tagLst xmlns:p="http://schemas.openxmlformats.org/presentationml/2006/main">
  <p:tag name="KSO_WM_BEAUTIFY_FLAG" val=""/>
</p:tagLst>
</file>

<file path=ppt/tags/tag28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9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1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1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1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1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2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2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2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2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2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2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2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2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2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2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3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31.xml><?xml version="1.0" encoding="utf-8"?>
<p:tagLst xmlns:p="http://schemas.openxmlformats.org/presentationml/2006/main">
  <p:tag name="KSO_WM_BEAUTIFY_FLAG" val=""/>
</p:tagLst>
</file>

<file path=ppt/tags/tag33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3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3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3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3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3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3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3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4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4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4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4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4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4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4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4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4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4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5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51.xml><?xml version="1.0" encoding="utf-8"?>
<p:tagLst xmlns:p="http://schemas.openxmlformats.org/presentationml/2006/main">
  <p:tag name="KSO_WM_BEAUTIFY_FLAG" val=""/>
</p:tagLst>
</file>

<file path=ppt/tags/tag35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5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5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5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5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5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5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5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6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6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6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6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6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6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6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6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6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6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7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71.xml><?xml version="1.0" encoding="utf-8"?>
<p:tagLst xmlns:p="http://schemas.openxmlformats.org/presentationml/2006/main">
  <p:tag name="KSO_WM_BEAUTIFY_FLAG" val=""/>
</p:tagLst>
</file>

<file path=ppt/tags/tag37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7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7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7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7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7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7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7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8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8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8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8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8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38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8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8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8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8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9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91.xml><?xml version="1.0" encoding="utf-8"?>
<p:tagLst xmlns:p="http://schemas.openxmlformats.org/presentationml/2006/main">
  <p:tag name="KSO_WM_BEAUTIFY_FLAG" val=""/>
</p:tagLst>
</file>

<file path=ppt/tags/tag39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9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9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3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1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420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42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2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44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4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447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4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4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4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4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453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454.xml><?xml version="1.0" encoding="utf-8"?>
<p:tagLst xmlns:p="http://schemas.openxmlformats.org/presentationml/2006/main">
  <p:tag name="KSO_WM_FULL_TEXT_BEAUTIFY_COPY_ID" val="35"/>
</p:tagLst>
</file>

<file path=ppt/tags/tag455.xml><?xml version="1.0" encoding="utf-8"?>
<p:tagLst xmlns:p="http://schemas.openxmlformats.org/presentationml/2006/main">
  <p:tag name="KSO_WM_FULL_TEXT_BEAUTIFY_COPY_ID" val="150995359"/>
</p:tagLst>
</file>

<file path=ppt/tags/tag45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1838</Words>
  <Application>WPS 演示</Application>
  <PresentationFormat>宽屏</PresentationFormat>
  <Paragraphs>429</Paragraphs>
  <Slides>26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26</vt:i4>
      </vt:variant>
    </vt:vector>
  </HeadingPairs>
  <TitlesOfParts>
    <vt:vector size="43" baseType="lpstr">
      <vt:lpstr>Arial</vt:lpstr>
      <vt:lpstr>宋体</vt:lpstr>
      <vt:lpstr>Wingdings</vt:lpstr>
      <vt:lpstr>微软雅黑</vt:lpstr>
      <vt:lpstr>Wingdings</vt:lpstr>
      <vt:lpstr>Kaiti SC Bold</vt:lpstr>
      <vt:lpstr>JetBrainsMono NF</vt:lpstr>
      <vt:lpstr>Segoe UI</vt:lpstr>
      <vt:lpstr>Arial</vt:lpstr>
      <vt:lpstr>思源宋体</vt:lpstr>
      <vt:lpstr>Helvetica</vt:lpstr>
      <vt:lpstr>Times New Roman</vt:lpstr>
      <vt:lpstr>DIN-BoldItalic</vt:lpstr>
      <vt:lpstr>等线</vt:lpstr>
      <vt:lpstr>1_自定义设计方案</vt:lpstr>
      <vt:lpstr>自定义设计方案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1175</cp:revision>
  <dcterms:created xsi:type="dcterms:W3CDTF">2019-06-19T02:08:00Z</dcterms:created>
  <dcterms:modified xsi:type="dcterms:W3CDTF">2026-05-19T08:33:29Z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AF9C0D86A45C4799B333908D57A3BFD7_13</vt:lpwstr>
  </property>
</Properties>
</file>