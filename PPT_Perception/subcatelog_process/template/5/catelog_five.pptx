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9"/>
  </p:notesMasterIdLst>
  <p:handoutMasterIdLst>
    <p:handoutMasterId r:id="rId10"/>
  </p:handoutMasterIdLst>
  <p:sldIdLst>
    <p:sldId id="2884" r:id="rId4"/>
    <p:sldId id="2881" r:id="rId5"/>
    <p:sldId id="2887" r:id="rId6"/>
    <p:sldId id="2886" r:id="rId7"/>
    <p:sldId id="2885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95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119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tags" Target="../tags/tag165.xml"/><Relationship Id="rId20" Type="http://schemas.openxmlformats.org/officeDocument/2006/relationships/tags" Target="../tags/tag164.xml"/><Relationship Id="rId2" Type="http://schemas.openxmlformats.org/officeDocument/2006/relationships/tags" Target="../tags/tag146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tags" Target="../tags/tag14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0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1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12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6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7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8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29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6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7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8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39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1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2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3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4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46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47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48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49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51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2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3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4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56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7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8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59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61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2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3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4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166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7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8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69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17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5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6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7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8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79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5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6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7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8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89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1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WPS 演示</Application>
  <PresentationFormat>宽屏</PresentationFormat>
  <Paragraphs>120</Paragraphs>
  <Slides>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1145</cp:revision>
  <dcterms:created xsi:type="dcterms:W3CDTF">2019-06-19T02:08:00Z</dcterms:created>
  <dcterms:modified xsi:type="dcterms:W3CDTF">2026-05-18T02:58:48Z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