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10"/>
  </p:notesMasterIdLst>
  <p:handoutMasterIdLst>
    <p:handoutMasterId r:id="rId11"/>
  </p:handoutMasterIdLst>
  <p:sldIdLst>
    <p:sldId id="2881" r:id="rId4"/>
    <p:sldId id="2885" r:id="rId5"/>
    <p:sldId id="2889" r:id="rId6"/>
    <p:sldId id="2888" r:id="rId7"/>
    <p:sldId id="2887" r:id="rId8"/>
    <p:sldId id="2886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250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99.xml"/><Relationship Id="rId3" Type="http://schemas.openxmlformats.org/officeDocument/2006/relationships/tags" Target="../tags/tag72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129.xml"/><Relationship Id="rId3" Type="http://schemas.openxmlformats.org/officeDocument/2006/relationships/tags" Target="../tags/tag102.xml"/><Relationship Id="rId29" Type="http://schemas.openxmlformats.org/officeDocument/2006/relationships/tags" Target="../tags/tag128.xml"/><Relationship Id="rId28" Type="http://schemas.openxmlformats.org/officeDocument/2006/relationships/tags" Target="../tags/tag127.xml"/><Relationship Id="rId27" Type="http://schemas.openxmlformats.org/officeDocument/2006/relationships/tags" Target="../tags/tag126.xml"/><Relationship Id="rId26" Type="http://schemas.openxmlformats.org/officeDocument/2006/relationships/tags" Target="../tags/tag125.xml"/><Relationship Id="rId25" Type="http://schemas.openxmlformats.org/officeDocument/2006/relationships/tags" Target="../tags/tag124.xml"/><Relationship Id="rId24" Type="http://schemas.openxmlformats.org/officeDocument/2006/relationships/tags" Target="../tags/tag123.xml"/><Relationship Id="rId23" Type="http://schemas.openxmlformats.org/officeDocument/2006/relationships/tags" Target="../tags/tag122.xml"/><Relationship Id="rId22" Type="http://schemas.openxmlformats.org/officeDocument/2006/relationships/tags" Target="../tags/tag121.xml"/><Relationship Id="rId21" Type="http://schemas.openxmlformats.org/officeDocument/2006/relationships/tags" Target="../tags/tag120.xml"/><Relationship Id="rId20" Type="http://schemas.openxmlformats.org/officeDocument/2006/relationships/tags" Target="../tags/tag119.xml"/><Relationship Id="rId2" Type="http://schemas.openxmlformats.org/officeDocument/2006/relationships/tags" Target="../tags/tag101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159.xml"/><Relationship Id="rId3" Type="http://schemas.openxmlformats.org/officeDocument/2006/relationships/tags" Target="../tags/tag132.xml"/><Relationship Id="rId29" Type="http://schemas.openxmlformats.org/officeDocument/2006/relationships/tags" Target="../tags/tag158.xml"/><Relationship Id="rId28" Type="http://schemas.openxmlformats.org/officeDocument/2006/relationships/tags" Target="../tags/tag157.xml"/><Relationship Id="rId27" Type="http://schemas.openxmlformats.org/officeDocument/2006/relationships/tags" Target="../tags/tag156.xml"/><Relationship Id="rId26" Type="http://schemas.openxmlformats.org/officeDocument/2006/relationships/tags" Target="../tags/tag155.xml"/><Relationship Id="rId25" Type="http://schemas.openxmlformats.org/officeDocument/2006/relationships/tags" Target="../tags/tag154.xml"/><Relationship Id="rId24" Type="http://schemas.openxmlformats.org/officeDocument/2006/relationships/tags" Target="../tags/tag153.xml"/><Relationship Id="rId23" Type="http://schemas.openxmlformats.org/officeDocument/2006/relationships/tags" Target="../tags/tag152.xml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189.xml"/><Relationship Id="rId3" Type="http://schemas.openxmlformats.org/officeDocument/2006/relationships/tags" Target="../tags/tag162.xml"/><Relationship Id="rId29" Type="http://schemas.openxmlformats.org/officeDocument/2006/relationships/tags" Target="../tags/tag188.xml"/><Relationship Id="rId28" Type="http://schemas.openxmlformats.org/officeDocument/2006/relationships/tags" Target="../tags/tag187.xml"/><Relationship Id="rId27" Type="http://schemas.openxmlformats.org/officeDocument/2006/relationships/tags" Target="../tags/tag186.xml"/><Relationship Id="rId26" Type="http://schemas.openxmlformats.org/officeDocument/2006/relationships/tags" Target="../tags/tag185.xml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tags" Target="../tags/tag181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tags" Target="../tags/tag161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tags" Target="../tags/tag16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219.xml"/><Relationship Id="rId3" Type="http://schemas.openxmlformats.org/officeDocument/2006/relationships/tags" Target="../tags/tag192.xml"/><Relationship Id="rId29" Type="http://schemas.openxmlformats.org/officeDocument/2006/relationships/tags" Target="../tags/tag218.xml"/><Relationship Id="rId28" Type="http://schemas.openxmlformats.org/officeDocument/2006/relationships/tags" Target="../tags/tag217.xml"/><Relationship Id="rId27" Type="http://schemas.openxmlformats.org/officeDocument/2006/relationships/tags" Target="../tags/tag216.xml"/><Relationship Id="rId26" Type="http://schemas.openxmlformats.org/officeDocument/2006/relationships/tags" Target="../tags/tag215.xml"/><Relationship Id="rId25" Type="http://schemas.openxmlformats.org/officeDocument/2006/relationships/tags" Target="../tags/tag214.xml"/><Relationship Id="rId24" Type="http://schemas.openxmlformats.org/officeDocument/2006/relationships/tags" Target="../tags/tag213.xml"/><Relationship Id="rId23" Type="http://schemas.openxmlformats.org/officeDocument/2006/relationships/tags" Target="../tags/tag212.xml"/><Relationship Id="rId22" Type="http://schemas.openxmlformats.org/officeDocument/2006/relationships/tags" Target="../tags/tag211.xml"/><Relationship Id="rId21" Type="http://schemas.openxmlformats.org/officeDocument/2006/relationships/tags" Target="../tags/tag210.xml"/><Relationship Id="rId20" Type="http://schemas.openxmlformats.org/officeDocument/2006/relationships/tags" Target="../tags/tag209.xml"/><Relationship Id="rId2" Type="http://schemas.openxmlformats.org/officeDocument/2006/relationships/tags" Target="../tags/tag191.xml"/><Relationship Id="rId19" Type="http://schemas.openxmlformats.org/officeDocument/2006/relationships/tags" Target="../tags/tag208.xml"/><Relationship Id="rId18" Type="http://schemas.openxmlformats.org/officeDocument/2006/relationships/tags" Target="../tags/tag207.xml"/><Relationship Id="rId17" Type="http://schemas.openxmlformats.org/officeDocument/2006/relationships/tags" Target="../tags/tag206.xml"/><Relationship Id="rId16" Type="http://schemas.openxmlformats.org/officeDocument/2006/relationships/tags" Target="../tags/tag205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249.xml"/><Relationship Id="rId3" Type="http://schemas.openxmlformats.org/officeDocument/2006/relationships/tags" Target="../tags/tag222.xml"/><Relationship Id="rId29" Type="http://schemas.openxmlformats.org/officeDocument/2006/relationships/tags" Target="../tags/tag248.xml"/><Relationship Id="rId28" Type="http://schemas.openxmlformats.org/officeDocument/2006/relationships/tags" Target="../tags/tag247.xml"/><Relationship Id="rId27" Type="http://schemas.openxmlformats.org/officeDocument/2006/relationships/tags" Target="../tags/tag246.xml"/><Relationship Id="rId26" Type="http://schemas.openxmlformats.org/officeDocument/2006/relationships/tags" Target="../tags/tag245.xml"/><Relationship Id="rId25" Type="http://schemas.openxmlformats.org/officeDocument/2006/relationships/tags" Target="../tags/tag244.xml"/><Relationship Id="rId24" Type="http://schemas.openxmlformats.org/officeDocument/2006/relationships/tags" Target="../tags/tag243.xml"/><Relationship Id="rId23" Type="http://schemas.openxmlformats.org/officeDocument/2006/relationships/tags" Target="../tags/tag242.xml"/><Relationship Id="rId22" Type="http://schemas.openxmlformats.org/officeDocument/2006/relationships/tags" Target="../tags/tag241.xml"/><Relationship Id="rId21" Type="http://schemas.openxmlformats.org/officeDocument/2006/relationships/tags" Target="../tags/tag240.xml"/><Relationship Id="rId20" Type="http://schemas.openxmlformats.org/officeDocument/2006/relationships/tags" Target="../tags/tag239.xml"/><Relationship Id="rId2" Type="http://schemas.openxmlformats.org/officeDocument/2006/relationships/tags" Target="../tags/tag221.xml"/><Relationship Id="rId19" Type="http://schemas.openxmlformats.org/officeDocument/2006/relationships/tags" Target="../tags/tag238.xml"/><Relationship Id="rId18" Type="http://schemas.openxmlformats.org/officeDocument/2006/relationships/tags" Target="../tags/tag237.xml"/><Relationship Id="rId17" Type="http://schemas.openxmlformats.org/officeDocument/2006/relationships/tags" Target="../tags/tag236.xml"/><Relationship Id="rId16" Type="http://schemas.openxmlformats.org/officeDocument/2006/relationships/tags" Target="../tags/tag235.xml"/><Relationship Id="rId15" Type="http://schemas.openxmlformats.org/officeDocument/2006/relationships/tags" Target="../tags/tag234.xml"/><Relationship Id="rId14" Type="http://schemas.openxmlformats.org/officeDocument/2006/relationships/tags" Target="../tags/tag233.xml"/><Relationship Id="rId13" Type="http://schemas.openxmlformats.org/officeDocument/2006/relationships/tags" Target="../tags/tag232.xml"/><Relationship Id="rId12" Type="http://schemas.openxmlformats.org/officeDocument/2006/relationships/tags" Target="../tags/tag231.xml"/><Relationship Id="rId11" Type="http://schemas.openxmlformats.org/officeDocument/2006/relationships/tags" Target="../tags/tag230.xml"/><Relationship Id="rId10" Type="http://schemas.openxmlformats.org/officeDocument/2006/relationships/tags" Target="../tags/tag229.xml"/><Relationship Id="rId1" Type="http://schemas.openxmlformats.org/officeDocument/2006/relationships/tags" Target="../tags/tag2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1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2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3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4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5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6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6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7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8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9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0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1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22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2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3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4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2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</Words>
  <Application>WPS 演示</Application>
  <PresentationFormat>宽屏</PresentationFormat>
  <Paragraphs>168</Paragraphs>
  <Slides>6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1145</cp:revision>
  <dcterms:created xsi:type="dcterms:W3CDTF">2019-06-19T02:08:00Z</dcterms:created>
  <dcterms:modified xsi:type="dcterms:W3CDTF">2026-05-18T03:16:05Z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