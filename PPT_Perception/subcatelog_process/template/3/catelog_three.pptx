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7"/>
  </p:notesMasterIdLst>
  <p:handoutMasterIdLst>
    <p:handoutMasterId r:id="rId8"/>
  </p:handoutMasterIdLst>
  <p:sldIdLst>
    <p:sldId id="2880" r:id="rId4"/>
    <p:sldId id="2883" r:id="rId5"/>
    <p:sldId id="2849" r:id="rId6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32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32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gs" Target="tags/tag12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8" Type="http://schemas.openxmlformats.org/officeDocument/2006/relationships/slideLayout" Target="../slideLayouts/slideLayout15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8" Type="http://schemas.openxmlformats.org/officeDocument/2006/relationships/slideLayout" Target="../slideLayouts/slideLayout15.xml"/><Relationship Id="rId17" Type="http://schemas.openxmlformats.org/officeDocument/2006/relationships/tags" Target="../tags/tag103.xml"/><Relationship Id="rId16" Type="http://schemas.openxmlformats.org/officeDocument/2006/relationships/tags" Target="../tags/tag102.xml"/><Relationship Id="rId15" Type="http://schemas.openxmlformats.org/officeDocument/2006/relationships/tags" Target="../tags/tag101.xml"/><Relationship Id="rId14" Type="http://schemas.openxmlformats.org/officeDocument/2006/relationships/tags" Target="../tags/tag100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tags" Target="../tags/tag8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8" Type="http://schemas.openxmlformats.org/officeDocument/2006/relationships/slideLayout" Target="../slideLayouts/slideLayout15.xml"/><Relationship Id="rId17" Type="http://schemas.openxmlformats.org/officeDocument/2006/relationships/tags" Target="../tags/tag120.xml"/><Relationship Id="rId16" Type="http://schemas.openxmlformats.org/officeDocument/2006/relationships/tags" Target="../tags/tag119.xml"/><Relationship Id="rId15" Type="http://schemas.openxmlformats.org/officeDocument/2006/relationships/tags" Target="../tags/tag118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tags" Target="../tags/tag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5382794" y="3951605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5236109" y="2458720"/>
            <a:ext cx="1892300" cy="1892300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438827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5826024" y="293687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cate_num}}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59563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{{text:point_one}}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1443301" y="1852930"/>
            <a:ext cx="2087245" cy="2570480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2033216" y="30016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文本框1"/>
          <p:cNvSpPr txBox="1"/>
          <p:nvPr>
            <p:custDataLst>
              <p:tags r:id="rId13"/>
            </p:custDataLst>
          </p:nvPr>
        </p:nvSpPr>
        <p:spPr>
          <a:xfrm>
            <a:off x="814832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圆角矩形 34"/>
          <p:cNvSpPr/>
          <p:nvPr>
            <p:custDataLst>
              <p:tags r:id="rId14"/>
            </p:custDataLst>
          </p:nvPr>
        </p:nvSpPr>
        <p:spPr>
          <a:xfrm rot="2700000">
            <a:off x="8998585" y="2482850"/>
            <a:ext cx="1892300" cy="189230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圆角矩形 38"/>
          <p:cNvSpPr/>
          <p:nvPr>
            <p:custDataLst>
              <p:tags r:id="rId15"/>
            </p:custDataLst>
          </p:nvPr>
        </p:nvSpPr>
        <p:spPr>
          <a:xfrm rot="2700000">
            <a:off x="9251214" y="2748280"/>
            <a:ext cx="1387475" cy="1387475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9603004" y="290893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任意多边形 42"/>
          <p:cNvSpPr/>
          <p:nvPr>
            <p:custDataLst>
              <p:tags r:id="rId17"/>
            </p:custDataLst>
          </p:nvPr>
        </p:nvSpPr>
        <p:spPr>
          <a:xfrm>
            <a:off x="9143311" y="1760220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5382794" y="3951605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5236109" y="2458720"/>
            <a:ext cx="1892300" cy="1892300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438827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{{text:point_two}}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5826024" y="293687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cate_num}}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589112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1443301" y="1852930"/>
            <a:ext cx="2087245" cy="2570480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2033216" y="30016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文本框1"/>
          <p:cNvSpPr txBox="1"/>
          <p:nvPr>
            <p:custDataLst>
              <p:tags r:id="rId13"/>
            </p:custDataLst>
          </p:nvPr>
        </p:nvSpPr>
        <p:spPr>
          <a:xfrm>
            <a:off x="8146800" y="521144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圆角矩形 34"/>
          <p:cNvSpPr/>
          <p:nvPr>
            <p:custDataLst>
              <p:tags r:id="rId14"/>
            </p:custDataLst>
          </p:nvPr>
        </p:nvSpPr>
        <p:spPr>
          <a:xfrm rot="2700000">
            <a:off x="8998585" y="2482850"/>
            <a:ext cx="1892300" cy="189230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圆角矩形 38"/>
          <p:cNvSpPr/>
          <p:nvPr>
            <p:custDataLst>
              <p:tags r:id="rId15"/>
            </p:custDataLst>
          </p:nvPr>
        </p:nvSpPr>
        <p:spPr>
          <a:xfrm rot="2700000">
            <a:off x="9251214" y="2748280"/>
            <a:ext cx="1387475" cy="1387475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9603004" y="290893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任意多边形 42"/>
          <p:cNvSpPr/>
          <p:nvPr>
            <p:custDataLst>
              <p:tags r:id="rId17"/>
            </p:custDataLst>
          </p:nvPr>
        </p:nvSpPr>
        <p:spPr>
          <a:xfrm>
            <a:off x="9143311" y="1760220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5382794" y="3951605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5236109" y="2458720"/>
            <a:ext cx="1892300" cy="1892300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4388270" y="513778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5826024" y="293687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cate_num}}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59400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1443301" y="1852930"/>
            <a:ext cx="2087245" cy="2570480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2033216" y="30016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文本框1"/>
          <p:cNvSpPr txBox="1"/>
          <p:nvPr>
            <p:custDataLst>
              <p:tags r:id="rId13"/>
            </p:custDataLst>
          </p:nvPr>
        </p:nvSpPr>
        <p:spPr>
          <a:xfrm>
            <a:off x="8146800" y="516826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{{text:point_two}}</a:t>
            </a:r>
            <a:endParaRPr lang="zh-CN" altLang="en-US" sz="2400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圆角矩形 34"/>
          <p:cNvSpPr/>
          <p:nvPr>
            <p:custDataLst>
              <p:tags r:id="rId14"/>
            </p:custDataLst>
          </p:nvPr>
        </p:nvSpPr>
        <p:spPr>
          <a:xfrm rot="2700000">
            <a:off x="8998585" y="2482850"/>
            <a:ext cx="1892300" cy="189230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圆角矩形 38"/>
          <p:cNvSpPr/>
          <p:nvPr>
            <p:custDataLst>
              <p:tags r:id="rId15"/>
            </p:custDataLst>
          </p:nvPr>
        </p:nvSpPr>
        <p:spPr>
          <a:xfrm rot="2700000">
            <a:off x="9251214" y="2748280"/>
            <a:ext cx="1387475" cy="1387475"/>
          </a:xfrm>
          <a:prstGeom prst="roundRect">
            <a:avLst>
              <a:gd name="adj" fmla="val 631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9603004" y="290893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任意多边形 42"/>
          <p:cNvSpPr/>
          <p:nvPr>
            <p:custDataLst>
              <p:tags r:id="rId17"/>
            </p:custDataLst>
          </p:nvPr>
        </p:nvSpPr>
        <p:spPr>
          <a:xfrm>
            <a:off x="9143311" y="1760220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1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2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3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4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5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6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7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8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9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0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1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2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3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4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5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6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7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88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89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90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91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92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93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94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95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96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97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98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99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00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01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02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03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04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05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06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07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08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09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10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11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12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13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14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15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16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17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18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19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20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21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WPS 演示</Application>
  <PresentationFormat>宽屏</PresentationFormat>
  <Paragraphs>48</Paragraphs>
  <Slides>3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Wingdings</vt:lpstr>
      <vt:lpstr>等线</vt:lpstr>
      <vt:lpstr>DIN-BoldItalic</vt:lpstr>
      <vt:lpstr>思源宋体</vt:lpstr>
      <vt:lpstr>JetBrainsMono NF</vt:lpstr>
      <vt:lpstr>Arial Unicode MS</vt:lpstr>
      <vt:lpstr>Calibri</vt:lpstr>
      <vt:lpstr>1_自定义设计方案</vt:lpstr>
      <vt:lpstr>自定义设计方案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1145</cp:revision>
  <dcterms:created xsi:type="dcterms:W3CDTF">2019-06-19T02:08:00Z</dcterms:created>
  <dcterms:modified xsi:type="dcterms:W3CDTF">2026-05-18T02:22:00Z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2227158344504303866D74AEA1958A38</vt:lpwstr>
  </property>
</Properties>
</file>