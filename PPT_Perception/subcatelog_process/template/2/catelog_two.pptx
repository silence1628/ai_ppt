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7"/>
  </p:handoutMasterIdLst>
  <p:sldIdLst>
    <p:sldId id="2880" r:id="rId4"/>
    <p:sldId id="2885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94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dirty="0" smtClean="0">
                <a:cs typeface="+mn-ea"/>
                <a:sym typeface="+mn-lt"/>
              </a:rPr>
              <a:t>{{text:point_two}}</a:t>
            </a:r>
            <a:endParaRPr lang="en-US" sz="2400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{{text:point_two}}</a:t>
            </a:r>
            <a:endParaRPr lang="en-US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7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1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宽屏</PresentationFormat>
  <Paragraphs>24</Paragraphs>
  <Slides>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1145</cp:revision>
  <dcterms:created xsi:type="dcterms:W3CDTF">2019-06-19T02:08:00Z</dcterms:created>
  <dcterms:modified xsi:type="dcterms:W3CDTF">2026-05-18T02:11:18Z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