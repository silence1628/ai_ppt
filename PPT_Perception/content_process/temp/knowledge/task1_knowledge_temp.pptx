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8"/>
  </p:notesMasterIdLst>
  <p:handoutMasterIdLst>
    <p:handoutMasterId r:id="rId9"/>
  </p:handoutMasterIdLst>
  <p:sldIdLst>
    <p:sldId id="2859" r:id="rId4"/>
    <p:sldId id="2884" r:id="rId5"/>
    <p:sldId id="2885" r:id="rId6"/>
    <p:sldId id="2886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150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29.xml"/><Relationship Id="rId2" Type="http://schemas.openxmlformats.org/officeDocument/2006/relationships/tags" Target="../tags/tag111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大模型概述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编码器与解码器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大模型概述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编码器与解码器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大模型概述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编码器与解码器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大模型概述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编码器与解码器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注意力机制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2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3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WPS 演示</Application>
  <PresentationFormat>宽屏</PresentationFormat>
  <Paragraphs>80</Paragraphs>
  <Slides>4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Arial Unicode MS</vt:lpstr>
      <vt:lpstr>Calibri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1146</cp:revision>
  <dcterms:created xsi:type="dcterms:W3CDTF">2019-06-19T02:08:00Z</dcterms:created>
  <dcterms:modified xsi:type="dcterms:W3CDTF">2026-05-20T09:22:42Z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F8FB8B32347040259047889C4D868C23_13</vt:lpwstr>
  </property>
</Properties>
</file>