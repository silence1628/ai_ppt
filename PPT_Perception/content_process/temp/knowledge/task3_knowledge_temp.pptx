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8"/>
  </p:notesMasterIdLst>
  <p:handoutMasterIdLst>
    <p:handoutMasterId r:id="rId9"/>
  </p:handoutMasterIdLst>
  <p:sldIdLst>
    <p:sldId id="2859" r:id="rId4"/>
    <p:sldId id="2884" r:id="rId5"/>
    <p:sldId id="2885" r:id="rId6"/>
    <p:sldId id="2886" r:id="rId7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16" userDrawn="1">
          <p15:clr>
            <a:srgbClr val="A4A3A4"/>
          </p15:clr>
        </p15:guide>
        <p15:guide id="2" pos="367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816"/>
        <p:guide pos="367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gs" Target="tags/tag150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89.xml"/><Relationship Id="rId2" Type="http://schemas.openxmlformats.org/officeDocument/2006/relationships/tags" Target="../tags/tag71.xml"/><Relationship Id="rId19" Type="http://schemas.openxmlformats.org/officeDocument/2006/relationships/tags" Target="../tags/tag88.xml"/><Relationship Id="rId18" Type="http://schemas.openxmlformats.org/officeDocument/2006/relationships/tags" Target="../tags/tag87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09.xml"/><Relationship Id="rId2" Type="http://schemas.openxmlformats.org/officeDocument/2006/relationships/tags" Target="../tags/tag91.xml"/><Relationship Id="rId19" Type="http://schemas.openxmlformats.org/officeDocument/2006/relationships/tags" Target="../tags/tag108.xml"/><Relationship Id="rId18" Type="http://schemas.openxmlformats.org/officeDocument/2006/relationships/tags" Target="../tags/tag107.xml"/><Relationship Id="rId17" Type="http://schemas.openxmlformats.org/officeDocument/2006/relationships/tags" Target="../tags/tag106.xml"/><Relationship Id="rId16" Type="http://schemas.openxmlformats.org/officeDocument/2006/relationships/tags" Target="../tags/tag105.xml"/><Relationship Id="rId15" Type="http://schemas.openxmlformats.org/officeDocument/2006/relationships/tags" Target="../tags/tag104.xml"/><Relationship Id="rId14" Type="http://schemas.openxmlformats.org/officeDocument/2006/relationships/tags" Target="../tags/tag103.xml"/><Relationship Id="rId13" Type="http://schemas.openxmlformats.org/officeDocument/2006/relationships/tags" Target="../tags/tag102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tags" Target="../tags/tag90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29.xml"/><Relationship Id="rId2" Type="http://schemas.openxmlformats.org/officeDocument/2006/relationships/tags" Target="../tags/tag111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149.xml"/><Relationship Id="rId2" Type="http://schemas.openxmlformats.org/officeDocument/2006/relationships/tags" Target="../tags/tag131.xml"/><Relationship Id="rId19" Type="http://schemas.openxmlformats.org/officeDocument/2006/relationships/tags" Target="../tags/tag148.xml"/><Relationship Id="rId18" Type="http://schemas.openxmlformats.org/officeDocument/2006/relationships/tags" Target="../tags/tag147.xml"/><Relationship Id="rId17" Type="http://schemas.openxmlformats.org/officeDocument/2006/relationships/tags" Target="../tags/tag146.xml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使用分词器（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Tokenizer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）切分并编码文本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大模型处理自然语言输入的流程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词嵌入（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Word Embedding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赋予语义信息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位置编码（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Positional Encoding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——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引入顺序信息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8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9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0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3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14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150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</Words>
  <Application>WPS 演示</Application>
  <PresentationFormat>宽屏</PresentationFormat>
  <Paragraphs>80</Paragraphs>
  <Slides>4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Wingdings</vt:lpstr>
      <vt:lpstr>DIN-BoldItalic</vt:lpstr>
      <vt:lpstr>等线</vt:lpstr>
      <vt:lpstr>思源宋体</vt:lpstr>
      <vt:lpstr>JetBrainsMono NF</vt:lpstr>
      <vt:lpstr>1_自定义设计方案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1146</cp:revision>
  <dcterms:created xsi:type="dcterms:W3CDTF">2019-06-19T02:08:00Z</dcterms:created>
  <dcterms:modified xsi:type="dcterms:W3CDTF">2026-05-20T09:22:58Z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C941B5D57A5A47D39F0D74079D5314A3_13</vt:lpwstr>
  </property>
</Properties>
</file>