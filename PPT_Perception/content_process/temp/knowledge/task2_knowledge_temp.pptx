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8"/>
  </p:notesMasterIdLst>
  <p:handoutMasterIdLst>
    <p:handoutMasterId r:id="rId9"/>
  </p:handoutMasterIdLst>
  <p:sldIdLst>
    <p:sldId id="2859" r:id="rId4"/>
    <p:sldId id="2884" r:id="rId5"/>
    <p:sldId id="2885" r:id="rId6"/>
    <p:sldId id="2886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16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gs" Target="tags/tag150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09.xml"/><Relationship Id="rId2" Type="http://schemas.openxmlformats.org/officeDocument/2006/relationships/tags" Target="../tags/tag91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tags" Target="../tags/tag9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29.xml"/><Relationship Id="rId2" Type="http://schemas.openxmlformats.org/officeDocument/2006/relationships/tags" Target="../tags/tag111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tags" Target="../tags/tag11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49.xml"/><Relationship Id="rId2" Type="http://schemas.openxmlformats.org/officeDocument/2006/relationships/tags" Target="../tags/tag131.xml"/><Relationship Id="rId19" Type="http://schemas.openxmlformats.org/officeDocument/2006/relationships/tags" Target="../tags/tag148.xml"/><Relationship Id="rId18" Type="http://schemas.openxmlformats.org/officeDocument/2006/relationships/tags" Target="../tags/tag147.xml"/><Relationship Id="rId17" Type="http://schemas.openxmlformats.org/officeDocument/2006/relationships/tags" Target="../tags/tag146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数据集存储格式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不同训练阶段数据集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指令数据组织格式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指令数据构造方法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数据集存储格式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不同训练阶段数据集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指令数据组织格式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指令数据构造方法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数据集存储格式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不同训练阶段数据集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64D2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指令数据组织格式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指令数据构造方法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数据集存储格式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不同训练阶段数据集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指令数据组织格式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指令数据构造方法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8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9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1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2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3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4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5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WPS 演示</Application>
  <PresentationFormat>宽屏</PresentationFormat>
  <Paragraphs>80</Paragraphs>
  <Slides>4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1146</cp:revision>
  <dcterms:created xsi:type="dcterms:W3CDTF">2019-06-19T02:08:00Z</dcterms:created>
  <dcterms:modified xsi:type="dcterms:W3CDTF">2026-05-20T09:22:50Z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156DB3A6805D426DB2250B5ACA81DE4D_13</vt:lpwstr>
  </property>
</Properties>
</file>