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8"/>
  </p:notesMasterIdLst>
  <p:handoutMasterIdLst>
    <p:handoutMasterId r:id="rId9"/>
  </p:handoutMasterIdLst>
  <p:sldIdLst>
    <p:sldId id="2859" r:id="rId4"/>
    <p:sldId id="2884" r:id="rId5"/>
    <p:sldId id="2885" r:id="rId6"/>
    <p:sldId id="2886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50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80</Paragraphs>
  <Slides>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1146</cp:revision>
  <dcterms:created xsi:type="dcterms:W3CDTF">2019-06-19T02:08:00Z</dcterms:created>
  <dcterms:modified xsi:type="dcterms:W3CDTF">2026-05-20T09:22:46Z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AE80D77BC0AA4F0CA5B77F1EE34410DC_13</vt:lpwstr>
  </property>
</Properties>
</file>