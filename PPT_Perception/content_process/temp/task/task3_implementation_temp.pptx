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7"/>
  </p:handoutMasterIdLst>
  <p:sldIdLst>
    <p:sldId id="2880" r:id="rId4"/>
    <p:sldId id="2885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94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dirty="0" smtClean="0">
                <a:cs typeface="+mn-ea"/>
                <a:sym typeface="+mn-lt"/>
              </a:rPr>
              <a:t>Transformer </a:t>
            </a:r>
            <a:r>
              <a:rPr lang="zh-CN" altLang="en-US" sz="2400" dirty="0" smtClean="0">
                <a:cs typeface="+mn-ea"/>
                <a:sym typeface="+mn-lt"/>
              </a:rPr>
              <a:t>中的词嵌入与位置编码</a:t>
            </a:r>
            <a:endParaRPr lang="zh-CN" altLang="en-US" sz="2400" dirty="0" smtClean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rgbClr val="0064D2"/>
                </a:solidFill>
                <a:cs typeface="+mn-ea"/>
                <a:sym typeface="+mn-lt"/>
              </a:rPr>
              <a:t>Transformer </a:t>
            </a:r>
            <a:r>
              <a:rPr lang="zh-CN" altLang="en-US" sz="2400" b="1" dirty="0" smtClean="0">
                <a:solidFill>
                  <a:srgbClr val="0064D2"/>
                </a:solidFill>
                <a:cs typeface="+mn-ea"/>
                <a:sym typeface="+mn-lt"/>
              </a:rPr>
              <a:t>中的词嵌入与位置编码</a:t>
            </a:r>
            <a:endParaRPr lang="zh-CN" altLang="en-US" sz="2400" b="1" dirty="0" smtClean="0">
              <a:solidFill>
                <a:srgbClr val="0064D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1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2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3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4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5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6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7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8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9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1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6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7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8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9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4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演示</Application>
  <PresentationFormat>宽屏</PresentationFormat>
  <Paragraphs>24</Paragraphs>
  <Slides>2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1146</cp:revision>
  <dcterms:created xsi:type="dcterms:W3CDTF">2019-06-19T02:08:00Z</dcterms:created>
  <dcterms:modified xsi:type="dcterms:W3CDTF">2026-05-20T09:23:02Z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B3E1BCF5F63B4D36B321BCBEC67E46BB_13</vt:lpwstr>
  </property>
</Properties>
</file>