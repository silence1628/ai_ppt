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8"/>
  </p:notesMasterIdLst>
  <p:handoutMasterIdLst>
    <p:handoutMasterId r:id="rId9"/>
  </p:handoutMasterIdLst>
  <p:sldIdLst>
    <p:sldId id="2859" r:id="rId4"/>
    <p:sldId id="2884" r:id="rId5"/>
    <p:sldId id="2885" r:id="rId6"/>
    <p:sldId id="2886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150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29.xml"/><Relationship Id="rId2" Type="http://schemas.openxmlformats.org/officeDocument/2006/relationships/tags" Target="../tags/tag111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tags" Target="../tags/tag11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对公开数据集进行预处理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访问与下载公开数据集（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ModelScope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平台）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构造指令数据集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指令数据集清洗检查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对公开数据集进行预处理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访问与下载公开数据集（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ModelScope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平台）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构造指令数据集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指令数据集清洗检查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对公开数据集进行预处理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访问与下载公开数据集（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ModelScope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平台）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D2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构造指令数据集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指令数据集清洗检查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对公开数据集进行预处理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访问与下载公开数据集（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ModelScope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平台）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构造指令数据集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指令数据集清洗检查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9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2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3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4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5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WPS 演示</Application>
  <PresentationFormat>宽屏</PresentationFormat>
  <Paragraphs>80</Paragraphs>
  <Slides>4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1146</cp:revision>
  <dcterms:created xsi:type="dcterms:W3CDTF">2019-06-19T02:08:00Z</dcterms:created>
  <dcterms:modified xsi:type="dcterms:W3CDTF">2026-05-20T09:22:54Z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B95C88BEBC934AFFA60ADF728C90D1D7_13</vt:lpwstr>
  </property>
</Properties>
</file>