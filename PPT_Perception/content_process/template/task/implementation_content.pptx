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6"/>
  </p:notesMasterIdLst>
  <p:handoutMasterIdLst>
    <p:handoutMasterId r:id="rId7"/>
  </p:handoutMasterIdLst>
  <p:sldIdLst>
    <p:sldId id="2860" r:id="rId4"/>
    <p:sldId id="2861" r:id="rId5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5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5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gs" Target="tags/tag70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{{text: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content</a:t>
            </a: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}}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{{text: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content</a:t>
            </a: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}}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{{text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replace}}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</Words>
  <Application>WPS 演示</Application>
  <PresentationFormat>宽屏</PresentationFormat>
  <Paragraphs>16</Paragraphs>
  <Slides>2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Wingdings</vt:lpstr>
      <vt:lpstr>思源宋体</vt:lpstr>
      <vt:lpstr>Arial Unicode MS</vt:lpstr>
      <vt:lpstr>Calibri</vt:lpstr>
      <vt:lpstr>1_自定义设计方案</vt:lpstr>
      <vt:lpstr>自定义设计方案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1151</cp:revision>
  <dcterms:created xsi:type="dcterms:W3CDTF">2019-06-19T02:08:00Z</dcterms:created>
  <dcterms:modified xsi:type="dcterms:W3CDTF">2026-05-19T02:17:01Z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2227158344504303866D74AEA1958A38</vt:lpwstr>
  </property>
</Properties>
</file>