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"/>
  </p:handoutMasterIdLst>
  <p:sldIdLst>
    <p:sldId id="2860" r:id="rId4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70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{{text: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</a:t>
            </a: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WPS 演示</Application>
  <PresentationFormat>宽屏</PresentationFormat>
  <Paragraphs>8</Paragraphs>
  <Slides>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Wingdings</vt:lpstr>
      <vt:lpstr>思源宋体</vt:lpstr>
      <vt:lpstr>1_自定义设计方案</vt:lpstr>
      <vt:lpstr>自定义设计方案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1154</cp:revision>
  <dcterms:created xsi:type="dcterms:W3CDTF">2019-06-19T02:08:00Z</dcterms:created>
  <dcterms:modified xsi:type="dcterms:W3CDTF">2026-05-20T09:34:34Z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B78E9A1CA5C848B3AB271136C6F82623_13</vt:lpwstr>
  </property>
</Properties>
</file>