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4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9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{{text:point_two}}</a:t>
            </a:r>
            <a:endParaRPr lang="en-US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four}}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20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1148</cp:revision>
  <dcterms:created xsi:type="dcterms:W3CDTF">2019-06-19T02:08:00Z</dcterms:created>
  <dcterms:modified xsi:type="dcterms:W3CDTF">2026-05-20T10:01:16Z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460B21BDBDF74F6D811DB25E27212961_13</vt:lpwstr>
  </property>
</Properties>
</file>