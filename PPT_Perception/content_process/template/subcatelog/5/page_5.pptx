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5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595959"/>
    <a:srgbClr val="3A6CA3"/>
    <a:srgbClr val="2169D3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5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1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2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3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4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5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6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7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8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79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0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1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2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3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4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5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6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7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8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89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90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91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92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93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94.xml><?xml version="1.0" encoding="utf-8"?>
<p:tagLst xmlns:p="http://schemas.openxmlformats.org/presentationml/2006/main">
  <p:tag name="KSO_WM_DIAGRAM_VIRTUALLY_FRAME" val="{&quot;height&quot;:342.42897637795284,&quot;left&quot;:152.06007874015748,&quot;top&quot;:180.47614173228345,&quot;width&quot;:755.6133070866143}"/>
</p:tagLst>
</file>

<file path=ppt/tags/tag95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24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1151</cp:revision>
  <dcterms:created xsi:type="dcterms:W3CDTF">2019-06-19T02:08:00Z</dcterms:created>
  <dcterms:modified xsi:type="dcterms:W3CDTF">2026-05-20T10:01:21Z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E18255EE386E4DAAB9CBD3724BED533B_13</vt:lpwstr>
  </property>
</Properties>
</file>