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83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32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32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87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8" Type="http://schemas.openxmlformats.org/officeDocument/2006/relationships/slideLayout" Target="../slideLayouts/slideLayout15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44"/>
          <p:cNvSpPr/>
          <p:nvPr>
            <p:custDataLst>
              <p:tags r:id="rId1"/>
            </p:custDataLst>
          </p:nvPr>
        </p:nvSpPr>
        <p:spPr>
          <a:xfrm flipV="1">
            <a:off x="5382794" y="3951605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5236109" y="2458720"/>
            <a:ext cx="1892300" cy="1892300"/>
            <a:chOff x="4536" y="4280"/>
            <a:chExt cx="2980" cy="2980"/>
          </a:xfrm>
        </p:grpSpPr>
        <p:sp>
          <p:nvSpPr>
            <p:cNvPr id="12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文本框1"/>
          <p:cNvSpPr txBox="1"/>
          <p:nvPr>
            <p:custDataLst>
              <p:tags r:id="rId5"/>
            </p:custDataLst>
          </p:nvPr>
        </p:nvSpPr>
        <p:spPr>
          <a:xfrm>
            <a:off x="4388270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{{text:point_two}}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5826024" y="293687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  <a:sym typeface="+mn-ea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  <a:sym typeface="+mn-ea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  <a:sym typeface="+mn-ea"/>
              </a:rPr>
              <a:t>cate_num}}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文本框1"/>
          <p:cNvSpPr txBox="1"/>
          <p:nvPr>
            <p:custDataLst>
              <p:tags r:id="rId7"/>
            </p:custDataLst>
          </p:nvPr>
        </p:nvSpPr>
        <p:spPr>
          <a:xfrm>
            <a:off x="589112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1443301" y="1852930"/>
            <a:ext cx="2087245" cy="2570480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9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10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11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2033216" y="30016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文本框1"/>
          <p:cNvSpPr txBox="1"/>
          <p:nvPr>
            <p:custDataLst>
              <p:tags r:id="rId13"/>
            </p:custDataLst>
          </p:nvPr>
        </p:nvSpPr>
        <p:spPr>
          <a:xfrm>
            <a:off x="8146800" y="521144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圆角矩形 34"/>
          <p:cNvSpPr/>
          <p:nvPr>
            <p:custDataLst>
              <p:tags r:id="rId14"/>
            </p:custDataLst>
          </p:nvPr>
        </p:nvSpPr>
        <p:spPr>
          <a:xfrm rot="2700000">
            <a:off x="8998585" y="2482850"/>
            <a:ext cx="1892300" cy="189230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圆角矩形 38"/>
          <p:cNvSpPr/>
          <p:nvPr>
            <p:custDataLst>
              <p:tags r:id="rId15"/>
            </p:custDataLst>
          </p:nvPr>
        </p:nvSpPr>
        <p:spPr>
          <a:xfrm rot="2700000">
            <a:off x="9251214" y="2748280"/>
            <a:ext cx="1387475" cy="1387475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9603004" y="290893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任意多边形 42"/>
          <p:cNvSpPr/>
          <p:nvPr>
            <p:custDataLst>
              <p:tags r:id="rId17"/>
            </p:custDataLst>
          </p:nvPr>
        </p:nvSpPr>
        <p:spPr>
          <a:xfrm>
            <a:off x="9143311" y="1760220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71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72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73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74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75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76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77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78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79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80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81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82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83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84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85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86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87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</Words>
  <Application>WPS 演示</Application>
  <PresentationFormat>宽屏</PresentationFormat>
  <Paragraphs>16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Wingdings</vt:lpstr>
      <vt:lpstr>等线</vt:lpstr>
      <vt:lpstr>DIN-BoldItalic</vt:lpstr>
      <vt:lpstr>思源宋体</vt:lpstr>
      <vt:lpstr>JetBrainsMono NF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1148</cp:revision>
  <dcterms:created xsi:type="dcterms:W3CDTF">2019-06-19T02:08:00Z</dcterms:created>
  <dcterms:modified xsi:type="dcterms:W3CDTF">2026-05-20T10:01:12Z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8E09BC2B5C8745F0AE95CB5833E713C3_13</vt:lpwstr>
  </property>
</Properties>
</file>