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0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2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32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87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5382794" y="3951605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5236109" y="2458720"/>
            <a:ext cx="1892300" cy="1892300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438827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826024" y="293687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cate_num}}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59563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1443301" y="1852930"/>
            <a:ext cx="2087245" cy="2570480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033216" y="30016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文本框1"/>
          <p:cNvSpPr txBox="1"/>
          <p:nvPr>
            <p:custDataLst>
              <p:tags r:id="rId13"/>
            </p:custDataLst>
          </p:nvPr>
        </p:nvSpPr>
        <p:spPr>
          <a:xfrm>
            <a:off x="814832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圆角矩形 34"/>
          <p:cNvSpPr/>
          <p:nvPr>
            <p:custDataLst>
              <p:tags r:id="rId14"/>
            </p:custDataLst>
          </p:nvPr>
        </p:nvSpPr>
        <p:spPr>
          <a:xfrm rot="2700000">
            <a:off x="8998585" y="2482850"/>
            <a:ext cx="1892300" cy="189230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38"/>
          <p:cNvSpPr/>
          <p:nvPr>
            <p:custDataLst>
              <p:tags r:id="rId15"/>
            </p:custDataLst>
          </p:nvPr>
        </p:nvSpPr>
        <p:spPr>
          <a:xfrm rot="2700000">
            <a:off x="9251214" y="2748280"/>
            <a:ext cx="1387475" cy="1387475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9603004" y="290893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任意多边形 42"/>
          <p:cNvSpPr/>
          <p:nvPr>
            <p:custDataLst>
              <p:tags r:id="rId17"/>
            </p:custDataLst>
          </p:nvPr>
        </p:nvSpPr>
        <p:spPr>
          <a:xfrm>
            <a:off x="9143311" y="1760220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1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2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3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4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5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6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7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8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9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0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1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2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3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4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5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6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7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WPS 演示</Application>
  <PresentationFormat>宽屏</PresentationFormat>
  <Paragraphs>16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等线</vt:lpstr>
      <vt:lpstr>DIN-BoldItalic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1147</cp:revision>
  <dcterms:created xsi:type="dcterms:W3CDTF">2019-06-19T02:08:00Z</dcterms:created>
  <dcterms:modified xsi:type="dcterms:W3CDTF">2026-05-20T10:01:12Z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3CFEB453791F45CC8109402D672B0071_13</vt:lpwstr>
  </property>
</Properties>
</file>