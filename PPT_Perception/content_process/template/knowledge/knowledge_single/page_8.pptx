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"/>
  </p:handoutMasterIdLst>
  <p:sldIdLst>
    <p:sldId id="2844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8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98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73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757" y="1773555"/>
            <a:ext cx="7664450" cy="4690745"/>
            <a:chOff x="450850" y="1397000"/>
            <a:chExt cx="5784850" cy="4690745"/>
          </a:xfrm>
        </p:grpSpPr>
        <p:sp>
          <p:nvSpPr>
            <p:cNvPr id="11" name="矩形 10"/>
            <p:cNvSpPr/>
            <p:nvPr>
              <p:custDataLst>
                <p:tags r:id="rId1"/>
              </p:custDataLst>
            </p:nvPr>
          </p:nvSpPr>
          <p:spPr>
            <a:xfrm>
              <a:off x="450850" y="1397000"/>
              <a:ext cx="5784850" cy="46907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2"/>
              </p:custDataLst>
            </p:nvPr>
          </p:nvSpPr>
          <p:spPr>
            <a:xfrm>
              <a:off x="574040" y="1519555"/>
              <a:ext cx="5521960" cy="4351655"/>
            </a:xfrm>
            <a:prstGeom prst="rect">
              <a:avLst/>
            </a:prstGeom>
            <a:solidFill>
              <a:srgbClr val="4276AA"/>
            </a:solidFill>
            <a:ln>
              <a:noFill/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673100" y="1967230"/>
            <a:ext cx="7158355" cy="4202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{{text: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content</a:t>
            </a:r>
            <a:r>
              <a:rPr 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}}</a:t>
            </a:r>
            <a:endParaRPr 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368684" y="1773555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71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WPS 演示</Application>
  <PresentationFormat>宽屏</PresentationFormat>
  <Paragraphs>8</Paragraphs>
  <Slides>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Wingdings</vt:lpstr>
      <vt:lpstr>思源宋体</vt:lpstr>
      <vt:lpstr>1_自定义设计方案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1166</cp:revision>
  <dcterms:created xsi:type="dcterms:W3CDTF">2019-06-19T02:08:00Z</dcterms:created>
  <dcterms:modified xsi:type="dcterms:W3CDTF">2026-05-20T09:34:31Z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787481E55E4A4451B8E5E7EB38343C5C_13</vt:lpwstr>
  </property>
</Properties>
</file>