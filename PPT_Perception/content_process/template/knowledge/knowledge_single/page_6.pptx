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39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8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rot="0">
            <a:off x="326390" y="1431290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70" y="2379980"/>
            <a:ext cx="7291705" cy="3641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{{text: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content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1164</cp:revision>
  <dcterms:created xsi:type="dcterms:W3CDTF">2019-06-19T02:08:00Z</dcterms:created>
  <dcterms:modified xsi:type="dcterms:W3CDTF">2026-05-20T09:34:30Z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C3642F747610492DB53AEF6FC44B822E_13</vt:lpwstr>
  </property>
</Properties>
</file>