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45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73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content</a:t>
            </a: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}}</a:t>
            </a:r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7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演示</Application>
  <PresentationFormat>宽屏</PresentationFormat>
  <Paragraphs>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思源宋体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1161</cp:revision>
  <dcterms:created xsi:type="dcterms:W3CDTF">2019-06-19T02:08:00Z</dcterms:created>
  <dcterms:modified xsi:type="dcterms:W3CDTF">2026-05-20T09:34:30Z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83CD76D12BB040CF87FC5E24B6FC64C8_13</vt:lpwstr>
  </property>
</Properties>
</file>