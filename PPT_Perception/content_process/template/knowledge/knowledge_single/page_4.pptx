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6"/>
  </p:handoutMasterIdLst>
  <p:sldIdLst>
    <p:sldId id="2830" r:id="rId4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98" userDrawn="1">
          <p15:clr>
            <a:srgbClr val="A4A3A4"/>
          </p15:clr>
        </p15:guide>
        <p15:guide id="2" pos="367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798"/>
        <p:guide pos="367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gs" Target="tags/tag70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10285" y="1899920"/>
            <a:ext cx="6406515" cy="38849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{{text: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content</a:t>
            </a: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}}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矩形 10"/>
          <p:cNvSpPr/>
          <p:nvPr/>
        </p:nvSpPr>
        <p:spPr>
          <a:xfrm>
            <a:off x="674370" y="1619885"/>
            <a:ext cx="7019290" cy="4445635"/>
          </a:xfrm>
          <a:custGeom>
            <a:avLst/>
            <a:gdLst/>
            <a:ahLst/>
            <a:cxnLst/>
            <a:rect l="l" t="t" r="r" b="b"/>
            <a:pathLst>
              <a:path w="1759038" h="1334706">
                <a:moveTo>
                  <a:pt x="65637" y="63758"/>
                </a:moveTo>
                <a:lnTo>
                  <a:pt x="65637" y="1271391"/>
                </a:lnTo>
                <a:lnTo>
                  <a:pt x="1711798" y="1271391"/>
                </a:lnTo>
                <a:lnTo>
                  <a:pt x="1711798" y="63758"/>
                </a:lnTo>
                <a:close/>
                <a:moveTo>
                  <a:pt x="0" y="0"/>
                </a:moveTo>
                <a:lnTo>
                  <a:pt x="1759038" y="0"/>
                </a:lnTo>
                <a:lnTo>
                  <a:pt x="1759038" y="1334706"/>
                </a:lnTo>
                <a:lnTo>
                  <a:pt x="0" y="133470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20000"/>
              </a:lnSpc>
            </a:pPr>
            <a:endParaRPr lang="zh-CN" altLang="en-US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086725" y="2372361"/>
            <a:ext cx="3798570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</Words>
  <Application>WPS 演示</Application>
  <PresentationFormat>宽屏</PresentationFormat>
  <Paragraphs>8</Paragraphs>
  <Slides>1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微软雅黑</vt:lpstr>
      <vt:lpstr>Wingdings</vt:lpstr>
      <vt:lpstr>思源宋体</vt:lpstr>
      <vt:lpstr>1_自定义设计方案</vt:lpstr>
      <vt:lpstr>自定义设计方案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1162</cp:revision>
  <dcterms:created xsi:type="dcterms:W3CDTF">2019-06-19T02:08:00Z</dcterms:created>
  <dcterms:modified xsi:type="dcterms:W3CDTF">2026-05-20T09:34:30Z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0744E010D92845999C0D6BD6441D3938_13</vt:lpwstr>
  </property>
</Properties>
</file>