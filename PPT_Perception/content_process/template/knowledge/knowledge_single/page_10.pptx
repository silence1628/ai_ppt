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47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74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3854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82755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7050" y="2218055"/>
            <a:ext cx="7366000" cy="4097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content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演示</Application>
  <PresentationFormat>宽屏</PresentationFormat>
  <Paragraphs>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思源宋体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1168</cp:revision>
  <dcterms:created xsi:type="dcterms:W3CDTF">2019-06-19T02:08:00Z</dcterms:created>
  <dcterms:modified xsi:type="dcterms:W3CDTF">2026-05-20T09:34:31Z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345DA99C4BDF455EB3083DECF4E9496C_13</vt:lpwstr>
  </property>
</Properties>
</file>