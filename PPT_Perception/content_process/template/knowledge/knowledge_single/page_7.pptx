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2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1165</cp:revision>
  <dcterms:created xsi:type="dcterms:W3CDTF">2019-06-19T02:08:00Z</dcterms:created>
  <dcterms:modified xsi:type="dcterms:W3CDTF">2026-05-20T09:34:30Z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B8A23CA9681B4115A02C8654CBD88B26_13</vt:lpwstr>
  </property>
</Properties>
</file>