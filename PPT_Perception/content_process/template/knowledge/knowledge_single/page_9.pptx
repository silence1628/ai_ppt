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35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/>
          <p:cNvSpPr/>
          <p:nvPr/>
        </p:nvSpPr>
        <p:spPr>
          <a:xfrm>
            <a:off x="478282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31105" y="1828165"/>
            <a:ext cx="6608445" cy="400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1167</cp:revision>
  <dcterms:created xsi:type="dcterms:W3CDTF">2019-06-19T02:08:00Z</dcterms:created>
  <dcterms:modified xsi:type="dcterms:W3CDTF">2026-05-20T09:34:31Z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6EF1C92177B54966845680D86639ABDA_13</vt:lpwstr>
  </property>
</Properties>
</file>