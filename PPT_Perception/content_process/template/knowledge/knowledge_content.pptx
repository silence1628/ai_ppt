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7" r:id="rId3"/>
  </p:sldMasterIdLst>
  <p:notesMasterIdLst>
    <p:notesMasterId r:id="rId5"/>
  </p:notesMasterIdLst>
  <p:handoutMasterIdLst>
    <p:handoutMasterId r:id="rId15"/>
  </p:handoutMasterIdLst>
  <p:sldIdLst>
    <p:sldId id="2838" r:id="rId4"/>
    <p:sldId id="2841" r:id="rId6"/>
    <p:sldId id="2845" r:id="rId7"/>
    <p:sldId id="2830" r:id="rId8"/>
    <p:sldId id="2846" r:id="rId9"/>
    <p:sldId id="2839" r:id="rId10"/>
    <p:sldId id="2842" r:id="rId11"/>
    <p:sldId id="2844" r:id="rId12"/>
    <p:sldId id="2835" r:id="rId13"/>
    <p:sldId id="2847" r:id="rId14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8" userDrawn="1">
          <p15:clr>
            <a:srgbClr val="A4A3A4"/>
          </p15:clr>
        </p15:guide>
        <p15:guide id="2" pos="367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dministrator" initials="A" lastIdx="5" clrIdx="0"/>
  <p:cmAuthor id="1" name="幸全" initials="幸全" lastIdx="1" clrIdx="0"/>
  <p:cmAuthor id="2" name="作者" initials="A" lastIdx="0" clrIdx="1"/>
  <p:cmAuthor id="3" name="zijun" initials="z" lastIdx="1" clrIdx="2"/>
  <p:cmAuthor id="5" name="ASUS" initials="A" lastIdx="2" clrIdx="4"/>
  <p:cmAuthor id="6" name="linhuan" initials="l" lastIdx="18" clrIdx="5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4D2"/>
    <a:srgbClr val="3A6CA3"/>
    <a:srgbClr val="2169D3"/>
    <a:srgbClr val="595959"/>
    <a:srgbClr val="F29421"/>
    <a:srgbClr val="FFFFFF"/>
    <a:srgbClr val="E29A9A"/>
    <a:srgbClr val="D9D9D9"/>
    <a:srgbClr val="DCDCDC"/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5244" autoAdjust="0"/>
  </p:normalViewPr>
  <p:slideViewPr>
    <p:cSldViewPr snapToGrid="0" showGuides="1">
      <p:cViewPr varScale="1">
        <p:scale>
          <a:sx n="66" d="100"/>
          <a:sy n="66" d="100"/>
        </p:scale>
        <p:origin x="712" y="48"/>
      </p:cViewPr>
      <p:guideLst>
        <p:guide orient="horz" pos="1798"/>
        <p:guide pos="367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0" Type="http://schemas.openxmlformats.org/officeDocument/2006/relationships/tags" Target="tags/tag104.xml"/><Relationship Id="rId2" Type="http://schemas.openxmlformats.org/officeDocument/2006/relationships/theme" Target="theme/theme1.xml"/><Relationship Id="rId19" Type="http://schemas.openxmlformats.org/officeDocument/2006/relationships/commentAuthors" Target="commentAuthors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Relationship Id="rId3" Type="http://schemas.openxmlformats.org/officeDocument/2006/relationships/tags" Target="../tags/tag20.xml"/><Relationship Id="rId2" Type="http://schemas.openxmlformats.org/officeDocument/2006/relationships/tags" Target="../tags/tag19.xml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28.xml"/><Relationship Id="rId5" Type="http://schemas.openxmlformats.org/officeDocument/2006/relationships/tags" Target="../tags/tag27.xml"/><Relationship Id="rId4" Type="http://schemas.openxmlformats.org/officeDocument/2006/relationships/tags" Target="../tags/tag26.xml"/><Relationship Id="rId3" Type="http://schemas.openxmlformats.org/officeDocument/2006/relationships/tags" Target="../tags/tag25.xml"/><Relationship Id="rId2" Type="http://schemas.openxmlformats.org/officeDocument/2006/relationships/tags" Target="../tags/tag24.xml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42.xml"/><Relationship Id="rId8" Type="http://schemas.openxmlformats.org/officeDocument/2006/relationships/tags" Target="../tags/tag41.xml"/><Relationship Id="rId7" Type="http://schemas.openxmlformats.org/officeDocument/2006/relationships/tags" Target="../tags/tag40.xml"/><Relationship Id="rId6" Type="http://schemas.openxmlformats.org/officeDocument/2006/relationships/tags" Target="../tags/tag39.xml"/><Relationship Id="rId5" Type="http://schemas.openxmlformats.org/officeDocument/2006/relationships/tags" Target="../tags/tag38.xml"/><Relationship Id="rId4" Type="http://schemas.openxmlformats.org/officeDocument/2006/relationships/tags" Target="../tags/tag37.xml"/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7" Type="http://schemas.openxmlformats.org/officeDocument/2006/relationships/tags" Target="../tags/tag55.xml"/><Relationship Id="rId6" Type="http://schemas.openxmlformats.org/officeDocument/2006/relationships/tags" Target="../tags/tag54.xml"/><Relationship Id="rId5" Type="http://schemas.openxmlformats.org/officeDocument/2006/relationships/tags" Target="../tags/tag53.xml"/><Relationship Id="rId4" Type="http://schemas.openxmlformats.org/officeDocument/2006/relationships/tags" Target="../tags/tag52.xml"/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6" Type="http://schemas.openxmlformats.org/officeDocument/2006/relationships/tags" Target="../tags/tag60.xml"/><Relationship Id="rId5" Type="http://schemas.openxmlformats.org/officeDocument/2006/relationships/tags" Target="../tags/tag59.xml"/><Relationship Id="rId4" Type="http://schemas.openxmlformats.org/officeDocument/2006/relationships/tags" Target="../tags/tag58.xml"/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5" Type="http://schemas.openxmlformats.org/officeDocument/2006/relationships/tags" Target="../tags/tag64.xml"/><Relationship Id="rId4" Type="http://schemas.openxmlformats.org/officeDocument/2006/relationships/tags" Target="../tags/tag63.xml"/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tags" Target="../tags/tag67.xml"/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F51CC480-FC89-4E2E-BB6A-EFF978791FA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255A7EE-E527-4C9D-8585-493F7BE371F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  <a:lvl6pPr marL="2286000" indent="0">
              <a:buNone/>
              <a:defRPr/>
            </a:lvl6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Font typeface="Arial" panose="020B0604020202020204" pitchFamily="34" charset="0"/>
              <a:buNone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buFont typeface="Arial" panose="020B0604020202020204" pitchFamily="34" charset="0"/>
              <a:buChar char="●"/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10353745" y="7820730"/>
            <a:ext cx="10969200" cy="7056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612000" y="6314400"/>
            <a:ext cx="2700000" cy="316800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14400"/>
            <a:ext cx="3960000" cy="3168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877600" y="6314400"/>
            <a:ext cx="2700000" cy="316800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638300" y="365125"/>
            <a:ext cx="9715500" cy="1055370"/>
          </a:xfrm>
        </p:spPr>
        <p:txBody>
          <a:bodyPr anchor="ctr"/>
          <a:lstStyle>
            <a:lvl1pPr>
              <a:defRPr sz="3200">
                <a:solidFill>
                  <a:srgbClr val="0064D2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优先选择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E077DA78-E013-4A8C-AD75-63A150561B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.png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6" Type="http://schemas.openxmlformats.org/officeDocument/2006/relationships/theme" Target="../theme/theme2.xml"/><Relationship Id="rId15" Type="http://schemas.openxmlformats.org/officeDocument/2006/relationships/image" Target="../media/image2.png"/><Relationship Id="rId14" Type="http://schemas.openxmlformats.org/officeDocument/2006/relationships/image" Target="../media/image3.png"/><Relationship Id="rId13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18.xml"/><Relationship Id="rId1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3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0" y="0"/>
            <a:ext cx="12181205" cy="68580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9130" y="0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图片2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-5715"/>
            <a:ext cx="12192000" cy="686371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9925" y="-5715"/>
            <a:ext cx="2232075" cy="640111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78.xml"/><Relationship Id="rId8" Type="http://schemas.openxmlformats.org/officeDocument/2006/relationships/tags" Target="../tags/tag77.xml"/><Relationship Id="rId7" Type="http://schemas.openxmlformats.org/officeDocument/2006/relationships/tags" Target="../tags/tag76.xml"/><Relationship Id="rId6" Type="http://schemas.openxmlformats.org/officeDocument/2006/relationships/tags" Target="../tags/tag75.xml"/><Relationship Id="rId5" Type="http://schemas.openxmlformats.org/officeDocument/2006/relationships/tags" Target="../tags/tag74.xml"/><Relationship Id="rId4" Type="http://schemas.openxmlformats.org/officeDocument/2006/relationships/tags" Target="../tags/tag73.xml"/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2" Type="http://schemas.openxmlformats.org/officeDocument/2006/relationships/notesSlide" Target="../notesSlides/notesSlide1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79.xml"/><Relationship Id="rId1" Type="http://schemas.openxmlformats.org/officeDocument/2006/relationships/tags" Target="../tags/tag7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82.xml"/><Relationship Id="rId2" Type="http://schemas.openxmlformats.org/officeDocument/2006/relationships/tags" Target="../tags/tag81.xml"/><Relationship Id="rId1" Type="http://schemas.openxmlformats.org/officeDocument/2006/relationships/tags" Target="../tags/tag8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5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86.xml"/><Relationship Id="rId3" Type="http://schemas.openxmlformats.org/officeDocument/2006/relationships/tags" Target="../tags/tag85.xml"/><Relationship Id="rId2" Type="http://schemas.openxmlformats.org/officeDocument/2006/relationships/tags" Target="../tags/tag84.xml"/><Relationship Id="rId1" Type="http://schemas.openxmlformats.org/officeDocument/2006/relationships/tags" Target="../tags/tag83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95.xml"/><Relationship Id="rId8" Type="http://schemas.openxmlformats.org/officeDocument/2006/relationships/tags" Target="../tags/tag94.xml"/><Relationship Id="rId7" Type="http://schemas.openxmlformats.org/officeDocument/2006/relationships/tags" Target="../tags/tag93.xml"/><Relationship Id="rId6" Type="http://schemas.openxmlformats.org/officeDocument/2006/relationships/tags" Target="../tags/tag92.xml"/><Relationship Id="rId5" Type="http://schemas.openxmlformats.org/officeDocument/2006/relationships/tags" Target="../tags/tag91.xml"/><Relationship Id="rId4" Type="http://schemas.openxmlformats.org/officeDocument/2006/relationships/tags" Target="../tags/tag90.xml"/><Relationship Id="rId3" Type="http://schemas.openxmlformats.org/officeDocument/2006/relationships/tags" Target="../tags/tag89.xml"/><Relationship Id="rId2" Type="http://schemas.openxmlformats.org/officeDocument/2006/relationships/tags" Target="../tags/tag88.xml"/><Relationship Id="rId12" Type="http://schemas.openxmlformats.org/officeDocument/2006/relationships/notesSlide" Target="../notesSlides/notesSlide6.xml"/><Relationship Id="rId11" Type="http://schemas.openxmlformats.org/officeDocument/2006/relationships/slideLayout" Target="../slideLayouts/slideLayout15.xml"/><Relationship Id="rId10" Type="http://schemas.openxmlformats.org/officeDocument/2006/relationships/tags" Target="../tags/tag96.xml"/><Relationship Id="rId1" Type="http://schemas.openxmlformats.org/officeDocument/2006/relationships/tags" Target="../tags/tag8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5.xml"/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15.xml"/><Relationship Id="rId4" Type="http://schemas.openxmlformats.org/officeDocument/2006/relationships/tags" Target="../tags/tag103.xml"/><Relationship Id="rId3" Type="http://schemas.openxmlformats.org/officeDocument/2006/relationships/tags" Target="../tags/tag102.xml"/><Relationship Id="rId2" Type="http://schemas.openxmlformats.org/officeDocument/2006/relationships/tags" Target="../tags/tag101.xml"/><Relationship Id="rId1" Type="http://schemas.openxmlformats.org/officeDocument/2006/relationships/tags" Target="../tags/tag10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5198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grpSp>
        <p:nvGrpSpPr>
          <p:cNvPr id="11" name="组合 10"/>
          <p:cNvGrpSpPr/>
          <p:nvPr/>
        </p:nvGrpSpPr>
        <p:grpSpPr>
          <a:xfrm rot="0">
            <a:off x="4238625" y="1424305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70070" y="2366010"/>
            <a:ext cx="7292975" cy="36779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546265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9221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336934" y="1792605"/>
            <a:ext cx="3494356" cy="477139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16990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4493895" y="1978025"/>
            <a:ext cx="6997700" cy="41814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29756" y="1773555"/>
            <a:ext cx="3507243" cy="46907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010285" y="1899920"/>
            <a:ext cx="6406515" cy="388493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0"/>
          <p:cNvSpPr/>
          <p:nvPr/>
        </p:nvSpPr>
        <p:spPr>
          <a:xfrm>
            <a:off x="67437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8086725" y="2372361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41700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5031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</a:t>
            </a: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储备</a:t>
            </a:r>
            <a:endParaRPr lang="zh-CN" altLang="en-US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311650" y="2206625"/>
            <a:ext cx="7312025" cy="4109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/>
        </p:nvGrpSpPr>
        <p:grpSpPr>
          <a:xfrm rot="0">
            <a:off x="326390" y="1431290"/>
            <a:ext cx="7423785" cy="4859020"/>
            <a:chOff x="3838575" y="2105025"/>
            <a:chExt cx="4355782" cy="2518409"/>
          </a:xfrm>
        </p:grpSpPr>
        <p:sp>
          <p:nvSpPr>
            <p:cNvPr id="13" name="图形 5"/>
            <p:cNvSpPr/>
            <p:nvPr>
              <p:custDataLst>
                <p:tags r:id="rId1"/>
              </p:custDataLst>
            </p:nvPr>
          </p:nvSpPr>
          <p:spPr>
            <a:xfrm>
              <a:off x="3838575" y="2439352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E8E8E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图形 5"/>
            <p:cNvSpPr/>
            <p:nvPr>
              <p:custDataLst>
                <p:tags r:id="rId2"/>
              </p:custDataLst>
            </p:nvPr>
          </p:nvSpPr>
          <p:spPr>
            <a:xfrm>
              <a:off x="7632382" y="2110740"/>
              <a:ext cx="218122" cy="501967"/>
            </a:xfrm>
            <a:custGeom>
              <a:avLst/>
              <a:gdLst>
                <a:gd name="connsiteX0" fmla="*/ 184785 w 218122"/>
                <a:gd name="connsiteY0" fmla="*/ 501968 h 501967"/>
                <a:gd name="connsiteX1" fmla="*/ 0 w 218122"/>
                <a:gd name="connsiteY1" fmla="*/ 482918 h 501967"/>
                <a:gd name="connsiteX2" fmla="*/ 33338 w 218122"/>
                <a:gd name="connsiteY2" fmla="*/ 0 h 501967"/>
                <a:gd name="connsiteX3" fmla="*/ 218123 w 218122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122" h="501967">
                  <a:moveTo>
                    <a:pt x="184785" y="501968"/>
                  </a:moveTo>
                  <a:lnTo>
                    <a:pt x="0" y="482918"/>
                  </a:lnTo>
                  <a:lnTo>
                    <a:pt x="33338" y="0"/>
                  </a:lnTo>
                  <a:lnTo>
                    <a:pt x="218123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图形 5"/>
            <p:cNvSpPr/>
            <p:nvPr>
              <p:custDataLst>
                <p:tags r:id="rId3"/>
              </p:custDataLst>
            </p:nvPr>
          </p:nvSpPr>
          <p:spPr>
            <a:xfrm>
              <a:off x="4259580" y="2110740"/>
              <a:ext cx="217169" cy="501967"/>
            </a:xfrm>
            <a:custGeom>
              <a:avLst/>
              <a:gdLst>
                <a:gd name="connsiteX0" fmla="*/ 32385 w 217169"/>
                <a:gd name="connsiteY0" fmla="*/ 501968 h 501967"/>
                <a:gd name="connsiteX1" fmla="*/ 217170 w 217169"/>
                <a:gd name="connsiteY1" fmla="*/ 482918 h 501967"/>
                <a:gd name="connsiteX2" fmla="*/ 183833 w 217169"/>
                <a:gd name="connsiteY2" fmla="*/ 0 h 501967"/>
                <a:gd name="connsiteX3" fmla="*/ 0 w 217169"/>
                <a:gd name="connsiteY3" fmla="*/ 18098 h 5019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7169" h="501967">
                  <a:moveTo>
                    <a:pt x="32385" y="501968"/>
                  </a:moveTo>
                  <a:lnTo>
                    <a:pt x="217170" y="482918"/>
                  </a:lnTo>
                  <a:lnTo>
                    <a:pt x="183833" y="0"/>
                  </a:lnTo>
                  <a:lnTo>
                    <a:pt x="0" y="18098"/>
                  </a:lnTo>
                  <a:close/>
                </a:path>
              </a:pathLst>
            </a:custGeom>
            <a:solidFill>
              <a:srgbClr val="DEBF9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图形 5"/>
            <p:cNvSpPr/>
            <p:nvPr>
              <p:custDataLst>
                <p:tags r:id="rId4"/>
              </p:custDataLst>
            </p:nvPr>
          </p:nvSpPr>
          <p:spPr>
            <a:xfrm>
              <a:off x="3915727" y="2349817"/>
              <a:ext cx="4278630" cy="2184082"/>
            </a:xfrm>
            <a:custGeom>
              <a:avLst/>
              <a:gdLst>
                <a:gd name="connsiteX0" fmla="*/ 0 w 4278630"/>
                <a:gd name="connsiteY0" fmla="*/ 0 h 2184082"/>
                <a:gd name="connsiteX1" fmla="*/ 4278630 w 4278630"/>
                <a:gd name="connsiteY1" fmla="*/ 0 h 2184082"/>
                <a:gd name="connsiteX2" fmla="*/ 4278630 w 4278630"/>
                <a:gd name="connsiteY2" fmla="*/ 2184083 h 2184082"/>
                <a:gd name="connsiteX3" fmla="*/ 0 w 4278630"/>
                <a:gd name="connsiteY3" fmla="*/ 2184083 h 2184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78630" h="2184082">
                  <a:moveTo>
                    <a:pt x="0" y="0"/>
                  </a:moveTo>
                  <a:lnTo>
                    <a:pt x="4278630" y="0"/>
                  </a:lnTo>
                  <a:lnTo>
                    <a:pt x="4278630" y="2184083"/>
                  </a:lnTo>
                  <a:lnTo>
                    <a:pt x="0" y="218408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solidFill>
                <a:srgbClr val="23181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图形 5"/>
            <p:cNvSpPr/>
            <p:nvPr>
              <p:custDataLst>
                <p:tags r:id="rId5"/>
              </p:custDataLst>
            </p:nvPr>
          </p:nvSpPr>
          <p:spPr>
            <a:xfrm>
              <a:off x="7632382" y="2105025"/>
              <a:ext cx="244792" cy="507682"/>
            </a:xfrm>
            <a:custGeom>
              <a:avLst/>
              <a:gdLst>
                <a:gd name="connsiteX0" fmla="*/ 184785 w 244792"/>
                <a:gd name="connsiteY0" fmla="*/ 507683 h 507682"/>
                <a:gd name="connsiteX1" fmla="*/ 0 w 244792"/>
                <a:gd name="connsiteY1" fmla="*/ 488633 h 507682"/>
                <a:gd name="connsiteX2" fmla="*/ 60960 w 244792"/>
                <a:gd name="connsiteY2" fmla="*/ 0 h 507682"/>
                <a:gd name="connsiteX3" fmla="*/ 244793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184785" y="507683"/>
                  </a:moveTo>
                  <a:lnTo>
                    <a:pt x="0" y="488633"/>
                  </a:lnTo>
                  <a:lnTo>
                    <a:pt x="60960" y="0"/>
                  </a:lnTo>
                  <a:lnTo>
                    <a:pt x="244793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图形 5"/>
            <p:cNvSpPr/>
            <p:nvPr>
              <p:custDataLst>
                <p:tags r:id="rId6"/>
              </p:custDataLst>
            </p:nvPr>
          </p:nvSpPr>
          <p:spPr>
            <a:xfrm>
              <a:off x="7632382" y="2105025"/>
              <a:ext cx="65722" cy="489585"/>
            </a:xfrm>
            <a:custGeom>
              <a:avLst/>
              <a:gdLst>
                <a:gd name="connsiteX0" fmla="*/ 60960 w 65722"/>
                <a:gd name="connsiteY0" fmla="*/ 0 h 489585"/>
                <a:gd name="connsiteX1" fmla="*/ 0 w 65722"/>
                <a:gd name="connsiteY1" fmla="*/ 488633 h 489585"/>
                <a:gd name="connsiteX2" fmla="*/ 5715 w 65722"/>
                <a:gd name="connsiteY2" fmla="*/ 489585 h 489585"/>
                <a:gd name="connsiteX3" fmla="*/ 65723 w 65722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722" h="489585">
                  <a:moveTo>
                    <a:pt x="60960" y="0"/>
                  </a:moveTo>
                  <a:lnTo>
                    <a:pt x="0" y="488633"/>
                  </a:lnTo>
                  <a:lnTo>
                    <a:pt x="5715" y="489585"/>
                  </a:lnTo>
                  <a:lnTo>
                    <a:pt x="65723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图形 5"/>
            <p:cNvSpPr/>
            <p:nvPr>
              <p:custDataLst>
                <p:tags r:id="rId7"/>
              </p:custDataLst>
            </p:nvPr>
          </p:nvSpPr>
          <p:spPr>
            <a:xfrm>
              <a:off x="4231957" y="2105025"/>
              <a:ext cx="244792" cy="507682"/>
            </a:xfrm>
            <a:custGeom>
              <a:avLst/>
              <a:gdLst>
                <a:gd name="connsiteX0" fmla="*/ 60007 w 244792"/>
                <a:gd name="connsiteY0" fmla="*/ 507683 h 507682"/>
                <a:gd name="connsiteX1" fmla="*/ 244793 w 244792"/>
                <a:gd name="connsiteY1" fmla="*/ 488633 h 507682"/>
                <a:gd name="connsiteX2" fmla="*/ 184785 w 244792"/>
                <a:gd name="connsiteY2" fmla="*/ 0 h 507682"/>
                <a:gd name="connsiteX3" fmla="*/ 0 w 244792"/>
                <a:gd name="connsiteY3" fmla="*/ 19050 h 507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4792" h="507682">
                  <a:moveTo>
                    <a:pt x="60007" y="507683"/>
                  </a:moveTo>
                  <a:lnTo>
                    <a:pt x="244793" y="488633"/>
                  </a:lnTo>
                  <a:lnTo>
                    <a:pt x="184785" y="0"/>
                  </a:lnTo>
                  <a:lnTo>
                    <a:pt x="0" y="19050"/>
                  </a:lnTo>
                  <a:close/>
                </a:path>
              </a:pathLst>
            </a:custGeom>
            <a:solidFill>
              <a:srgbClr val="FFDBA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图形 5"/>
            <p:cNvSpPr/>
            <p:nvPr>
              <p:custDataLst>
                <p:tags r:id="rId8"/>
              </p:custDataLst>
            </p:nvPr>
          </p:nvSpPr>
          <p:spPr>
            <a:xfrm>
              <a:off x="4411980" y="2105025"/>
              <a:ext cx="64769" cy="489585"/>
            </a:xfrm>
            <a:custGeom>
              <a:avLst/>
              <a:gdLst>
                <a:gd name="connsiteX0" fmla="*/ 4763 w 64769"/>
                <a:gd name="connsiteY0" fmla="*/ 0 h 489585"/>
                <a:gd name="connsiteX1" fmla="*/ 64770 w 64769"/>
                <a:gd name="connsiteY1" fmla="*/ 488633 h 489585"/>
                <a:gd name="connsiteX2" fmla="*/ 60007 w 64769"/>
                <a:gd name="connsiteY2" fmla="*/ 489585 h 489585"/>
                <a:gd name="connsiteX3" fmla="*/ 0 w 64769"/>
                <a:gd name="connsiteY3" fmla="*/ 953 h 4895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69" h="489585">
                  <a:moveTo>
                    <a:pt x="4763" y="0"/>
                  </a:moveTo>
                  <a:lnTo>
                    <a:pt x="64770" y="488633"/>
                  </a:lnTo>
                  <a:lnTo>
                    <a:pt x="60007" y="489585"/>
                  </a:lnTo>
                  <a:lnTo>
                    <a:pt x="0" y="953"/>
                  </a:lnTo>
                  <a:close/>
                </a:path>
              </a:pathLst>
            </a:custGeom>
            <a:solidFill>
              <a:srgbClr val="EBCA9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图形 5"/>
            <p:cNvSpPr/>
            <p:nvPr>
              <p:custDataLst>
                <p:tags r:id="rId9"/>
              </p:custDataLst>
            </p:nvPr>
          </p:nvSpPr>
          <p:spPr>
            <a:xfrm>
              <a:off x="4259580" y="2331720"/>
              <a:ext cx="180022" cy="18097"/>
            </a:xfrm>
            <a:custGeom>
              <a:avLst/>
              <a:gdLst>
                <a:gd name="connsiteX0" fmla="*/ 0 w 180022"/>
                <a:gd name="connsiteY0" fmla="*/ 18098 h 18097"/>
                <a:gd name="connsiteX1" fmla="*/ 180022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0" y="18098"/>
                  </a:moveTo>
                  <a:lnTo>
                    <a:pt x="180022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图形 5"/>
            <p:cNvSpPr/>
            <p:nvPr>
              <p:custDataLst>
                <p:tags r:id="rId10"/>
              </p:custDataLst>
            </p:nvPr>
          </p:nvSpPr>
          <p:spPr>
            <a:xfrm>
              <a:off x="7669530" y="2331720"/>
              <a:ext cx="180022" cy="18097"/>
            </a:xfrm>
            <a:custGeom>
              <a:avLst/>
              <a:gdLst>
                <a:gd name="connsiteX0" fmla="*/ 180023 w 180022"/>
                <a:gd name="connsiteY0" fmla="*/ 18098 h 18097"/>
                <a:gd name="connsiteX1" fmla="*/ 0 w 180022"/>
                <a:gd name="connsiteY1" fmla="*/ 0 h 1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80022" h="18097">
                  <a:moveTo>
                    <a:pt x="180023" y="18098"/>
                  </a:moveTo>
                  <a:lnTo>
                    <a:pt x="0" y="0"/>
                  </a:lnTo>
                </a:path>
              </a:pathLst>
            </a:custGeom>
            <a:ln w="9525" cap="flat">
              <a:solidFill>
                <a:srgbClr val="EBC999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" name="矩形 8"/>
          <p:cNvSpPr/>
          <p:nvPr/>
        </p:nvSpPr>
        <p:spPr>
          <a:xfrm>
            <a:off x="8336934" y="2368911"/>
            <a:ext cx="3494356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458470" y="2379980"/>
            <a:ext cx="7291705" cy="3641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圆角矩形 22"/>
          <p:cNvSpPr/>
          <p:nvPr/>
        </p:nvSpPr>
        <p:spPr>
          <a:xfrm>
            <a:off x="4241800" y="1728470"/>
            <a:ext cx="7468870" cy="4835525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/>
          <p:cNvSpPr/>
          <p:nvPr/>
        </p:nvSpPr>
        <p:spPr>
          <a:xfrm>
            <a:off x="488334" y="1904999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4668671" y="1860550"/>
            <a:ext cx="6771164" cy="4554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429757" y="1773555"/>
            <a:ext cx="7664450" cy="4690745"/>
            <a:chOff x="450850" y="1397000"/>
            <a:chExt cx="5784850" cy="4690745"/>
          </a:xfrm>
        </p:grpSpPr>
        <p:sp>
          <p:nvSpPr>
            <p:cNvPr id="11" name="矩形 10"/>
            <p:cNvSpPr/>
            <p:nvPr>
              <p:custDataLst>
                <p:tags r:id="rId1"/>
              </p:custDataLst>
            </p:nvPr>
          </p:nvSpPr>
          <p:spPr>
            <a:xfrm>
              <a:off x="450850" y="1397000"/>
              <a:ext cx="5784850" cy="4690745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12" name="矩形 11"/>
            <p:cNvSpPr/>
            <p:nvPr>
              <p:custDataLst>
                <p:tags r:id="rId2"/>
              </p:custDataLst>
            </p:nvPr>
          </p:nvSpPr>
          <p:spPr>
            <a:xfrm>
              <a:off x="574040" y="1519555"/>
              <a:ext cx="5521960" cy="4351655"/>
            </a:xfrm>
            <a:prstGeom prst="rect">
              <a:avLst/>
            </a:prstGeom>
            <a:solidFill>
              <a:srgbClr val="4276AA"/>
            </a:solidFill>
            <a:ln>
              <a:noFill/>
            </a:ln>
          </p:spPr>
          <p:style>
            <a:lnRef idx="2">
              <a:srgbClr val="8590CA">
                <a:shade val="50000"/>
              </a:srgbClr>
            </a:lnRef>
            <a:fillRef idx="1">
              <a:srgbClr val="8590CA"/>
            </a:fillRef>
            <a:effectRef idx="0">
              <a:srgbClr val="8590CA"/>
            </a:effectRef>
            <a:fontRef idx="minor">
              <a:sysClr val="window" lastClr="FFFFFF"/>
            </a:fontRef>
          </p:style>
          <p:txBody>
            <a:bodyPr rtlCol="0" anchor="ctr">
              <a:normAutofit/>
            </a:bodyPr>
            <a:lstStyle/>
            <a:p>
              <a:pPr>
                <a:lnSpc>
                  <a:spcPct val="120000"/>
                </a:lnSpc>
              </a:pPr>
              <a:endParaRPr lang="zh-CN" altLang="en-US" sz="1400" spc="150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</p:grpSp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673100" y="1967230"/>
            <a:ext cx="7158355" cy="420243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ea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8368684" y="1773555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0"/>
          <p:cNvSpPr/>
          <p:nvPr/>
        </p:nvSpPr>
        <p:spPr>
          <a:xfrm>
            <a:off x="4782820" y="1619885"/>
            <a:ext cx="7019290" cy="4445635"/>
          </a:xfrm>
          <a:custGeom>
            <a:avLst/>
            <a:gdLst/>
            <a:ahLst/>
            <a:cxnLst/>
            <a:rect l="l" t="t" r="r" b="b"/>
            <a:pathLst>
              <a:path w="1759038" h="1334706">
                <a:moveTo>
                  <a:pt x="65637" y="63758"/>
                </a:moveTo>
                <a:lnTo>
                  <a:pt x="65637" y="1271391"/>
                </a:lnTo>
                <a:lnTo>
                  <a:pt x="1711798" y="1271391"/>
                </a:lnTo>
                <a:lnTo>
                  <a:pt x="1711798" y="63758"/>
                </a:lnTo>
                <a:close/>
                <a:moveTo>
                  <a:pt x="0" y="0"/>
                </a:moveTo>
                <a:lnTo>
                  <a:pt x="1759038" y="0"/>
                </a:lnTo>
                <a:lnTo>
                  <a:pt x="1759038" y="1334706"/>
                </a:lnTo>
                <a:lnTo>
                  <a:pt x="0" y="1334706"/>
                </a:lnTo>
                <a:close/>
              </a:path>
            </a:pathLst>
          </a:cu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20000"/>
              </a:lnSpc>
            </a:pPr>
            <a:endParaRPr lang="zh-CN" altLang="en-US">
              <a:solidFill>
                <a:srgbClr val="000000"/>
              </a:solidFill>
              <a:cs typeface="+mn-ea"/>
              <a:sym typeface="+mn-lt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612775" y="2370138"/>
            <a:ext cx="3798570" cy="299148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031105" y="1828165"/>
            <a:ext cx="6608445" cy="40030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 rot="0">
            <a:off x="385445" y="1786255"/>
            <a:ext cx="7734935" cy="4715510"/>
            <a:chOff x="5049" y="1927"/>
            <a:chExt cx="9267" cy="5731"/>
          </a:xfrm>
          <a:solidFill>
            <a:srgbClr val="1E8CE5"/>
          </a:solidFill>
        </p:grpSpPr>
        <p:sp>
          <p:nvSpPr>
            <p:cNvPr id="16" name="任意多边形 15"/>
            <p:cNvSpPr/>
            <p:nvPr>
              <p:custDataLst>
                <p:tags r:id="rId1"/>
              </p:custDataLst>
            </p:nvPr>
          </p:nvSpPr>
          <p:spPr>
            <a:xfrm rot="10800000">
              <a:off x="11403" y="7498"/>
              <a:ext cx="1928" cy="150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1950" h="150">
                  <a:moveTo>
                    <a:pt x="157" y="0"/>
                  </a:moveTo>
                  <a:lnTo>
                    <a:pt x="1793" y="0"/>
                  </a:lnTo>
                  <a:lnTo>
                    <a:pt x="1950" y="150"/>
                  </a:lnTo>
                  <a:lnTo>
                    <a:pt x="0" y="150"/>
                  </a:lnTo>
                  <a:lnTo>
                    <a:pt x="157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7" name="任意多边形 16"/>
            <p:cNvSpPr/>
            <p:nvPr>
              <p:custDataLst>
                <p:tags r:id="rId2"/>
              </p:custDataLst>
            </p:nvPr>
          </p:nvSpPr>
          <p:spPr>
            <a:xfrm rot="5400000">
              <a:off x="6739" y="236"/>
              <a:ext cx="5731" cy="9112"/>
            </a:xfrm>
            <a:custGeom>
              <a:avLst/>
              <a:gdLst>
                <a:gd name="adj" fmla="val 104500"/>
                <a:gd name="maxAdj" fmla="*/ 50000 w ss"/>
                <a:gd name="a" fmla="pin 0 adj maxAdj"/>
                <a:gd name="x1" fmla="*/ ss a 200000"/>
                <a:gd name="x2" fmla="*/ ss a 100000"/>
                <a:gd name="x3" fmla="+- r 0 x2"/>
                <a:gd name="x4" fmla="+- r 0 x1"/>
                <a:gd name="il" fmla="*/ wd3 a maxAdj"/>
                <a:gd name="it" fmla="*/ hd3 a maxAdj"/>
                <a:gd name="ir" fmla="+- r 0 il"/>
              </a:gdLst>
              <a:ahLst/>
              <a:cxnLst>
                <a:cxn ang="3">
                  <a:pos x="hc" y="t"/>
                </a:cxn>
                <a:cxn ang="cd2">
                  <a:pos x="x1" y="vc"/>
                </a:cxn>
                <a:cxn ang="cd4">
                  <a:pos x="hc" y="b"/>
                </a:cxn>
                <a:cxn ang="0">
                  <a:pos x="x4" y="vc"/>
                </a:cxn>
              </a:cxnLst>
              <a:rect l="l" t="t" r="r" b="b"/>
              <a:pathLst>
                <a:path w="4540" h="9270">
                  <a:moveTo>
                    <a:pt x="392" y="125"/>
                  </a:moveTo>
                  <a:lnTo>
                    <a:pt x="400" y="7061"/>
                  </a:lnTo>
                  <a:lnTo>
                    <a:pt x="152" y="7361"/>
                  </a:lnTo>
                  <a:lnTo>
                    <a:pt x="164" y="9131"/>
                  </a:lnTo>
                  <a:lnTo>
                    <a:pt x="4383" y="9145"/>
                  </a:lnTo>
                  <a:lnTo>
                    <a:pt x="4383" y="125"/>
                  </a:lnTo>
                  <a:lnTo>
                    <a:pt x="392" y="125"/>
                  </a:lnTo>
                  <a:close/>
                  <a:moveTo>
                    <a:pt x="252" y="0"/>
                  </a:moveTo>
                  <a:lnTo>
                    <a:pt x="4540" y="0"/>
                  </a:lnTo>
                  <a:lnTo>
                    <a:pt x="4540" y="830"/>
                  </a:lnTo>
                  <a:lnTo>
                    <a:pt x="4390" y="987"/>
                  </a:lnTo>
                  <a:lnTo>
                    <a:pt x="4390" y="2623"/>
                  </a:lnTo>
                  <a:lnTo>
                    <a:pt x="4540" y="2780"/>
                  </a:lnTo>
                  <a:lnTo>
                    <a:pt x="4540" y="9270"/>
                  </a:lnTo>
                  <a:lnTo>
                    <a:pt x="4342" y="9269"/>
                  </a:lnTo>
                  <a:lnTo>
                    <a:pt x="4238" y="9170"/>
                  </a:lnTo>
                  <a:lnTo>
                    <a:pt x="3418" y="9170"/>
                  </a:lnTo>
                  <a:lnTo>
                    <a:pt x="3317" y="9266"/>
                  </a:lnTo>
                  <a:lnTo>
                    <a:pt x="8" y="9256"/>
                  </a:lnTo>
                  <a:lnTo>
                    <a:pt x="0" y="7269"/>
                  </a:lnTo>
                  <a:lnTo>
                    <a:pt x="254" y="7041"/>
                  </a:lnTo>
                  <a:lnTo>
                    <a:pt x="252" y="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zh-CN">
                  <a:solidFill>
                    <a:schemeClr val="lt1"/>
                  </a:solidFill>
                </a:defRPr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8" name="梯形 17"/>
            <p:cNvSpPr/>
            <p:nvPr>
              <p:custDataLst>
                <p:tags r:id="rId3"/>
              </p:custDataLst>
            </p:nvPr>
          </p:nvSpPr>
          <p:spPr>
            <a:xfrm rot="5400000">
              <a:off x="13749" y="4156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梯形 18"/>
            <p:cNvSpPr/>
            <p:nvPr>
              <p:custDataLst>
                <p:tags r:id="rId4"/>
              </p:custDataLst>
            </p:nvPr>
          </p:nvSpPr>
          <p:spPr>
            <a:xfrm>
              <a:off x="6194" y="7431"/>
              <a:ext cx="964" cy="170"/>
            </a:xfrm>
            <a:prstGeom prst="trapezoid">
              <a:avLst>
                <a:gd name="adj" fmla="val 1045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1" name="矩形 20"/>
          <p:cNvSpPr/>
          <p:nvPr/>
        </p:nvSpPr>
        <p:spPr>
          <a:xfrm>
            <a:off x="8275521" y="1842581"/>
            <a:ext cx="3494356" cy="465899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>
                <a:solidFill>
                  <a:schemeClr val="tx1"/>
                </a:solidFill>
              </a:rPr>
              <a:t>教材对应知识的图片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0" y="793750"/>
            <a:ext cx="1351262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/>
          <a:p>
            <a:pPr algn="ctr"/>
            <a:r>
              <a:rPr lang="en-US" sz="3200" dirty="0" smtClean="0">
                <a:solidFill>
                  <a:srgbClr val="3F396C"/>
                </a:solidFill>
                <a:latin typeface="思源宋体" panose="02020700000000000000" charset="-122"/>
                <a:ea typeface="思源宋体" panose="02020700000000000000" charset="-122"/>
              </a:rPr>
              <a:t>03</a:t>
            </a:r>
            <a:endParaRPr lang="en-US" sz="3200" dirty="0" smtClean="0">
              <a:solidFill>
                <a:srgbClr val="3F396C"/>
              </a:solidFill>
              <a:latin typeface="思源宋体" panose="02020700000000000000" charset="-122"/>
              <a:ea typeface="思源宋体" panose="02020700000000000000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278000" y="792000"/>
            <a:ext cx="3932555" cy="58356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contourW="12700"/>
          </a:bodyPr>
          <a:lstStyle>
            <a:defPPr>
              <a:defRPr lang="en-US"/>
            </a:defPPr>
            <a:lvl1pPr algn="ctr">
              <a:defRPr sz="3200">
                <a:gradFill>
                  <a:gsLst>
                    <a:gs pos="0">
                      <a:schemeClr val="tx1">
                        <a:lumMod val="50000"/>
                        <a:lumOff val="50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5400000" scaled="1"/>
                </a:gra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en-US" b="1" dirty="0">
                <a:solidFill>
                  <a:schemeClr val="accent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lt"/>
              </a:rPr>
              <a:t>知识储备</a:t>
            </a:r>
            <a:endParaRPr lang="en-US" altLang="zh-CN" b="1" dirty="0">
              <a:solidFill>
                <a:schemeClr val="accent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  <a:sym typeface="+mn-lt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527050" y="2218055"/>
            <a:ext cx="7366000" cy="40970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457200" fontAlgn="auto">
              <a:lnSpc>
                <a:spcPct val="150000"/>
              </a:lnSpc>
            </a:pP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{{text: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content</a:t>
            </a:r>
            <a:r>
              <a:rPr lang="en-US" dirty="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  <a:sym typeface="+mn-ea"/>
              </a:rPr>
              <a:t>}}</a:t>
            </a:r>
            <a:endParaRPr lang="en-US" dirty="0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81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98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m_h_i"/>
  <p:tag name="KSO_WM_UNIT_INDEX" val="1_1_1"/>
  <p:tag name="KSO_WM_UNIT_ID" val="diagram726_1*m_h_i*1_1_1"/>
  <p:tag name="KSO_WM_TEMPLATE_CATEGORY" val="diagram"/>
  <p:tag name="KSO_WM_TEMPLATE_INDEX" val="726"/>
  <p:tag name="KSO_WM_UNIT_LAYERLEVEL" val="1_1_1"/>
  <p:tag name="KSO_WM_TAG_VERSION" val="1.0"/>
  <p:tag name="KSO_WM_BEAUTIFY_FLAG" val=""/>
  <p:tag name="KSO_WM_DIAGRAM_GROUP_CODE" val="m1-1"/>
  <p:tag name="KSO_WM_UNIT_FILL_FORE_SCHEMECOLOR_INDEX" val="5"/>
  <p:tag name="KSO_WM_UNIT_FILL_TYPE" val="1"/>
  <p:tag name="KSO_WM_UNIT_TEXT_FILL_FORE_SCHEMECOLOR_INDEX" val="2"/>
  <p:tag name="KSO_WM_UNIT_TEXT_FILL_TYPE" val="1"/>
  <p:tag name="KSO_WM_UNIT_DIAGRAM_SCHEMECOLOR_ID" val="1"/>
  <p:tag name="KSO_WM_UNIT_USESOURCEFORMAT_APPLY" val="1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COMMONDATA" val="eyJoZGlkIjoiYzZkNzQ4ZWFiZmQ4NTRhOWRkZTk3YTMwMjlmMmZhYmUifQ=="/>
  <p:tag name="KSO_WPP_MARK_KEY" val="3c15e236-6e17-4788-8b7a-5fd2c15b6c5c"/>
</p:tagLst>
</file>

<file path=ppt/theme/theme1.xml><?xml version="1.0" encoding="utf-8"?>
<a:theme xmlns:a="http://schemas.openxmlformats.org/drawingml/2006/main" name="1_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310</Words>
  <Application>WPS 演示</Application>
  <PresentationFormat>宽屏</PresentationFormat>
  <Paragraphs>80</Paragraphs>
  <Slides>10</Slides>
  <Notes>35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20" baseType="lpstr">
      <vt:lpstr>Arial</vt:lpstr>
      <vt:lpstr>宋体</vt:lpstr>
      <vt:lpstr>Wingdings</vt:lpstr>
      <vt:lpstr>微软雅黑</vt:lpstr>
      <vt:lpstr>Wingdings</vt:lpstr>
      <vt:lpstr>思源宋体</vt:lpstr>
      <vt:lpstr>Arial Unicode MS</vt:lpstr>
      <vt:lpstr>Calibri</vt:lpstr>
      <vt:lpstr>1_自定义设计方案</vt:lpstr>
      <vt:lpstr>自定义设计方案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别清欢</cp:lastModifiedBy>
  <cp:revision>1157</cp:revision>
  <dcterms:created xsi:type="dcterms:W3CDTF">2019-06-19T02:08:00Z</dcterms:created>
  <dcterms:modified xsi:type="dcterms:W3CDTF">2026-05-20T05:39:37Z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2227158344504303866D74AEA1958A38</vt:lpwstr>
  </property>
</Properties>
</file>