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15"/>
  </p:handoutMasterIdLst>
  <p:sldIdLst>
    <p:sldId id="2838" r:id="rId4"/>
    <p:sldId id="2841" r:id="rId6"/>
    <p:sldId id="2845" r:id="rId7"/>
    <p:sldId id="2830" r:id="rId8"/>
    <p:sldId id="2846" r:id="rId9"/>
    <p:sldId id="2839" r:id="rId10"/>
    <p:sldId id="2842" r:id="rId11"/>
    <p:sldId id="2844" r:id="rId12"/>
    <p:sldId id="2835" r:id="rId13"/>
    <p:sldId id="2847" r:id="rId14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108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tags" Target="../tags/tag8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0" name="组合 9" descr="7b0a202020202274657874626f78223a20227b5c2263617465676f72795f69645c223a31303732362c5c2269645c223a32303334323632387d220a7d0a"/>
          <p:cNvGrpSpPr/>
          <p:nvPr/>
        </p:nvGrpSpPr>
        <p:grpSpPr>
          <a:xfrm>
            <a:off x="4238625" y="1424305"/>
            <a:ext cx="7423785" cy="4859020"/>
            <a:chOff x="6045" y="3315"/>
            <a:chExt cx="6859" cy="3966"/>
          </a:xfrm>
        </p:grpSpPr>
        <p:grpSp>
          <p:nvGrpSpPr>
            <p:cNvPr id="11" name="组合 10"/>
            <p:cNvGrpSpPr/>
            <p:nvPr/>
          </p:nvGrpSpPr>
          <p:grpSpPr>
            <a:xfrm>
              <a:off x="6045" y="3315"/>
              <a:ext cx="6859" cy="3966"/>
              <a:chOff x="3838575" y="2105025"/>
              <a:chExt cx="4355782" cy="2518409"/>
            </a:xfrm>
          </p:grpSpPr>
          <p:sp>
            <p:nvSpPr>
              <p:cNvPr id="13" name="图形 5"/>
              <p:cNvSpPr/>
              <p:nvPr>
                <p:custDataLst>
                  <p:tags r:id="rId1"/>
                </p:custDataLst>
              </p:nvPr>
            </p:nvSpPr>
            <p:spPr>
              <a:xfrm>
                <a:off x="3838575" y="2439352"/>
                <a:ext cx="4278630" cy="2184082"/>
              </a:xfrm>
              <a:custGeom>
                <a:avLst/>
                <a:gdLst>
                  <a:gd name="connsiteX0" fmla="*/ 0 w 4278630"/>
                  <a:gd name="connsiteY0" fmla="*/ 0 h 2184082"/>
                  <a:gd name="connsiteX1" fmla="*/ 4278630 w 4278630"/>
                  <a:gd name="connsiteY1" fmla="*/ 0 h 2184082"/>
                  <a:gd name="connsiteX2" fmla="*/ 4278630 w 4278630"/>
                  <a:gd name="connsiteY2" fmla="*/ 2184083 h 2184082"/>
                  <a:gd name="connsiteX3" fmla="*/ 0 w 4278630"/>
                  <a:gd name="connsiteY3" fmla="*/ 2184083 h 2184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78630" h="2184082">
                    <a:moveTo>
                      <a:pt x="0" y="0"/>
                    </a:moveTo>
                    <a:lnTo>
                      <a:pt x="4278630" y="0"/>
                    </a:lnTo>
                    <a:lnTo>
                      <a:pt x="4278630" y="2184083"/>
                    </a:lnTo>
                    <a:lnTo>
                      <a:pt x="0" y="2184083"/>
                    </a:lnTo>
                    <a:close/>
                  </a:path>
                </a:pathLst>
              </a:custGeom>
              <a:solidFill>
                <a:srgbClr val="E8E8E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" name="图形 5"/>
              <p:cNvSpPr/>
              <p:nvPr>
                <p:custDataLst>
                  <p:tags r:id="rId2"/>
                </p:custDataLst>
              </p:nvPr>
            </p:nvSpPr>
            <p:spPr>
              <a:xfrm>
                <a:off x="7632382" y="2110740"/>
                <a:ext cx="218122" cy="501967"/>
              </a:xfrm>
              <a:custGeom>
                <a:avLst/>
                <a:gdLst>
                  <a:gd name="connsiteX0" fmla="*/ 184785 w 218122"/>
                  <a:gd name="connsiteY0" fmla="*/ 501968 h 501967"/>
                  <a:gd name="connsiteX1" fmla="*/ 0 w 218122"/>
                  <a:gd name="connsiteY1" fmla="*/ 482918 h 501967"/>
                  <a:gd name="connsiteX2" fmla="*/ 33338 w 218122"/>
                  <a:gd name="connsiteY2" fmla="*/ 0 h 501967"/>
                  <a:gd name="connsiteX3" fmla="*/ 218123 w 218122"/>
                  <a:gd name="connsiteY3" fmla="*/ 18098 h 5019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8122" h="501967">
                    <a:moveTo>
                      <a:pt x="184785" y="501968"/>
                    </a:moveTo>
                    <a:lnTo>
                      <a:pt x="0" y="482918"/>
                    </a:lnTo>
                    <a:lnTo>
                      <a:pt x="33338" y="0"/>
                    </a:lnTo>
                    <a:lnTo>
                      <a:pt x="218123" y="18098"/>
                    </a:lnTo>
                    <a:close/>
                  </a:path>
                </a:pathLst>
              </a:custGeom>
              <a:solidFill>
                <a:srgbClr val="DEBF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图形 5"/>
              <p:cNvSpPr/>
              <p:nvPr>
                <p:custDataLst>
                  <p:tags r:id="rId3"/>
                </p:custDataLst>
              </p:nvPr>
            </p:nvSpPr>
            <p:spPr>
              <a:xfrm>
                <a:off x="4259580" y="2110740"/>
                <a:ext cx="217169" cy="501967"/>
              </a:xfrm>
              <a:custGeom>
                <a:avLst/>
                <a:gdLst>
                  <a:gd name="connsiteX0" fmla="*/ 32385 w 217169"/>
                  <a:gd name="connsiteY0" fmla="*/ 501968 h 501967"/>
                  <a:gd name="connsiteX1" fmla="*/ 217170 w 217169"/>
                  <a:gd name="connsiteY1" fmla="*/ 482918 h 501967"/>
                  <a:gd name="connsiteX2" fmla="*/ 183833 w 217169"/>
                  <a:gd name="connsiteY2" fmla="*/ 0 h 501967"/>
                  <a:gd name="connsiteX3" fmla="*/ 0 w 217169"/>
                  <a:gd name="connsiteY3" fmla="*/ 18098 h 5019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169" h="501967">
                    <a:moveTo>
                      <a:pt x="32385" y="501968"/>
                    </a:moveTo>
                    <a:lnTo>
                      <a:pt x="217170" y="482918"/>
                    </a:lnTo>
                    <a:lnTo>
                      <a:pt x="183833" y="0"/>
                    </a:lnTo>
                    <a:lnTo>
                      <a:pt x="0" y="18098"/>
                    </a:lnTo>
                    <a:close/>
                  </a:path>
                </a:pathLst>
              </a:custGeom>
              <a:solidFill>
                <a:srgbClr val="DEBF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图形 5"/>
              <p:cNvSpPr/>
              <p:nvPr>
                <p:custDataLst>
                  <p:tags r:id="rId4"/>
                </p:custDataLst>
              </p:nvPr>
            </p:nvSpPr>
            <p:spPr>
              <a:xfrm>
                <a:off x="3915727" y="2349817"/>
                <a:ext cx="4278630" cy="2184082"/>
              </a:xfrm>
              <a:custGeom>
                <a:avLst/>
                <a:gdLst>
                  <a:gd name="connsiteX0" fmla="*/ 0 w 4278630"/>
                  <a:gd name="connsiteY0" fmla="*/ 0 h 2184082"/>
                  <a:gd name="connsiteX1" fmla="*/ 4278630 w 4278630"/>
                  <a:gd name="connsiteY1" fmla="*/ 0 h 2184082"/>
                  <a:gd name="connsiteX2" fmla="*/ 4278630 w 4278630"/>
                  <a:gd name="connsiteY2" fmla="*/ 2184083 h 2184082"/>
                  <a:gd name="connsiteX3" fmla="*/ 0 w 4278630"/>
                  <a:gd name="connsiteY3" fmla="*/ 2184083 h 2184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78630" h="2184082">
                    <a:moveTo>
                      <a:pt x="0" y="0"/>
                    </a:moveTo>
                    <a:lnTo>
                      <a:pt x="4278630" y="0"/>
                    </a:lnTo>
                    <a:lnTo>
                      <a:pt x="4278630" y="2184083"/>
                    </a:lnTo>
                    <a:lnTo>
                      <a:pt x="0" y="218408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23181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图形 5"/>
              <p:cNvSpPr/>
              <p:nvPr>
                <p:custDataLst>
                  <p:tags r:id="rId5"/>
                </p:custDataLst>
              </p:nvPr>
            </p:nvSpPr>
            <p:spPr>
              <a:xfrm>
                <a:off x="7632382" y="2105025"/>
                <a:ext cx="244792" cy="507682"/>
              </a:xfrm>
              <a:custGeom>
                <a:avLst/>
                <a:gdLst>
                  <a:gd name="connsiteX0" fmla="*/ 184785 w 244792"/>
                  <a:gd name="connsiteY0" fmla="*/ 507683 h 507682"/>
                  <a:gd name="connsiteX1" fmla="*/ 0 w 244792"/>
                  <a:gd name="connsiteY1" fmla="*/ 488633 h 507682"/>
                  <a:gd name="connsiteX2" fmla="*/ 60960 w 244792"/>
                  <a:gd name="connsiteY2" fmla="*/ 0 h 507682"/>
                  <a:gd name="connsiteX3" fmla="*/ 244793 w 244792"/>
                  <a:gd name="connsiteY3" fmla="*/ 19050 h 507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4792" h="507682">
                    <a:moveTo>
                      <a:pt x="184785" y="507683"/>
                    </a:moveTo>
                    <a:lnTo>
                      <a:pt x="0" y="488633"/>
                    </a:lnTo>
                    <a:lnTo>
                      <a:pt x="60960" y="0"/>
                    </a:lnTo>
                    <a:lnTo>
                      <a:pt x="244793" y="19050"/>
                    </a:lnTo>
                    <a:close/>
                  </a:path>
                </a:pathLst>
              </a:custGeom>
              <a:solidFill>
                <a:srgbClr val="FFDBA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图形 5"/>
              <p:cNvSpPr/>
              <p:nvPr>
                <p:custDataLst>
                  <p:tags r:id="rId6"/>
                </p:custDataLst>
              </p:nvPr>
            </p:nvSpPr>
            <p:spPr>
              <a:xfrm>
                <a:off x="7632382" y="2105025"/>
                <a:ext cx="65722" cy="489585"/>
              </a:xfrm>
              <a:custGeom>
                <a:avLst/>
                <a:gdLst>
                  <a:gd name="connsiteX0" fmla="*/ 60960 w 65722"/>
                  <a:gd name="connsiteY0" fmla="*/ 0 h 489585"/>
                  <a:gd name="connsiteX1" fmla="*/ 0 w 65722"/>
                  <a:gd name="connsiteY1" fmla="*/ 488633 h 489585"/>
                  <a:gd name="connsiteX2" fmla="*/ 5715 w 65722"/>
                  <a:gd name="connsiteY2" fmla="*/ 489585 h 489585"/>
                  <a:gd name="connsiteX3" fmla="*/ 65723 w 65722"/>
                  <a:gd name="connsiteY3" fmla="*/ 953 h 489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2" h="489585">
                    <a:moveTo>
                      <a:pt x="60960" y="0"/>
                    </a:moveTo>
                    <a:lnTo>
                      <a:pt x="0" y="488633"/>
                    </a:lnTo>
                    <a:lnTo>
                      <a:pt x="5715" y="489585"/>
                    </a:lnTo>
                    <a:lnTo>
                      <a:pt x="65723" y="953"/>
                    </a:lnTo>
                    <a:close/>
                  </a:path>
                </a:pathLst>
              </a:custGeom>
              <a:solidFill>
                <a:srgbClr val="EBCA9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图形 5"/>
              <p:cNvSpPr/>
              <p:nvPr>
                <p:custDataLst>
                  <p:tags r:id="rId7"/>
                </p:custDataLst>
              </p:nvPr>
            </p:nvSpPr>
            <p:spPr>
              <a:xfrm>
                <a:off x="4231957" y="2105025"/>
                <a:ext cx="244792" cy="507682"/>
              </a:xfrm>
              <a:custGeom>
                <a:avLst/>
                <a:gdLst>
                  <a:gd name="connsiteX0" fmla="*/ 60007 w 244792"/>
                  <a:gd name="connsiteY0" fmla="*/ 507683 h 507682"/>
                  <a:gd name="connsiteX1" fmla="*/ 244793 w 244792"/>
                  <a:gd name="connsiteY1" fmla="*/ 488633 h 507682"/>
                  <a:gd name="connsiteX2" fmla="*/ 184785 w 244792"/>
                  <a:gd name="connsiteY2" fmla="*/ 0 h 507682"/>
                  <a:gd name="connsiteX3" fmla="*/ 0 w 244792"/>
                  <a:gd name="connsiteY3" fmla="*/ 19050 h 507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4792" h="507682">
                    <a:moveTo>
                      <a:pt x="60007" y="507683"/>
                    </a:moveTo>
                    <a:lnTo>
                      <a:pt x="244793" y="488633"/>
                    </a:lnTo>
                    <a:lnTo>
                      <a:pt x="184785" y="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FFDBA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图形 5"/>
              <p:cNvSpPr/>
              <p:nvPr>
                <p:custDataLst>
                  <p:tags r:id="rId8"/>
                </p:custDataLst>
              </p:nvPr>
            </p:nvSpPr>
            <p:spPr>
              <a:xfrm>
                <a:off x="4411980" y="2105025"/>
                <a:ext cx="64769" cy="489585"/>
              </a:xfrm>
              <a:custGeom>
                <a:avLst/>
                <a:gdLst>
                  <a:gd name="connsiteX0" fmla="*/ 4763 w 64769"/>
                  <a:gd name="connsiteY0" fmla="*/ 0 h 489585"/>
                  <a:gd name="connsiteX1" fmla="*/ 64770 w 64769"/>
                  <a:gd name="connsiteY1" fmla="*/ 488633 h 489585"/>
                  <a:gd name="connsiteX2" fmla="*/ 60007 w 64769"/>
                  <a:gd name="connsiteY2" fmla="*/ 489585 h 489585"/>
                  <a:gd name="connsiteX3" fmla="*/ 0 w 64769"/>
                  <a:gd name="connsiteY3" fmla="*/ 953 h 489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769" h="489585">
                    <a:moveTo>
                      <a:pt x="4763" y="0"/>
                    </a:moveTo>
                    <a:lnTo>
                      <a:pt x="64770" y="488633"/>
                    </a:lnTo>
                    <a:lnTo>
                      <a:pt x="60007" y="489585"/>
                    </a:lnTo>
                    <a:lnTo>
                      <a:pt x="0" y="953"/>
                    </a:lnTo>
                    <a:close/>
                  </a:path>
                </a:pathLst>
              </a:custGeom>
              <a:solidFill>
                <a:srgbClr val="EBCA9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图形 5"/>
              <p:cNvSpPr/>
              <p:nvPr>
                <p:custDataLst>
                  <p:tags r:id="rId9"/>
                </p:custDataLst>
              </p:nvPr>
            </p:nvSpPr>
            <p:spPr>
              <a:xfrm>
                <a:off x="4259580" y="2331720"/>
                <a:ext cx="180022" cy="18097"/>
              </a:xfrm>
              <a:custGeom>
                <a:avLst/>
                <a:gdLst>
                  <a:gd name="connsiteX0" fmla="*/ 0 w 180022"/>
                  <a:gd name="connsiteY0" fmla="*/ 18098 h 18097"/>
                  <a:gd name="connsiteX1" fmla="*/ 180022 w 180022"/>
                  <a:gd name="connsiteY1" fmla="*/ 0 h 18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0022" h="18097">
                    <a:moveTo>
                      <a:pt x="0" y="18098"/>
                    </a:moveTo>
                    <a:lnTo>
                      <a:pt x="180022" y="0"/>
                    </a:lnTo>
                  </a:path>
                </a:pathLst>
              </a:custGeom>
              <a:ln w="9525" cap="flat">
                <a:solidFill>
                  <a:srgbClr val="EBC999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图形 5"/>
              <p:cNvSpPr/>
              <p:nvPr>
                <p:custDataLst>
                  <p:tags r:id="rId10"/>
                </p:custDataLst>
              </p:nvPr>
            </p:nvSpPr>
            <p:spPr>
              <a:xfrm>
                <a:off x="7669530" y="2331720"/>
                <a:ext cx="180022" cy="18097"/>
              </a:xfrm>
              <a:custGeom>
                <a:avLst/>
                <a:gdLst>
                  <a:gd name="connsiteX0" fmla="*/ 180023 w 180022"/>
                  <a:gd name="connsiteY0" fmla="*/ 18098 h 18097"/>
                  <a:gd name="connsiteX1" fmla="*/ 0 w 180022"/>
                  <a:gd name="connsiteY1" fmla="*/ 0 h 18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0022" h="18097">
                    <a:moveTo>
                      <a:pt x="180023" y="18098"/>
                    </a:moveTo>
                    <a:lnTo>
                      <a:pt x="0" y="0"/>
                    </a:lnTo>
                  </a:path>
                </a:pathLst>
              </a:custGeom>
              <a:ln w="9525" cap="flat">
                <a:solidFill>
                  <a:srgbClr val="EBC999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2" name="文本框 11"/>
            <p:cNvSpPr txBox="1"/>
            <p:nvPr>
              <p:custDataLst>
                <p:tags r:id="rId11"/>
              </p:custDataLst>
            </p:nvPr>
          </p:nvSpPr>
          <p:spPr>
            <a:xfrm>
              <a:off x="6283" y="4127"/>
              <a:ext cx="6501" cy="295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indent="457200" fontAlgn="auto">
                <a:lnSpc>
                  <a:spcPct val="150000"/>
                </a:lnSpc>
              </a:pP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{{text: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content</a:t>
              </a: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}}</a:t>
              </a:r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content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}}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6990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3895" y="1978025"/>
            <a:ext cx="6997700" cy="418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content</a:t>
            </a:r>
            <a:r>
              <a: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}}</a:t>
            </a:r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756" y="1773555"/>
            <a:ext cx="3507243" cy="4690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10285" y="1899920"/>
            <a:ext cx="6406515" cy="38849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conte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nt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}}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0"/>
          <p:cNvSpPr/>
          <p:nvPr/>
        </p:nvSpPr>
        <p:spPr>
          <a:xfrm>
            <a:off x="67437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86725" y="2372361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 descr="7b0a202020202274657874626f78223a20227b5c2263617465676f72795f69645c223a31303738302c5c2269645c223a32303334343733387d220a7d0a"/>
          <p:cNvGrpSpPr/>
          <p:nvPr/>
        </p:nvGrpSpPr>
        <p:grpSpPr>
          <a:xfrm>
            <a:off x="4170045" y="1786478"/>
            <a:ext cx="7734935" cy="4715510"/>
            <a:chOff x="5151" y="1940"/>
            <a:chExt cx="9267" cy="5731"/>
          </a:xfrm>
        </p:grpSpPr>
        <p:grpSp>
          <p:nvGrpSpPr>
            <p:cNvPr id="10" name="组合 9"/>
            <p:cNvGrpSpPr/>
            <p:nvPr/>
          </p:nvGrpSpPr>
          <p:grpSpPr>
            <a:xfrm>
              <a:off x="5151" y="1940"/>
              <a:ext cx="9267" cy="5731"/>
              <a:chOff x="5049" y="1927"/>
              <a:chExt cx="9267" cy="5731"/>
            </a:xfrm>
            <a:solidFill>
              <a:srgbClr val="1E8CE5"/>
            </a:solidFill>
          </p:grpSpPr>
          <p:sp>
            <p:nvSpPr>
              <p:cNvPr id="16" name="任意多边形 15"/>
              <p:cNvSpPr/>
              <p:nvPr>
                <p:custDataLst>
                  <p:tags r:id="rId1"/>
                </p:custDataLst>
              </p:nvPr>
            </p:nvSpPr>
            <p:spPr>
              <a:xfrm rot="10800000">
                <a:off x="11403" y="7498"/>
                <a:ext cx="1928" cy="150"/>
              </a:xfrm>
              <a:custGeom>
                <a:avLst/>
                <a:gdLst>
                  <a:gd name="adj" fmla="val 104500"/>
                  <a:gd name="maxAdj" fmla="*/ 50000 w ss"/>
                  <a:gd name="a" fmla="pin 0 adj maxAdj"/>
                  <a:gd name="x1" fmla="*/ ss a 200000"/>
                  <a:gd name="x2" fmla="*/ ss a 100000"/>
                  <a:gd name="x3" fmla="+- r 0 x2"/>
                  <a:gd name="x4" fmla="+- r 0 x1"/>
                  <a:gd name="il" fmla="*/ wd3 a maxAdj"/>
                  <a:gd name="it" fmla="*/ hd3 a maxAdj"/>
                  <a:gd name="ir" fmla="+- r 0 il"/>
                </a:gdLst>
                <a:ahLst/>
                <a:cxnLst>
                  <a:cxn ang="3">
                    <a:pos x="hc" y="t"/>
                  </a:cxn>
                  <a:cxn ang="cd2">
                    <a:pos x="x1" y="vc"/>
                  </a:cxn>
                  <a:cxn ang="cd4">
                    <a:pos x="hc" y="b"/>
                  </a:cxn>
                  <a:cxn ang="0">
                    <a:pos x="x4" y="vc"/>
                  </a:cxn>
                </a:cxnLst>
                <a:rect l="l" t="t" r="r" b="b"/>
                <a:pathLst>
                  <a:path w="1950" h="150">
                    <a:moveTo>
                      <a:pt x="157" y="0"/>
                    </a:moveTo>
                    <a:lnTo>
                      <a:pt x="1793" y="0"/>
                    </a:lnTo>
                    <a:lnTo>
                      <a:pt x="1950" y="150"/>
                    </a:lnTo>
                    <a:lnTo>
                      <a:pt x="0" y="150"/>
                    </a:lnTo>
                    <a:lnTo>
                      <a:pt x="15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任意多边形 16"/>
              <p:cNvSpPr/>
              <p:nvPr>
                <p:custDataLst>
                  <p:tags r:id="rId2"/>
                </p:custDataLst>
              </p:nvPr>
            </p:nvSpPr>
            <p:spPr>
              <a:xfrm rot="5400000">
                <a:off x="6739" y="236"/>
                <a:ext cx="5731" cy="9112"/>
              </a:xfrm>
              <a:custGeom>
                <a:avLst/>
                <a:gdLst>
                  <a:gd name="adj" fmla="val 104500"/>
                  <a:gd name="maxAdj" fmla="*/ 50000 w ss"/>
                  <a:gd name="a" fmla="pin 0 adj maxAdj"/>
                  <a:gd name="x1" fmla="*/ ss a 200000"/>
                  <a:gd name="x2" fmla="*/ ss a 100000"/>
                  <a:gd name="x3" fmla="+- r 0 x2"/>
                  <a:gd name="x4" fmla="+- r 0 x1"/>
                  <a:gd name="il" fmla="*/ wd3 a maxAdj"/>
                  <a:gd name="it" fmla="*/ hd3 a maxAdj"/>
                  <a:gd name="ir" fmla="+- r 0 il"/>
                </a:gdLst>
                <a:ahLst/>
                <a:cxnLst>
                  <a:cxn ang="3">
                    <a:pos x="hc" y="t"/>
                  </a:cxn>
                  <a:cxn ang="cd2">
                    <a:pos x="x1" y="vc"/>
                  </a:cxn>
                  <a:cxn ang="cd4">
                    <a:pos x="hc" y="b"/>
                  </a:cxn>
                  <a:cxn ang="0">
                    <a:pos x="x4" y="vc"/>
                  </a:cxn>
                </a:cxnLst>
                <a:rect l="l" t="t" r="r" b="b"/>
                <a:pathLst>
                  <a:path w="4540" h="9270">
                    <a:moveTo>
                      <a:pt x="392" y="125"/>
                    </a:moveTo>
                    <a:lnTo>
                      <a:pt x="400" y="7061"/>
                    </a:lnTo>
                    <a:lnTo>
                      <a:pt x="152" y="7361"/>
                    </a:lnTo>
                    <a:lnTo>
                      <a:pt x="164" y="9131"/>
                    </a:lnTo>
                    <a:lnTo>
                      <a:pt x="4383" y="9145"/>
                    </a:lnTo>
                    <a:lnTo>
                      <a:pt x="4383" y="125"/>
                    </a:lnTo>
                    <a:lnTo>
                      <a:pt x="392" y="125"/>
                    </a:lnTo>
                    <a:close/>
                    <a:moveTo>
                      <a:pt x="252" y="0"/>
                    </a:moveTo>
                    <a:lnTo>
                      <a:pt x="4540" y="0"/>
                    </a:lnTo>
                    <a:lnTo>
                      <a:pt x="4540" y="830"/>
                    </a:lnTo>
                    <a:lnTo>
                      <a:pt x="4390" y="987"/>
                    </a:lnTo>
                    <a:lnTo>
                      <a:pt x="4390" y="2623"/>
                    </a:lnTo>
                    <a:lnTo>
                      <a:pt x="4540" y="2780"/>
                    </a:lnTo>
                    <a:lnTo>
                      <a:pt x="4540" y="9270"/>
                    </a:lnTo>
                    <a:lnTo>
                      <a:pt x="4342" y="9269"/>
                    </a:lnTo>
                    <a:lnTo>
                      <a:pt x="4238" y="9170"/>
                    </a:lnTo>
                    <a:lnTo>
                      <a:pt x="3418" y="9170"/>
                    </a:lnTo>
                    <a:lnTo>
                      <a:pt x="3317" y="9266"/>
                    </a:lnTo>
                    <a:lnTo>
                      <a:pt x="8" y="9256"/>
                    </a:lnTo>
                    <a:lnTo>
                      <a:pt x="0" y="7269"/>
                    </a:lnTo>
                    <a:lnTo>
                      <a:pt x="254" y="7041"/>
                    </a:lnTo>
                    <a:lnTo>
                      <a:pt x="25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8" name="梯形 17"/>
              <p:cNvSpPr/>
              <p:nvPr>
                <p:custDataLst>
                  <p:tags r:id="rId3"/>
                </p:custDataLst>
              </p:nvPr>
            </p:nvSpPr>
            <p:spPr>
              <a:xfrm rot="5400000">
                <a:off x="13749" y="4156"/>
                <a:ext cx="964" cy="170"/>
              </a:xfrm>
              <a:prstGeom prst="trapezoid">
                <a:avLst>
                  <a:gd name="adj" fmla="val 1045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梯形 18"/>
              <p:cNvSpPr/>
              <p:nvPr>
                <p:custDataLst>
                  <p:tags r:id="rId4"/>
                </p:custDataLst>
              </p:nvPr>
            </p:nvSpPr>
            <p:spPr>
              <a:xfrm>
                <a:off x="6194" y="7431"/>
                <a:ext cx="964" cy="170"/>
              </a:xfrm>
              <a:prstGeom prst="trapezoid">
                <a:avLst>
                  <a:gd name="adj" fmla="val 1045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>
              <p:custDataLst>
                <p:tags r:id="rId5"/>
              </p:custDataLst>
            </p:nvPr>
          </p:nvSpPr>
          <p:spPr>
            <a:xfrm>
              <a:off x="5292" y="2483"/>
              <a:ext cx="8832" cy="4961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indent="457200" fontAlgn="auto">
                <a:lnSpc>
                  <a:spcPct val="100000"/>
                </a:lnSpc>
              </a:pP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{{text: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content</a:t>
              </a: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}}</a:t>
              </a:r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503121" y="1842581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 descr="7b0a202020202274657874626f78223a20227b5c2263617465676f72795f69645c223a31303732362c5c2269645c223a32303334323632387d220a7d0a"/>
          <p:cNvGrpSpPr/>
          <p:nvPr/>
        </p:nvGrpSpPr>
        <p:grpSpPr>
          <a:xfrm>
            <a:off x="326635" y="1431180"/>
            <a:ext cx="7423785" cy="4859020"/>
            <a:chOff x="6045" y="3315"/>
            <a:chExt cx="6859" cy="3966"/>
          </a:xfrm>
        </p:grpSpPr>
        <p:grpSp>
          <p:nvGrpSpPr>
            <p:cNvPr id="11" name="组合 10"/>
            <p:cNvGrpSpPr/>
            <p:nvPr/>
          </p:nvGrpSpPr>
          <p:grpSpPr>
            <a:xfrm>
              <a:off x="6045" y="3315"/>
              <a:ext cx="6859" cy="3966"/>
              <a:chOff x="3838575" y="2105025"/>
              <a:chExt cx="4355782" cy="2518409"/>
            </a:xfrm>
          </p:grpSpPr>
          <p:sp>
            <p:nvSpPr>
              <p:cNvPr id="13" name="图形 5"/>
              <p:cNvSpPr/>
              <p:nvPr>
                <p:custDataLst>
                  <p:tags r:id="rId1"/>
                </p:custDataLst>
              </p:nvPr>
            </p:nvSpPr>
            <p:spPr>
              <a:xfrm>
                <a:off x="3838575" y="2439352"/>
                <a:ext cx="4278630" cy="2184082"/>
              </a:xfrm>
              <a:custGeom>
                <a:avLst/>
                <a:gdLst>
                  <a:gd name="connsiteX0" fmla="*/ 0 w 4278630"/>
                  <a:gd name="connsiteY0" fmla="*/ 0 h 2184082"/>
                  <a:gd name="connsiteX1" fmla="*/ 4278630 w 4278630"/>
                  <a:gd name="connsiteY1" fmla="*/ 0 h 2184082"/>
                  <a:gd name="connsiteX2" fmla="*/ 4278630 w 4278630"/>
                  <a:gd name="connsiteY2" fmla="*/ 2184083 h 2184082"/>
                  <a:gd name="connsiteX3" fmla="*/ 0 w 4278630"/>
                  <a:gd name="connsiteY3" fmla="*/ 2184083 h 2184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78630" h="2184082">
                    <a:moveTo>
                      <a:pt x="0" y="0"/>
                    </a:moveTo>
                    <a:lnTo>
                      <a:pt x="4278630" y="0"/>
                    </a:lnTo>
                    <a:lnTo>
                      <a:pt x="4278630" y="2184083"/>
                    </a:lnTo>
                    <a:lnTo>
                      <a:pt x="0" y="2184083"/>
                    </a:lnTo>
                    <a:close/>
                  </a:path>
                </a:pathLst>
              </a:custGeom>
              <a:solidFill>
                <a:srgbClr val="E8E8E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" name="图形 5"/>
              <p:cNvSpPr/>
              <p:nvPr>
                <p:custDataLst>
                  <p:tags r:id="rId2"/>
                </p:custDataLst>
              </p:nvPr>
            </p:nvSpPr>
            <p:spPr>
              <a:xfrm>
                <a:off x="7632382" y="2110740"/>
                <a:ext cx="218122" cy="501967"/>
              </a:xfrm>
              <a:custGeom>
                <a:avLst/>
                <a:gdLst>
                  <a:gd name="connsiteX0" fmla="*/ 184785 w 218122"/>
                  <a:gd name="connsiteY0" fmla="*/ 501968 h 501967"/>
                  <a:gd name="connsiteX1" fmla="*/ 0 w 218122"/>
                  <a:gd name="connsiteY1" fmla="*/ 482918 h 501967"/>
                  <a:gd name="connsiteX2" fmla="*/ 33338 w 218122"/>
                  <a:gd name="connsiteY2" fmla="*/ 0 h 501967"/>
                  <a:gd name="connsiteX3" fmla="*/ 218123 w 218122"/>
                  <a:gd name="connsiteY3" fmla="*/ 18098 h 5019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8122" h="501967">
                    <a:moveTo>
                      <a:pt x="184785" y="501968"/>
                    </a:moveTo>
                    <a:lnTo>
                      <a:pt x="0" y="482918"/>
                    </a:lnTo>
                    <a:lnTo>
                      <a:pt x="33338" y="0"/>
                    </a:lnTo>
                    <a:lnTo>
                      <a:pt x="218123" y="18098"/>
                    </a:lnTo>
                    <a:close/>
                  </a:path>
                </a:pathLst>
              </a:custGeom>
              <a:solidFill>
                <a:srgbClr val="DEBF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图形 5"/>
              <p:cNvSpPr/>
              <p:nvPr>
                <p:custDataLst>
                  <p:tags r:id="rId3"/>
                </p:custDataLst>
              </p:nvPr>
            </p:nvSpPr>
            <p:spPr>
              <a:xfrm>
                <a:off x="4259580" y="2110740"/>
                <a:ext cx="217169" cy="501967"/>
              </a:xfrm>
              <a:custGeom>
                <a:avLst/>
                <a:gdLst>
                  <a:gd name="connsiteX0" fmla="*/ 32385 w 217169"/>
                  <a:gd name="connsiteY0" fmla="*/ 501968 h 501967"/>
                  <a:gd name="connsiteX1" fmla="*/ 217170 w 217169"/>
                  <a:gd name="connsiteY1" fmla="*/ 482918 h 501967"/>
                  <a:gd name="connsiteX2" fmla="*/ 183833 w 217169"/>
                  <a:gd name="connsiteY2" fmla="*/ 0 h 501967"/>
                  <a:gd name="connsiteX3" fmla="*/ 0 w 217169"/>
                  <a:gd name="connsiteY3" fmla="*/ 18098 h 5019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169" h="501967">
                    <a:moveTo>
                      <a:pt x="32385" y="501968"/>
                    </a:moveTo>
                    <a:lnTo>
                      <a:pt x="217170" y="482918"/>
                    </a:lnTo>
                    <a:lnTo>
                      <a:pt x="183833" y="0"/>
                    </a:lnTo>
                    <a:lnTo>
                      <a:pt x="0" y="18098"/>
                    </a:lnTo>
                    <a:close/>
                  </a:path>
                </a:pathLst>
              </a:custGeom>
              <a:solidFill>
                <a:srgbClr val="DEBF9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图形 5"/>
              <p:cNvSpPr/>
              <p:nvPr>
                <p:custDataLst>
                  <p:tags r:id="rId4"/>
                </p:custDataLst>
              </p:nvPr>
            </p:nvSpPr>
            <p:spPr>
              <a:xfrm>
                <a:off x="3915727" y="2349817"/>
                <a:ext cx="4278630" cy="2184082"/>
              </a:xfrm>
              <a:custGeom>
                <a:avLst/>
                <a:gdLst>
                  <a:gd name="connsiteX0" fmla="*/ 0 w 4278630"/>
                  <a:gd name="connsiteY0" fmla="*/ 0 h 2184082"/>
                  <a:gd name="connsiteX1" fmla="*/ 4278630 w 4278630"/>
                  <a:gd name="connsiteY1" fmla="*/ 0 h 2184082"/>
                  <a:gd name="connsiteX2" fmla="*/ 4278630 w 4278630"/>
                  <a:gd name="connsiteY2" fmla="*/ 2184083 h 2184082"/>
                  <a:gd name="connsiteX3" fmla="*/ 0 w 4278630"/>
                  <a:gd name="connsiteY3" fmla="*/ 2184083 h 2184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78630" h="2184082">
                    <a:moveTo>
                      <a:pt x="0" y="0"/>
                    </a:moveTo>
                    <a:lnTo>
                      <a:pt x="4278630" y="0"/>
                    </a:lnTo>
                    <a:lnTo>
                      <a:pt x="4278630" y="2184083"/>
                    </a:lnTo>
                    <a:lnTo>
                      <a:pt x="0" y="218408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solidFill>
                  <a:srgbClr val="23181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图形 5"/>
              <p:cNvSpPr/>
              <p:nvPr>
                <p:custDataLst>
                  <p:tags r:id="rId5"/>
                </p:custDataLst>
              </p:nvPr>
            </p:nvSpPr>
            <p:spPr>
              <a:xfrm>
                <a:off x="7632382" y="2105025"/>
                <a:ext cx="244792" cy="507682"/>
              </a:xfrm>
              <a:custGeom>
                <a:avLst/>
                <a:gdLst>
                  <a:gd name="connsiteX0" fmla="*/ 184785 w 244792"/>
                  <a:gd name="connsiteY0" fmla="*/ 507683 h 507682"/>
                  <a:gd name="connsiteX1" fmla="*/ 0 w 244792"/>
                  <a:gd name="connsiteY1" fmla="*/ 488633 h 507682"/>
                  <a:gd name="connsiteX2" fmla="*/ 60960 w 244792"/>
                  <a:gd name="connsiteY2" fmla="*/ 0 h 507682"/>
                  <a:gd name="connsiteX3" fmla="*/ 244793 w 244792"/>
                  <a:gd name="connsiteY3" fmla="*/ 19050 h 507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4792" h="507682">
                    <a:moveTo>
                      <a:pt x="184785" y="507683"/>
                    </a:moveTo>
                    <a:lnTo>
                      <a:pt x="0" y="488633"/>
                    </a:lnTo>
                    <a:lnTo>
                      <a:pt x="60960" y="0"/>
                    </a:lnTo>
                    <a:lnTo>
                      <a:pt x="244793" y="19050"/>
                    </a:lnTo>
                    <a:close/>
                  </a:path>
                </a:pathLst>
              </a:custGeom>
              <a:solidFill>
                <a:srgbClr val="FFDBA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图形 5"/>
              <p:cNvSpPr/>
              <p:nvPr>
                <p:custDataLst>
                  <p:tags r:id="rId6"/>
                </p:custDataLst>
              </p:nvPr>
            </p:nvSpPr>
            <p:spPr>
              <a:xfrm>
                <a:off x="7632382" y="2105025"/>
                <a:ext cx="65722" cy="489585"/>
              </a:xfrm>
              <a:custGeom>
                <a:avLst/>
                <a:gdLst>
                  <a:gd name="connsiteX0" fmla="*/ 60960 w 65722"/>
                  <a:gd name="connsiteY0" fmla="*/ 0 h 489585"/>
                  <a:gd name="connsiteX1" fmla="*/ 0 w 65722"/>
                  <a:gd name="connsiteY1" fmla="*/ 488633 h 489585"/>
                  <a:gd name="connsiteX2" fmla="*/ 5715 w 65722"/>
                  <a:gd name="connsiteY2" fmla="*/ 489585 h 489585"/>
                  <a:gd name="connsiteX3" fmla="*/ 65723 w 65722"/>
                  <a:gd name="connsiteY3" fmla="*/ 953 h 489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722" h="489585">
                    <a:moveTo>
                      <a:pt x="60960" y="0"/>
                    </a:moveTo>
                    <a:lnTo>
                      <a:pt x="0" y="488633"/>
                    </a:lnTo>
                    <a:lnTo>
                      <a:pt x="5715" y="489585"/>
                    </a:lnTo>
                    <a:lnTo>
                      <a:pt x="65723" y="953"/>
                    </a:lnTo>
                    <a:close/>
                  </a:path>
                </a:pathLst>
              </a:custGeom>
              <a:solidFill>
                <a:srgbClr val="EBCA9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图形 5"/>
              <p:cNvSpPr/>
              <p:nvPr>
                <p:custDataLst>
                  <p:tags r:id="rId7"/>
                </p:custDataLst>
              </p:nvPr>
            </p:nvSpPr>
            <p:spPr>
              <a:xfrm>
                <a:off x="4231957" y="2105025"/>
                <a:ext cx="244792" cy="507682"/>
              </a:xfrm>
              <a:custGeom>
                <a:avLst/>
                <a:gdLst>
                  <a:gd name="connsiteX0" fmla="*/ 60007 w 244792"/>
                  <a:gd name="connsiteY0" fmla="*/ 507683 h 507682"/>
                  <a:gd name="connsiteX1" fmla="*/ 244793 w 244792"/>
                  <a:gd name="connsiteY1" fmla="*/ 488633 h 507682"/>
                  <a:gd name="connsiteX2" fmla="*/ 184785 w 244792"/>
                  <a:gd name="connsiteY2" fmla="*/ 0 h 507682"/>
                  <a:gd name="connsiteX3" fmla="*/ 0 w 244792"/>
                  <a:gd name="connsiteY3" fmla="*/ 19050 h 507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4792" h="507682">
                    <a:moveTo>
                      <a:pt x="60007" y="507683"/>
                    </a:moveTo>
                    <a:lnTo>
                      <a:pt x="244793" y="488633"/>
                    </a:lnTo>
                    <a:lnTo>
                      <a:pt x="184785" y="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FFDBA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图形 5"/>
              <p:cNvSpPr/>
              <p:nvPr>
                <p:custDataLst>
                  <p:tags r:id="rId8"/>
                </p:custDataLst>
              </p:nvPr>
            </p:nvSpPr>
            <p:spPr>
              <a:xfrm>
                <a:off x="4411980" y="2105025"/>
                <a:ext cx="64769" cy="489585"/>
              </a:xfrm>
              <a:custGeom>
                <a:avLst/>
                <a:gdLst>
                  <a:gd name="connsiteX0" fmla="*/ 4763 w 64769"/>
                  <a:gd name="connsiteY0" fmla="*/ 0 h 489585"/>
                  <a:gd name="connsiteX1" fmla="*/ 64770 w 64769"/>
                  <a:gd name="connsiteY1" fmla="*/ 488633 h 489585"/>
                  <a:gd name="connsiteX2" fmla="*/ 60007 w 64769"/>
                  <a:gd name="connsiteY2" fmla="*/ 489585 h 489585"/>
                  <a:gd name="connsiteX3" fmla="*/ 0 w 64769"/>
                  <a:gd name="connsiteY3" fmla="*/ 953 h 489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4769" h="489585">
                    <a:moveTo>
                      <a:pt x="4763" y="0"/>
                    </a:moveTo>
                    <a:lnTo>
                      <a:pt x="64770" y="488633"/>
                    </a:lnTo>
                    <a:lnTo>
                      <a:pt x="60007" y="489585"/>
                    </a:lnTo>
                    <a:lnTo>
                      <a:pt x="0" y="953"/>
                    </a:lnTo>
                    <a:close/>
                  </a:path>
                </a:pathLst>
              </a:custGeom>
              <a:solidFill>
                <a:srgbClr val="EBCA9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图形 5"/>
              <p:cNvSpPr/>
              <p:nvPr>
                <p:custDataLst>
                  <p:tags r:id="rId9"/>
                </p:custDataLst>
              </p:nvPr>
            </p:nvSpPr>
            <p:spPr>
              <a:xfrm>
                <a:off x="4259580" y="2331720"/>
                <a:ext cx="180022" cy="18097"/>
              </a:xfrm>
              <a:custGeom>
                <a:avLst/>
                <a:gdLst>
                  <a:gd name="connsiteX0" fmla="*/ 0 w 180022"/>
                  <a:gd name="connsiteY0" fmla="*/ 18098 h 18097"/>
                  <a:gd name="connsiteX1" fmla="*/ 180022 w 180022"/>
                  <a:gd name="connsiteY1" fmla="*/ 0 h 18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0022" h="18097">
                    <a:moveTo>
                      <a:pt x="0" y="18098"/>
                    </a:moveTo>
                    <a:lnTo>
                      <a:pt x="180022" y="0"/>
                    </a:lnTo>
                  </a:path>
                </a:pathLst>
              </a:custGeom>
              <a:ln w="9525" cap="flat">
                <a:solidFill>
                  <a:srgbClr val="EBC999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图形 5"/>
              <p:cNvSpPr/>
              <p:nvPr>
                <p:custDataLst>
                  <p:tags r:id="rId10"/>
                </p:custDataLst>
              </p:nvPr>
            </p:nvSpPr>
            <p:spPr>
              <a:xfrm>
                <a:off x="7669530" y="2331720"/>
                <a:ext cx="180022" cy="18097"/>
              </a:xfrm>
              <a:custGeom>
                <a:avLst/>
                <a:gdLst>
                  <a:gd name="connsiteX0" fmla="*/ 180023 w 180022"/>
                  <a:gd name="connsiteY0" fmla="*/ 18098 h 18097"/>
                  <a:gd name="connsiteX1" fmla="*/ 0 w 180022"/>
                  <a:gd name="connsiteY1" fmla="*/ 0 h 18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0022" h="18097">
                    <a:moveTo>
                      <a:pt x="180023" y="18098"/>
                    </a:moveTo>
                    <a:lnTo>
                      <a:pt x="0" y="0"/>
                    </a:lnTo>
                  </a:path>
                </a:pathLst>
              </a:custGeom>
              <a:ln w="9525" cap="flat">
                <a:solidFill>
                  <a:srgbClr val="EBC999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2" name="文本框 11"/>
            <p:cNvSpPr txBox="1"/>
            <p:nvPr>
              <p:custDataLst>
                <p:tags r:id="rId11"/>
              </p:custDataLst>
            </p:nvPr>
          </p:nvSpPr>
          <p:spPr>
            <a:xfrm>
              <a:off x="6230" y="4132"/>
              <a:ext cx="6604" cy="295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indent="457200" fontAlgn="auto">
                <a:lnSpc>
                  <a:spcPct val="150000"/>
                </a:lnSpc>
              </a:pPr>
              <a:r>
                <a:rPr 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{{text:</a:t>
              </a:r>
              <a:r>
                <a: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content</a:t>
              </a:r>
              <a:r>
                <a:rPr 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}}</a:t>
              </a:r>
              <a:endPara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83369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241965" y="1728470"/>
            <a:ext cx="7468870" cy="4835525"/>
            <a:chOff x="546265" y="1728470"/>
            <a:chExt cx="7468870" cy="4835525"/>
          </a:xfrm>
        </p:grpSpPr>
        <p:sp>
          <p:nvSpPr>
            <p:cNvPr id="23" name="圆角矩形 22"/>
            <p:cNvSpPr/>
            <p:nvPr/>
          </p:nvSpPr>
          <p:spPr>
            <a:xfrm>
              <a:off x="546265" y="1728470"/>
              <a:ext cx="7468870" cy="483552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922171" y="1860550"/>
              <a:ext cx="6771164" cy="45540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457200" fontAlgn="auto">
                <a:lnSpc>
                  <a:spcPct val="150000"/>
                </a:lnSpc>
              </a:pP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{{text: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content</a:t>
              </a: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}}</a:t>
              </a:r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5" name="矩形 24"/>
          <p:cNvSpPr/>
          <p:nvPr/>
        </p:nvSpPr>
        <p:spPr>
          <a:xfrm>
            <a:off x="488334" y="1904999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75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673100" y="1967230"/>
            <a:ext cx="7158355" cy="4202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content</a:t>
            </a:r>
            <a:r>
              <a: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}}</a:t>
            </a:r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368684" y="1773555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782820" y="1619885"/>
            <a:ext cx="7019290" cy="4445635"/>
            <a:chOff x="674370" y="1619885"/>
            <a:chExt cx="7019290" cy="4445635"/>
          </a:xfrm>
        </p:grpSpPr>
        <p:sp>
          <p:nvSpPr>
            <p:cNvPr id="4" name="文本框 3"/>
            <p:cNvSpPr txBox="1"/>
            <p:nvPr/>
          </p:nvSpPr>
          <p:spPr>
            <a:xfrm>
              <a:off x="982345" y="1891030"/>
              <a:ext cx="6480175" cy="39204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noAutofit/>
            </a:bodyPr>
            <a:lstStyle/>
            <a:p>
              <a:pPr indent="457200" fontAlgn="auto">
                <a:lnSpc>
                  <a:spcPct val="150000"/>
                </a:lnSpc>
              </a:pP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{{text: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content</a:t>
              </a: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}}</a:t>
              </a:r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" name="矩形 10"/>
            <p:cNvSpPr/>
            <p:nvPr/>
          </p:nvSpPr>
          <p:spPr>
            <a:xfrm>
              <a:off x="674370" y="1619885"/>
              <a:ext cx="7019290" cy="4445635"/>
            </a:xfrm>
            <a:custGeom>
              <a:avLst/>
              <a:gdLst/>
              <a:ahLst/>
              <a:cxnLst/>
              <a:rect l="l" t="t" r="r" b="b"/>
              <a:pathLst>
                <a:path w="1759038" h="1334706">
                  <a:moveTo>
                    <a:pt x="65637" y="63758"/>
                  </a:moveTo>
                  <a:lnTo>
                    <a:pt x="65637" y="1271391"/>
                  </a:lnTo>
                  <a:lnTo>
                    <a:pt x="1711798" y="1271391"/>
                  </a:lnTo>
                  <a:lnTo>
                    <a:pt x="1711798" y="63758"/>
                  </a:lnTo>
                  <a:close/>
                  <a:moveTo>
                    <a:pt x="0" y="0"/>
                  </a:moveTo>
                  <a:lnTo>
                    <a:pt x="1759038" y="0"/>
                  </a:lnTo>
                  <a:lnTo>
                    <a:pt x="1759038" y="1334706"/>
                  </a:lnTo>
                  <a:lnTo>
                    <a:pt x="0" y="133470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20000"/>
                </a:lnSpc>
              </a:pPr>
              <a:endParaRPr lang="zh-CN" altLang="en-US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612775" y="2370138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 descr="7b0a202020202274657874626f78223a20227b5c2263617465676f72795f69645c223a31303738302c5c2269645c223a32303334343733387d220a7d0a"/>
          <p:cNvGrpSpPr/>
          <p:nvPr/>
        </p:nvGrpSpPr>
        <p:grpSpPr>
          <a:xfrm>
            <a:off x="385445" y="1786478"/>
            <a:ext cx="7734935" cy="4715510"/>
            <a:chOff x="5151" y="1940"/>
            <a:chExt cx="9267" cy="5731"/>
          </a:xfrm>
        </p:grpSpPr>
        <p:grpSp>
          <p:nvGrpSpPr>
            <p:cNvPr id="10" name="组合 9"/>
            <p:cNvGrpSpPr/>
            <p:nvPr/>
          </p:nvGrpSpPr>
          <p:grpSpPr>
            <a:xfrm>
              <a:off x="5151" y="1940"/>
              <a:ext cx="9267" cy="5731"/>
              <a:chOff x="5049" y="1927"/>
              <a:chExt cx="9267" cy="5731"/>
            </a:xfrm>
            <a:solidFill>
              <a:srgbClr val="1E8CE5"/>
            </a:solidFill>
          </p:grpSpPr>
          <p:sp>
            <p:nvSpPr>
              <p:cNvPr id="16" name="任意多边形 15"/>
              <p:cNvSpPr/>
              <p:nvPr>
                <p:custDataLst>
                  <p:tags r:id="rId1"/>
                </p:custDataLst>
              </p:nvPr>
            </p:nvSpPr>
            <p:spPr>
              <a:xfrm rot="10800000">
                <a:off x="11403" y="7498"/>
                <a:ext cx="1928" cy="150"/>
              </a:xfrm>
              <a:custGeom>
                <a:avLst/>
                <a:gdLst>
                  <a:gd name="adj" fmla="val 104500"/>
                  <a:gd name="maxAdj" fmla="*/ 50000 w ss"/>
                  <a:gd name="a" fmla="pin 0 adj maxAdj"/>
                  <a:gd name="x1" fmla="*/ ss a 200000"/>
                  <a:gd name="x2" fmla="*/ ss a 100000"/>
                  <a:gd name="x3" fmla="+- r 0 x2"/>
                  <a:gd name="x4" fmla="+- r 0 x1"/>
                  <a:gd name="il" fmla="*/ wd3 a maxAdj"/>
                  <a:gd name="it" fmla="*/ hd3 a maxAdj"/>
                  <a:gd name="ir" fmla="+- r 0 il"/>
                </a:gdLst>
                <a:ahLst/>
                <a:cxnLst>
                  <a:cxn ang="3">
                    <a:pos x="hc" y="t"/>
                  </a:cxn>
                  <a:cxn ang="cd2">
                    <a:pos x="x1" y="vc"/>
                  </a:cxn>
                  <a:cxn ang="cd4">
                    <a:pos x="hc" y="b"/>
                  </a:cxn>
                  <a:cxn ang="0">
                    <a:pos x="x4" y="vc"/>
                  </a:cxn>
                </a:cxnLst>
                <a:rect l="l" t="t" r="r" b="b"/>
                <a:pathLst>
                  <a:path w="1950" h="150">
                    <a:moveTo>
                      <a:pt x="157" y="0"/>
                    </a:moveTo>
                    <a:lnTo>
                      <a:pt x="1793" y="0"/>
                    </a:lnTo>
                    <a:lnTo>
                      <a:pt x="1950" y="150"/>
                    </a:lnTo>
                    <a:lnTo>
                      <a:pt x="0" y="150"/>
                    </a:lnTo>
                    <a:lnTo>
                      <a:pt x="15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任意多边形 16"/>
              <p:cNvSpPr/>
              <p:nvPr>
                <p:custDataLst>
                  <p:tags r:id="rId2"/>
                </p:custDataLst>
              </p:nvPr>
            </p:nvSpPr>
            <p:spPr>
              <a:xfrm rot="5400000">
                <a:off x="6739" y="236"/>
                <a:ext cx="5731" cy="9112"/>
              </a:xfrm>
              <a:custGeom>
                <a:avLst/>
                <a:gdLst>
                  <a:gd name="adj" fmla="val 104500"/>
                  <a:gd name="maxAdj" fmla="*/ 50000 w ss"/>
                  <a:gd name="a" fmla="pin 0 adj maxAdj"/>
                  <a:gd name="x1" fmla="*/ ss a 200000"/>
                  <a:gd name="x2" fmla="*/ ss a 100000"/>
                  <a:gd name="x3" fmla="+- r 0 x2"/>
                  <a:gd name="x4" fmla="+- r 0 x1"/>
                  <a:gd name="il" fmla="*/ wd3 a maxAdj"/>
                  <a:gd name="it" fmla="*/ hd3 a maxAdj"/>
                  <a:gd name="ir" fmla="+- r 0 il"/>
                </a:gdLst>
                <a:ahLst/>
                <a:cxnLst>
                  <a:cxn ang="3">
                    <a:pos x="hc" y="t"/>
                  </a:cxn>
                  <a:cxn ang="cd2">
                    <a:pos x="x1" y="vc"/>
                  </a:cxn>
                  <a:cxn ang="cd4">
                    <a:pos x="hc" y="b"/>
                  </a:cxn>
                  <a:cxn ang="0">
                    <a:pos x="x4" y="vc"/>
                  </a:cxn>
                </a:cxnLst>
                <a:rect l="l" t="t" r="r" b="b"/>
                <a:pathLst>
                  <a:path w="4540" h="9270">
                    <a:moveTo>
                      <a:pt x="392" y="125"/>
                    </a:moveTo>
                    <a:lnTo>
                      <a:pt x="400" y="7061"/>
                    </a:lnTo>
                    <a:lnTo>
                      <a:pt x="152" y="7361"/>
                    </a:lnTo>
                    <a:lnTo>
                      <a:pt x="164" y="9131"/>
                    </a:lnTo>
                    <a:lnTo>
                      <a:pt x="4383" y="9145"/>
                    </a:lnTo>
                    <a:lnTo>
                      <a:pt x="4383" y="125"/>
                    </a:lnTo>
                    <a:lnTo>
                      <a:pt x="392" y="125"/>
                    </a:lnTo>
                    <a:close/>
                    <a:moveTo>
                      <a:pt x="252" y="0"/>
                    </a:moveTo>
                    <a:lnTo>
                      <a:pt x="4540" y="0"/>
                    </a:lnTo>
                    <a:lnTo>
                      <a:pt x="4540" y="830"/>
                    </a:lnTo>
                    <a:lnTo>
                      <a:pt x="4390" y="987"/>
                    </a:lnTo>
                    <a:lnTo>
                      <a:pt x="4390" y="2623"/>
                    </a:lnTo>
                    <a:lnTo>
                      <a:pt x="4540" y="2780"/>
                    </a:lnTo>
                    <a:lnTo>
                      <a:pt x="4540" y="9270"/>
                    </a:lnTo>
                    <a:lnTo>
                      <a:pt x="4342" y="9269"/>
                    </a:lnTo>
                    <a:lnTo>
                      <a:pt x="4238" y="9170"/>
                    </a:lnTo>
                    <a:lnTo>
                      <a:pt x="3418" y="9170"/>
                    </a:lnTo>
                    <a:lnTo>
                      <a:pt x="3317" y="9266"/>
                    </a:lnTo>
                    <a:lnTo>
                      <a:pt x="8" y="9256"/>
                    </a:lnTo>
                    <a:lnTo>
                      <a:pt x="0" y="7269"/>
                    </a:lnTo>
                    <a:lnTo>
                      <a:pt x="254" y="7041"/>
                    </a:lnTo>
                    <a:lnTo>
                      <a:pt x="25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8" name="梯形 17"/>
              <p:cNvSpPr/>
              <p:nvPr>
                <p:custDataLst>
                  <p:tags r:id="rId3"/>
                </p:custDataLst>
              </p:nvPr>
            </p:nvSpPr>
            <p:spPr>
              <a:xfrm rot="5400000">
                <a:off x="13749" y="4156"/>
                <a:ext cx="964" cy="170"/>
              </a:xfrm>
              <a:prstGeom prst="trapezoid">
                <a:avLst>
                  <a:gd name="adj" fmla="val 1045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梯形 18"/>
              <p:cNvSpPr/>
              <p:nvPr>
                <p:custDataLst>
                  <p:tags r:id="rId4"/>
                </p:custDataLst>
              </p:nvPr>
            </p:nvSpPr>
            <p:spPr>
              <a:xfrm>
                <a:off x="6194" y="7431"/>
                <a:ext cx="964" cy="170"/>
              </a:xfrm>
              <a:prstGeom prst="trapezoid">
                <a:avLst>
                  <a:gd name="adj" fmla="val 1045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>
              <p:custDataLst>
                <p:tags r:id="rId5"/>
              </p:custDataLst>
            </p:nvPr>
          </p:nvSpPr>
          <p:spPr>
            <a:xfrm>
              <a:off x="5327" y="2459"/>
              <a:ext cx="8796" cy="498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indent="457200" fontAlgn="auto">
                <a:lnSpc>
                  <a:spcPct val="150000"/>
                </a:lnSpc>
              </a:pP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{{text: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content</a:t>
              </a: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}}</a:t>
              </a:r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8275521" y="1842581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8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0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</Words>
  <Application>WPS 演示</Application>
  <PresentationFormat>宽屏</PresentationFormat>
  <Paragraphs>80</Paragraphs>
  <Slides>10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Wingdings</vt:lpstr>
      <vt:lpstr>思源宋体</vt:lpstr>
      <vt:lpstr>Arial Unicode MS</vt:lpstr>
      <vt:lpstr>Calibri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1153</cp:revision>
  <dcterms:created xsi:type="dcterms:W3CDTF">2019-06-19T02:08:00Z</dcterms:created>
  <dcterms:modified xsi:type="dcterms:W3CDTF">2026-05-19T02:10:06Z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2227158344504303866D74AEA1958A38</vt:lpwstr>
  </property>
</Properties>
</file>