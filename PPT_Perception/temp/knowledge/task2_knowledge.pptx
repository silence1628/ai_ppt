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6"/>
  </p:notesMasterIdLst>
  <p:handoutMasterIdLst>
    <p:handoutMasterId r:id="rId21"/>
  </p:handoutMasterIdLst>
  <p:sldIdLst>
    <p:sldId id="2859" r:id="rId4"/>
    <p:sldId id="2874" r:id="rId5"/>
    <p:sldId id="2873" r:id="rId7"/>
    <p:sldId id="2872" r:id="rId8"/>
    <p:sldId id="2871" r:id="rId9"/>
    <p:sldId id="2870" r:id="rId10"/>
    <p:sldId id="2869" r:id="rId11"/>
    <p:sldId id="2868" r:id="rId12"/>
    <p:sldId id="2867" r:id="rId13"/>
    <p:sldId id="2866" r:id="rId14"/>
    <p:sldId id="2865" r:id="rId15"/>
    <p:sldId id="2864" r:id="rId16"/>
    <p:sldId id="2863" r:id="rId17"/>
    <p:sldId id="2862" r:id="rId18"/>
    <p:sldId id="2861" r:id="rId19"/>
    <p:sldId id="2860" r:id="rId20"/>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16" userDrawn="1">
          <p15:clr>
            <a:srgbClr val="A4A3A4"/>
          </p15:clr>
        </p15:guide>
        <p15:guide id="2" pos="36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816"/>
        <p:guide pos="36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gs" Target="tags/tag199.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1" Type="http://schemas.openxmlformats.org/officeDocument/2006/relationships/slideLayout" Target="../slideLayouts/slideLayout15.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2" Type="http://schemas.openxmlformats.org/officeDocument/2006/relationships/notesSlide" Target="../notesSlides/notesSlide1.xml"/><Relationship Id="rId11" Type="http://schemas.openxmlformats.org/officeDocument/2006/relationships/slideLayout" Target="../slideLayouts/slideLayout15.xml"/><Relationship Id="rId10" Type="http://schemas.openxmlformats.org/officeDocument/2006/relationships/tags" Target="../tags/tag99.xml"/><Relationship Id="rId1" Type="http://schemas.openxmlformats.org/officeDocument/2006/relationships/tags" Target="../tags/tag9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1" Type="http://schemas.openxmlformats.org/officeDocument/2006/relationships/slideLayout" Target="../slideLayouts/slideLayout15.xml"/><Relationship Id="rId20" Type="http://schemas.openxmlformats.org/officeDocument/2006/relationships/tags" Target="../tags/tag119.xml"/><Relationship Id="rId2" Type="http://schemas.openxmlformats.org/officeDocument/2006/relationships/tags" Target="../tags/tag101.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0.xml"/></Relationships>
</file>

<file path=ppt/slides/_rels/slide5.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2" Type="http://schemas.openxmlformats.org/officeDocument/2006/relationships/notesSlide" Target="../notesSlides/notesSlide3.xml"/><Relationship Id="rId11" Type="http://schemas.openxmlformats.org/officeDocument/2006/relationships/slideLayout" Target="../slideLayouts/slideLayout15.xml"/><Relationship Id="rId10" Type="http://schemas.openxmlformats.org/officeDocument/2006/relationships/tags" Target="../tags/tag129.xml"/><Relationship Id="rId1" Type="http://schemas.openxmlformats.org/officeDocument/2006/relationships/tags" Target="../tags/tag1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5.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8.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1" Type="http://schemas.openxmlformats.org/officeDocument/2006/relationships/slideLayout" Target="../slideLayouts/slideLayout15.xml"/><Relationship Id="rId20" Type="http://schemas.openxmlformats.org/officeDocument/2006/relationships/tags" Target="../tags/tag152.xml"/><Relationship Id="rId2" Type="http://schemas.openxmlformats.org/officeDocument/2006/relationships/tags" Target="../tags/tag134.xml"/><Relationship Id="rId19" Type="http://schemas.openxmlformats.org/officeDocument/2006/relationships/tags" Target="../tags/tag151.xml"/><Relationship Id="rId18" Type="http://schemas.openxmlformats.org/officeDocument/2006/relationships/tags" Target="../tags/tag150.xml"/><Relationship Id="rId17" Type="http://schemas.openxmlformats.org/officeDocument/2006/relationships/tags" Target="../tags/tag149.xml"/><Relationship Id="rId16" Type="http://schemas.openxmlformats.org/officeDocument/2006/relationships/tags" Target="../tags/tag148.xml"/><Relationship Id="rId15" Type="http://schemas.openxmlformats.org/officeDocument/2006/relationships/tags" Target="../tags/tag147.xml"/><Relationship Id="rId14" Type="http://schemas.openxmlformats.org/officeDocument/2006/relationships/tags" Target="../tags/tag146.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tags" Target="../tags/tag133.xml"/></Relationships>
</file>

<file path=ppt/slides/_rels/slide9.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2" Type="http://schemas.openxmlformats.org/officeDocument/2006/relationships/notesSlide" Target="../notesSlides/notesSlide6.xml"/><Relationship Id="rId11" Type="http://schemas.openxmlformats.org/officeDocument/2006/relationships/slideLayout" Target="../slideLayouts/slideLayout15.xml"/><Relationship Id="rId10" Type="http://schemas.openxmlformats.org/officeDocument/2006/relationships/tags" Target="../tags/tag162.xml"/><Relationship Id="rId1" Type="http://schemas.openxmlformats.org/officeDocument/2006/relationships/tags" Target="../tags/tag15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12.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1" Type="http://schemas.openxmlformats.org/officeDocument/2006/relationships/slideLayout" Target="../slideLayouts/slideLayout15.xml"/><Relationship Id="rId20" Type="http://schemas.openxmlformats.org/officeDocument/2006/relationships/tags" Target="../tags/tag185.xml"/><Relationship Id="rId2" Type="http://schemas.openxmlformats.org/officeDocument/2006/relationships/tags" Target="../tags/tag167.xml"/><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tags" Target="../tags/tag179.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tags" Target="../tags/tag166.xml"/></Relationships>
</file>

<file path=ppt/slides/_rels/slide13.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2" Type="http://schemas.openxmlformats.org/officeDocument/2006/relationships/notesSlide" Target="../notesSlides/notesSlide9.xml"/><Relationship Id="rId11" Type="http://schemas.openxmlformats.org/officeDocument/2006/relationships/slideLayout" Target="../slideLayouts/slideLayout15.xml"/><Relationship Id="rId10" Type="http://schemas.openxmlformats.org/officeDocument/2006/relationships/tags" Target="../tags/tag195.xml"/><Relationship Id="rId1" Type="http://schemas.openxmlformats.org/officeDocument/2006/relationships/tags" Target="../tags/tag18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5.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数据集存储格式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不同训练阶段数据集</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指令数据组织格式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指令数据构造方法</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语言模型的整个训练流程中，数据扮演着至关重要的角色。根据模型学习目标的不同，训练通常分为三个主要阶段：预训练、指令微调和指令对齐（有关训练阶段的详细内容，将在项目二大模型微调与对齐中介绍）。每个阶段所使用的数据类型、来源以及标注方式都有明显区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预训练阶段是模型打基础的关键时期，使用的是大规模、未经人工标注的通用语料库，如维基百科、网页文本、书籍等。这些数据量庞大，往往达到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TB</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级别，目的是让模型掌握语言的基本结构与广泛知识。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进入指令微调阶段后，模型开始学习如何理解和执行用户指令，此时需要构造结构化的人工指令数据，包括问题与对应</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答案，这类数据质量高但数量相对较少。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最后，在指令对齐阶段，模型通过人类反馈强化学习（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RLHF</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）进一步优化输出，使其更符合人类偏好。这一阶段的数据通常包含多个模型回答及人类评分排序信息，用于训练奖励模型并调整策略。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不同训练阶段对应的数据特点与数据量级别如表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1-2-2</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1-2-2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数据特点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数据集存储格式</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不同训练阶段数据集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指令数据组织格式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指令数据构造方法</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在大模型训练和微调过程中，数据集通常以特定格式进行存储和读取。不同的任务需求和处理工具支持的数据格式不同，因此了解并掌握常见数据集格式是进行数据准备和模型训练的基础。</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最常见的几种数据格式包括：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TXT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（纯文本）、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CSV</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（逗号分隔值文件）、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（结构化数据）以及</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（每行一个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TXT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格式：是最简单的文本格式，适用于仅需保存原始语料的场景，如预训练阶段使用的网页文本或书籍内容。每行一条文本，不带结构信息，便于快速读取和处理。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示例：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CSV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：是一种表格型数据格式，常用于存储带有字段划分的数据集，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例如包含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的三列结构。它适合初学者操作，可直接用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Excel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Pandas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工具进行编辑和分析。如表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1-2-3 CSV</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格式具有良好的结构化特性，适合存储复杂嵌套的数据对象。例如一个完整的问答对可以作为一个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对象，包含多个字段，如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instruction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output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（输出）等，方便程序解析。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JSONL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JSONL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的变种，每一行都是一个独立的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对象。这种格式特别适合大规模数</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据集的读写，因为它支持逐行处理，不会因单个文件过大而造成内存溢出问题。</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数据集存储格式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不同训练阶段数据集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指令数据组织格式</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指令数据构造方法</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在大模型训练中，除了要掌握数据的存储格式（如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CSV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等），还必须了解数据的组织格式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，即数据集中各字段之间的逻辑结构和表达方式。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常见的指令数据集组织格式包括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Alpaca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ShareGPT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Dolly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 Alpaca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格式：由斯坦福大学提出，是最常见的一种指令微调数据格式，适用于单轮问答任务。其核心字段包括：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instruction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：用户输入的指令或问题；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：可选的上下文信息或输入文本（可为空）；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output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：模型应输出的标准答案。示例数据如下：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 ShareGPT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GPT-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用户分享的真实对话记录，适用于多轮对话训练，能够模拟更贴近实际交互场景的对话流程。该格式常用于构建聊天机器人、客服系统等需要多轮交互能力的模型。其关键字段为：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conversations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：一个包含多个对话回合的列表，每个对话项标明发言者（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human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assistant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）及其内容。示例数据如下：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3. Dolly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Databricks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公司发布，也是一种广泛使用的指令数据格式，支持多种任务类型，如分类、生成、推理等。其主要字段包括：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instruction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：指令内容；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context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：任务背景或附加信息；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response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型期望的回答。示例数据如下：</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Dolly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格式强调上下文信息，有助于训练模型处理复杂任务。</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数据集存储格式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不同训练阶段数据集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指令数据组织格式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指令数据构造方法</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在大模型训练中，特别是进入指令微调阶段后，高质量的指令数据是提升模型理解和执行能力的关键。所谓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，通常是指一个包含用户提问（或任务描述）和对应标准答案的数据对，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Alpaca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格式的指令数据如下：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构造这样的指令数据可以通过以下几种方式进行：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人工编写与标注数据：由专业人员根据任务需求编写指令和回答。这种方法生成的数据质量高、逻辑清晰，但成本较高，效率较低，适用于小规模精品数据集的构建。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使用指令模板生成：利用预设模板自动生成结构化指令。例如设定模板为：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请帮我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，通过替换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的内容，可批量生成如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请帮我翻译英文到中文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请帮我总结这篇文章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等多样化指令。该方法效率高，适合快速构建大量基础数据。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利用现有大模型生成数据：使用已有的大模型（如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Qwen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Llama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系列等）自动生成回答，再结合人工审核进行筛选。这种方式可以在短时间内获得大量候选数据，但需注意生成结果的准确性，避免错误数据污染训练过程。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网络爬取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人工清洗法：从问答社区（如知乎、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Stack Overflow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Quora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）等网站抓取真实用户提问及优质回答，经过去重、过滤、格式转换等处理后形成可用数据集。该方法获取成本低，但需注意版权和隐私问题。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自监督生成指令数据（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Se</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lf-Instruct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）：传统的监督学习需要大量人工标注的数据，而</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Self-Instruct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的目标是通过少量的人工种子指令</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，引导模型自动生成更多的高质量指令和对应的输出，然后将这些数据用于微调模型或改进提示（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），从而提升其泛化能力和对新指令的理解能力。</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Self-Instruct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的基本流程通常包括以下几个阶段：</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种子指令（</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Seed Instructions</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）：提供一小部分人工编写的指令和示例响应（通常是几十到上百条条）。这些指令涵盖不同的任务类型（如分类、翻译、问答等）。</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指令生成（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Instruction Gene</a:t>
            </a:r>
            <a:endPar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rPr>
              <a:t>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）：使用初始模型基于种子指令生成新的指令。模型会根据已有指令的风格、结构和语义，生成更多多样化的指令。</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响应生成（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Response Generation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）：对于每个生成的新指令，让模型生成一个响应作为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标签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答案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过滤与筛选（</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Filtering &amp; Quality Control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）：利用规则、启发式方法或另一个更强的模型对生成的指令和响应进行打分或筛选，保留高质量样本。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迭代优化（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Iteration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）：将筛选后的数据加入训练集，继续下一轮生成与训练，逐步提升模型性能。</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283.4,&quot;left&quot;:42.29937007874014,&quot;top&quot;:157.55,&quot;width&quot;:912.1340097406343}"/>
</p:tagLst>
</file>

<file path=ppt/tags/tag71.xml><?xml version="1.0" encoding="utf-8"?>
<p:tagLst xmlns:p="http://schemas.openxmlformats.org/presentationml/2006/main">
  <p:tag name="KSO_WM_DIAGRAM_VIRTUALLY_FRAME" val="{&quot;height&quot;:283.4,&quot;left&quot;:42.29937007874014,&quot;top&quot;:157.55,&quot;width&quot;:912.1340097406343}"/>
</p:tagLst>
</file>

<file path=ppt/tags/tag72.xml><?xml version="1.0" encoding="utf-8"?>
<p:tagLst xmlns:p="http://schemas.openxmlformats.org/presentationml/2006/main">
  <p:tag name="KSO_WM_DIAGRAM_VIRTUALLY_FRAME" val="{&quot;height&quot;:283.4,&quot;left&quot;:42.29937007874014,&quot;top&quot;:157.55,&quot;width&quot;:912.1340097406343}"/>
</p:tagLst>
</file>

<file path=ppt/tags/tag73.xml><?xml version="1.0" encoding="utf-8"?>
<p:tagLst xmlns:p="http://schemas.openxmlformats.org/presentationml/2006/main">
  <p:tag name="KSO_WM_DIAGRAM_VIRTUALLY_FRAME" val="{&quot;height&quot;:283.4,&quot;left&quot;:42.29937007874014,&quot;top&quot;:157.55,&quot;width&quot;:912.1340097406343}"/>
</p:tagLst>
</file>

<file path=ppt/tags/tag74.xml><?xml version="1.0" encoding="utf-8"?>
<p:tagLst xmlns:p="http://schemas.openxmlformats.org/presentationml/2006/main">
  <p:tag name="KSO_WM_DIAGRAM_VIRTUALLY_FRAME" val="{&quot;height&quot;:283.4,&quot;left&quot;:42.29937007874014,&quot;top&quot;:157.55,&quot;width&quot;:912.1340097406343}"/>
</p:tagLst>
</file>

<file path=ppt/tags/tag75.xml><?xml version="1.0" encoding="utf-8"?>
<p:tagLst xmlns:p="http://schemas.openxmlformats.org/presentationml/2006/main">
  <p:tag name="KSO_WM_DIAGRAM_VIRTUALLY_FRAME" val="{&quot;height&quot;:283.4,&quot;left&quot;:42.29937007874014,&quot;top&quot;:157.55,&quot;width&quot;:912.1340097406343}"/>
</p:tagLst>
</file>

<file path=ppt/tags/tag76.xml><?xml version="1.0" encoding="utf-8"?>
<p:tagLst xmlns:p="http://schemas.openxmlformats.org/presentationml/2006/main">
  <p:tag name="KSO_WM_DIAGRAM_VIRTUALLY_FRAME" val="{&quot;height&quot;:283.4,&quot;left&quot;:42.29937007874014,&quot;top&quot;:157.55,&quot;width&quot;:912.1340097406343}"/>
</p:tagLst>
</file>

<file path=ppt/tags/tag77.xml><?xml version="1.0" encoding="utf-8"?>
<p:tagLst xmlns:p="http://schemas.openxmlformats.org/presentationml/2006/main">
  <p:tag name="KSO_WM_DIAGRAM_VIRTUALLY_FRAME" val="{&quot;height&quot;:283.4,&quot;left&quot;:42.29937007874014,&quot;top&quot;:157.55,&quot;width&quot;:912.1340097406343}"/>
</p:tagLst>
</file>

<file path=ppt/tags/tag78.xml><?xml version="1.0" encoding="utf-8"?>
<p:tagLst xmlns:p="http://schemas.openxmlformats.org/presentationml/2006/main">
  <p:tag name="KSO_WM_DIAGRAM_VIRTUALLY_FRAME" val="{&quot;height&quot;:283.4,&quot;left&quot;:42.29937007874014,&quot;top&quot;:157.55,&quot;width&quot;:912.1340097406343}"/>
</p:tagLst>
</file>

<file path=ppt/tags/tag79.xml><?xml version="1.0" encoding="utf-8"?>
<p:tagLst xmlns:p="http://schemas.openxmlformats.org/presentationml/2006/main">
  <p:tag name="KSO_WM_DIAGRAM_VIRTUALLY_FRAME" val="{&quot;height&quot;:283.4,&quot;left&quot;:42.29937007874014,&quot;top&quot;:157.55,&quot;width&quot;:912.1340097406343}"/>
</p:tagLst>
</file>

<file path=ppt/tags/tag8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DIAGRAM_VIRTUALLY_FRAME" val="{&quot;height&quot;:283.4,&quot;left&quot;:42.29937007874014,&quot;top&quot;:157.55,&quot;width&quot;:912.1340097406343}"/>
</p:tagLst>
</file>

<file path=ppt/tags/tag101.xml><?xml version="1.0" encoding="utf-8"?>
<p:tagLst xmlns:p="http://schemas.openxmlformats.org/presentationml/2006/main">
  <p:tag name="KSO_WM_DIAGRAM_VIRTUALLY_FRAME" val="{&quot;height&quot;:283.4,&quot;left&quot;:42.29937007874014,&quot;top&quot;:157.55,&quot;width&quot;:912.1340097406343}"/>
</p:tagLst>
</file>

<file path=ppt/tags/tag102.xml><?xml version="1.0" encoding="utf-8"?>
<p:tagLst xmlns:p="http://schemas.openxmlformats.org/presentationml/2006/main">
  <p:tag name="KSO_WM_DIAGRAM_VIRTUALLY_FRAME" val="{&quot;height&quot;:283.4,&quot;left&quot;:42.29937007874014,&quot;top&quot;:157.55,&quot;width&quot;:912.1340097406343}"/>
</p:tagLst>
</file>

<file path=ppt/tags/tag103.xml><?xml version="1.0" encoding="utf-8"?>
<p:tagLst xmlns:p="http://schemas.openxmlformats.org/presentationml/2006/main">
  <p:tag name="KSO_WM_DIAGRAM_VIRTUALLY_FRAME" val="{&quot;height&quot;:283.4,&quot;left&quot;:42.29937007874014,&quot;top&quot;:157.55,&quot;width&quot;:912.1340097406343}"/>
</p:tagLst>
</file>

<file path=ppt/tags/tag104.xml><?xml version="1.0" encoding="utf-8"?>
<p:tagLst xmlns:p="http://schemas.openxmlformats.org/presentationml/2006/main">
  <p:tag name="KSO_WM_DIAGRAM_VIRTUALLY_FRAME" val="{&quot;height&quot;:283.4,&quot;left&quot;:42.29937007874014,&quot;top&quot;:157.55,&quot;width&quot;:912.1340097406343}"/>
</p:tagLst>
</file>

<file path=ppt/tags/tag105.xml><?xml version="1.0" encoding="utf-8"?>
<p:tagLst xmlns:p="http://schemas.openxmlformats.org/presentationml/2006/main">
  <p:tag name="KSO_WM_DIAGRAM_VIRTUALLY_FRAME" val="{&quot;height&quot;:283.4,&quot;left&quot;:42.29937007874014,&quot;top&quot;:157.55,&quot;width&quot;:912.1340097406343}"/>
</p:tagLst>
</file>

<file path=ppt/tags/tag106.xml><?xml version="1.0" encoding="utf-8"?>
<p:tagLst xmlns:p="http://schemas.openxmlformats.org/presentationml/2006/main">
  <p:tag name="KSO_WM_DIAGRAM_VIRTUALLY_FRAME" val="{&quot;height&quot;:283.4,&quot;left&quot;:42.29937007874014,&quot;top&quot;:157.55,&quot;width&quot;:912.1340097406343}"/>
</p:tagLst>
</file>

<file path=ppt/tags/tag107.xml><?xml version="1.0" encoding="utf-8"?>
<p:tagLst xmlns:p="http://schemas.openxmlformats.org/presentationml/2006/main">
  <p:tag name="KSO_WM_DIAGRAM_VIRTUALLY_FRAME" val="{&quot;height&quot;:283.4,&quot;left&quot;:42.29937007874014,&quot;top&quot;:157.55,&quot;width&quot;:912.1340097406343}"/>
</p:tagLst>
</file>

<file path=ppt/tags/tag108.xml><?xml version="1.0" encoding="utf-8"?>
<p:tagLst xmlns:p="http://schemas.openxmlformats.org/presentationml/2006/main">
  <p:tag name="KSO_WM_DIAGRAM_VIRTUALLY_FRAME" val="{&quot;height&quot;:283.4,&quot;left&quot;:42.29937007874014,&quot;top&quot;:157.55,&quot;width&quot;:912.1340097406343}"/>
</p:tagLst>
</file>

<file path=ppt/tags/tag109.xml><?xml version="1.0" encoding="utf-8"?>
<p:tagLst xmlns:p="http://schemas.openxmlformats.org/presentationml/2006/main">
  <p:tag name="KSO_WM_DIAGRAM_VIRTUALLY_FRAME" val="{&quot;height&quot;:283.4,&quot;left&quot;:42.29937007874014,&quot;top&quot;:157.55,&quot;width&quot;:912.1340097406343}"/>
</p:tagLst>
</file>

<file path=ppt/tags/tag11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3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DIAGRAM_VIRTUALLY_FRAME" val="{&quot;height&quot;:283.4,&quot;left&quot;:42.29937007874014,&quot;top&quot;:157.55,&quot;width&quot;:912.1340097406343}"/>
</p:tagLst>
</file>

<file path=ppt/tags/tag134.xml><?xml version="1.0" encoding="utf-8"?>
<p:tagLst xmlns:p="http://schemas.openxmlformats.org/presentationml/2006/main">
  <p:tag name="KSO_WM_DIAGRAM_VIRTUALLY_FRAME" val="{&quot;height&quot;:283.4,&quot;left&quot;:42.29937007874014,&quot;top&quot;:157.55,&quot;width&quot;:912.1340097406343}"/>
</p:tagLst>
</file>

<file path=ppt/tags/tag135.xml><?xml version="1.0" encoding="utf-8"?>
<p:tagLst xmlns:p="http://schemas.openxmlformats.org/presentationml/2006/main">
  <p:tag name="KSO_WM_DIAGRAM_VIRTUALLY_FRAME" val="{&quot;height&quot;:283.4,&quot;left&quot;:42.29937007874014,&quot;top&quot;:157.55,&quot;width&quot;:912.1340097406343}"/>
</p:tagLst>
</file>

<file path=ppt/tags/tag136.xml><?xml version="1.0" encoding="utf-8"?>
<p:tagLst xmlns:p="http://schemas.openxmlformats.org/presentationml/2006/main">
  <p:tag name="KSO_WM_DIAGRAM_VIRTUALLY_FRAME" val="{&quot;height&quot;:283.4,&quot;left&quot;:42.29937007874014,&quot;top&quot;:157.55,&quot;width&quot;:912.1340097406343}"/>
</p:tagLst>
</file>

<file path=ppt/tags/tag137.xml><?xml version="1.0" encoding="utf-8"?>
<p:tagLst xmlns:p="http://schemas.openxmlformats.org/presentationml/2006/main">
  <p:tag name="KSO_WM_DIAGRAM_VIRTUALLY_FRAME" val="{&quot;height&quot;:283.4,&quot;left&quot;:42.29937007874014,&quot;top&quot;:157.55,&quot;width&quot;:912.1340097406343}"/>
</p:tagLst>
</file>

<file path=ppt/tags/tag138.xml><?xml version="1.0" encoding="utf-8"?>
<p:tagLst xmlns:p="http://schemas.openxmlformats.org/presentationml/2006/main">
  <p:tag name="KSO_WM_DIAGRAM_VIRTUALLY_FRAME" val="{&quot;height&quot;:283.4,&quot;left&quot;:42.29937007874014,&quot;top&quot;:157.55,&quot;width&quot;:912.1340097406343}"/>
</p:tagLst>
</file>

<file path=ppt/tags/tag139.xml><?xml version="1.0" encoding="utf-8"?>
<p:tagLst xmlns:p="http://schemas.openxmlformats.org/presentationml/2006/main">
  <p:tag name="KSO_WM_DIAGRAM_VIRTUALLY_FRAME" val="{&quot;height&quot;:283.4,&quot;left&quot;:42.29937007874014,&quot;top&quot;:157.55,&quot;width&quot;:912.1340097406343}"/>
</p:tagLst>
</file>

<file path=ppt/tags/tag140.xml><?xml version="1.0" encoding="utf-8"?>
<p:tagLst xmlns:p="http://schemas.openxmlformats.org/presentationml/2006/main">
  <p:tag name="KSO_WM_DIAGRAM_VIRTUALLY_FRAME" val="{&quot;height&quot;:283.4,&quot;left&quot;:42.29937007874014,&quot;top&quot;:157.55,&quot;width&quot;:912.1340097406343}"/>
</p:tagLst>
</file>

<file path=ppt/tags/tag141.xml><?xml version="1.0" encoding="utf-8"?>
<p:tagLst xmlns:p="http://schemas.openxmlformats.org/presentationml/2006/main">
  <p:tag name="KSO_WM_DIAGRAM_VIRTUALLY_FRAME" val="{&quot;height&quot;:283.4,&quot;left&quot;:42.29937007874014,&quot;top&quot;:157.55,&quot;width&quot;:912.1340097406343}"/>
</p:tagLst>
</file>

<file path=ppt/tags/tag142.xml><?xml version="1.0" encoding="utf-8"?>
<p:tagLst xmlns:p="http://schemas.openxmlformats.org/presentationml/2006/main">
  <p:tag name="KSO_WM_DIAGRAM_VIRTUALLY_FRAME" val="{&quot;height&quot;:283.4,&quot;left&quot;:42.29937007874014,&quot;top&quot;:157.55,&quot;width&quot;:912.1340097406343}"/>
</p:tagLst>
</file>

<file path=ppt/tags/tag14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4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4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4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4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4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5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5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6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DIAGRAM_VIRTUALLY_FRAME" val="{&quot;height&quot;:283.4,&quot;left&quot;:42.29937007874014,&quot;top&quot;:157.55,&quot;width&quot;:912.1340097406343}"/>
</p:tagLst>
</file>

<file path=ppt/tags/tag167.xml><?xml version="1.0" encoding="utf-8"?>
<p:tagLst xmlns:p="http://schemas.openxmlformats.org/presentationml/2006/main">
  <p:tag name="KSO_WM_DIAGRAM_VIRTUALLY_FRAME" val="{&quot;height&quot;:283.4,&quot;left&quot;:42.29937007874014,&quot;top&quot;:157.55,&quot;width&quot;:912.1340097406343}"/>
</p:tagLst>
</file>

<file path=ppt/tags/tag168.xml><?xml version="1.0" encoding="utf-8"?>
<p:tagLst xmlns:p="http://schemas.openxmlformats.org/presentationml/2006/main">
  <p:tag name="KSO_WM_DIAGRAM_VIRTUALLY_FRAME" val="{&quot;height&quot;:283.4,&quot;left&quot;:42.29937007874014,&quot;top&quot;:157.55,&quot;width&quot;:912.1340097406343}"/>
</p:tagLst>
</file>

<file path=ppt/tags/tag169.xml><?xml version="1.0" encoding="utf-8"?>
<p:tagLst xmlns:p="http://schemas.openxmlformats.org/presentationml/2006/main">
  <p:tag name="KSO_WM_DIAGRAM_VIRTUALLY_FRAME" val="{&quot;height&quot;:283.4,&quot;left&quot;:42.29937007874014,&quot;top&quot;:157.55,&quot;width&quot;:912.1340097406343}"/>
</p:tagLst>
</file>

<file path=ppt/tags/tag170.xml><?xml version="1.0" encoding="utf-8"?>
<p:tagLst xmlns:p="http://schemas.openxmlformats.org/presentationml/2006/main">
  <p:tag name="KSO_WM_DIAGRAM_VIRTUALLY_FRAME" val="{&quot;height&quot;:283.4,&quot;left&quot;:42.29937007874014,&quot;top&quot;:157.55,&quot;width&quot;:912.1340097406343}"/>
</p:tagLst>
</file>

<file path=ppt/tags/tag171.xml><?xml version="1.0" encoding="utf-8"?>
<p:tagLst xmlns:p="http://schemas.openxmlformats.org/presentationml/2006/main">
  <p:tag name="KSO_WM_DIAGRAM_VIRTUALLY_FRAME" val="{&quot;height&quot;:283.4,&quot;left&quot;:42.29937007874014,&quot;top&quot;:157.55,&quot;width&quot;:912.1340097406343}"/>
</p:tagLst>
</file>

<file path=ppt/tags/tag172.xml><?xml version="1.0" encoding="utf-8"?>
<p:tagLst xmlns:p="http://schemas.openxmlformats.org/presentationml/2006/main">
  <p:tag name="KSO_WM_DIAGRAM_VIRTUALLY_FRAME" val="{&quot;height&quot;:283.4,&quot;left&quot;:42.29937007874014,&quot;top&quot;:157.55,&quot;width&quot;:912.1340097406343}"/>
</p:tagLst>
</file>

<file path=ppt/tags/tag173.xml><?xml version="1.0" encoding="utf-8"?>
<p:tagLst xmlns:p="http://schemas.openxmlformats.org/presentationml/2006/main">
  <p:tag name="KSO_WM_DIAGRAM_VIRTUALLY_FRAME" val="{&quot;height&quot;:283.4,&quot;left&quot;:42.29937007874014,&quot;top&quot;:157.55,&quot;width&quot;:912.1340097406343}"/>
</p:tagLst>
</file>

<file path=ppt/tags/tag174.xml><?xml version="1.0" encoding="utf-8"?>
<p:tagLst xmlns:p="http://schemas.openxmlformats.org/presentationml/2006/main">
  <p:tag name="KSO_WM_DIAGRAM_VIRTUALLY_FRAME" val="{&quot;height&quot;:283.4,&quot;left&quot;:42.29937007874014,&quot;top&quot;:157.55,&quot;width&quot;:912.1340097406343}"/>
</p:tagLst>
</file>

<file path=ppt/tags/tag175.xml><?xml version="1.0" encoding="utf-8"?>
<p:tagLst xmlns:p="http://schemas.openxmlformats.org/presentationml/2006/main">
  <p:tag name="KSO_WM_DIAGRAM_VIRTUALLY_FRAME" val="{&quot;height&quot;:283.4,&quot;left&quot;:42.29937007874014,&quot;top&quot;:157.55,&quot;width&quot;:912.1340097406343}"/>
</p:tagLst>
</file>

<file path=ppt/tags/tag17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7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8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8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8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8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9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2985</Words>
  <Application>WPS 演示</Application>
  <PresentationFormat>宽屏</PresentationFormat>
  <Paragraphs>176</Paragraphs>
  <Slides>16</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16</vt:i4>
      </vt:variant>
    </vt:vector>
  </HeadingPairs>
  <TitlesOfParts>
    <vt:vector size="27" baseType="lpstr">
      <vt:lpstr>Arial</vt:lpstr>
      <vt:lpstr>宋体</vt:lpstr>
      <vt:lpstr>Wingdings</vt:lpstr>
      <vt:lpstr>微软雅黑</vt:lpstr>
      <vt:lpstr>Wingdings</vt:lpstr>
      <vt:lpstr>DIN-BoldItalic</vt:lpstr>
      <vt:lpstr>等线</vt:lpstr>
      <vt:lpstr>思源宋体</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1149</cp:revision>
  <dcterms:created xsi:type="dcterms:W3CDTF">2019-06-19T02:08:00Z</dcterms:created>
  <dcterms:modified xsi:type="dcterms:W3CDTF">2026-05-21T06:41:20Z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1BA5E2752BF74DB0B79BE6B44C242857_13</vt:lpwstr>
  </property>
</Properties>
</file>