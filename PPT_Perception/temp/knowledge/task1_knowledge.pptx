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6"/>
  </p:notesMasterIdLst>
  <p:handoutMasterIdLst>
    <p:handoutMasterId r:id="rId30"/>
  </p:handoutMasterIdLst>
  <p:sldIdLst>
    <p:sldId id="2859" r:id="rId4"/>
    <p:sldId id="2883" r:id="rId5"/>
    <p:sldId id="2882" r:id="rId7"/>
    <p:sldId id="2881" r:id="rId8"/>
    <p:sldId id="2880" r:id="rId9"/>
    <p:sldId id="2879" r:id="rId10"/>
    <p:sldId id="2878" r:id="rId11"/>
    <p:sldId id="2877" r:id="rId12"/>
    <p:sldId id="2876" r:id="rId13"/>
    <p:sldId id="2875" r:id="rId14"/>
    <p:sldId id="2874" r:id="rId15"/>
    <p:sldId id="2873" r:id="rId16"/>
    <p:sldId id="2872" r:id="rId17"/>
    <p:sldId id="2871" r:id="rId18"/>
    <p:sldId id="2870" r:id="rId19"/>
    <p:sldId id="2869" r:id="rId20"/>
    <p:sldId id="2868" r:id="rId21"/>
    <p:sldId id="2867" r:id="rId22"/>
    <p:sldId id="2866" r:id="rId23"/>
    <p:sldId id="2865" r:id="rId24"/>
    <p:sldId id="2864" r:id="rId25"/>
    <p:sldId id="2863" r:id="rId26"/>
    <p:sldId id="2862" r:id="rId27"/>
    <p:sldId id="2861" r:id="rId28"/>
    <p:sldId id="2860" r:id="rId29"/>
  </p:sldIdLst>
  <p:sldSz cx="12192000" cy="6858000"/>
  <p:notesSz cx="6858000" cy="9144000"/>
  <p:custDataLst>
    <p:tags r:id="rId3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16" userDrawn="1">
          <p15:clr>
            <a:srgbClr val="A4A3A4"/>
          </p15:clr>
        </p15:guide>
        <p15:guide id="2" pos="36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816"/>
        <p:guide pos="367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5" Type="http://schemas.openxmlformats.org/officeDocument/2006/relationships/tags" Target="tags/tag233.xml"/><Relationship Id="rId34" Type="http://schemas.openxmlformats.org/officeDocument/2006/relationships/commentAuthors" Target="commentAuthors.xml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handoutMaster" Target="handoutMasters/handoutMaster1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89.xml"/><Relationship Id="rId2" Type="http://schemas.openxmlformats.org/officeDocument/2006/relationships/tags" Target="../tags/tag71.xml"/><Relationship Id="rId19" Type="http://schemas.openxmlformats.org/officeDocument/2006/relationships/tags" Target="../tags/tag88.xml"/><Relationship Id="rId18" Type="http://schemas.openxmlformats.org/officeDocument/2006/relationships/tags" Target="../tags/tag87.xml"/><Relationship Id="rId17" Type="http://schemas.openxmlformats.org/officeDocument/2006/relationships/tags" Target="../tags/tag86.xml"/><Relationship Id="rId16" Type="http://schemas.openxmlformats.org/officeDocument/2006/relationships/tags" Target="../tags/tag85.xml"/><Relationship Id="rId15" Type="http://schemas.openxmlformats.org/officeDocument/2006/relationships/tags" Target="../tags/tag84.xml"/><Relationship Id="rId14" Type="http://schemas.openxmlformats.org/officeDocument/2006/relationships/tags" Target="../tags/tag83.xml"/><Relationship Id="rId13" Type="http://schemas.openxmlformats.org/officeDocument/2006/relationships/tags" Target="../tags/tag82.xml"/><Relationship Id="rId12" Type="http://schemas.openxmlformats.org/officeDocument/2006/relationships/tags" Target="../tags/tag81.xml"/><Relationship Id="rId11" Type="http://schemas.openxmlformats.org/officeDocument/2006/relationships/tags" Target="../tags/tag80.xml"/><Relationship Id="rId10" Type="http://schemas.openxmlformats.org/officeDocument/2006/relationships/tags" Target="../tags/tag79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99.xml"/><Relationship Id="rId1" Type="http://schemas.openxmlformats.org/officeDocument/2006/relationships/tags" Target="../tags/tag9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102.xml"/><Relationship Id="rId2" Type="http://schemas.openxmlformats.org/officeDocument/2006/relationships/tags" Target="../tags/tag101.xml"/><Relationship Id="rId1" Type="http://schemas.openxmlformats.org/officeDocument/2006/relationships/tags" Target="../tags/tag100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11.xml"/><Relationship Id="rId8" Type="http://schemas.openxmlformats.org/officeDocument/2006/relationships/tags" Target="../tags/tag110.xml"/><Relationship Id="rId7" Type="http://schemas.openxmlformats.org/officeDocument/2006/relationships/tags" Target="../tags/tag109.xml"/><Relationship Id="rId6" Type="http://schemas.openxmlformats.org/officeDocument/2006/relationships/tags" Target="../tags/tag108.xml"/><Relationship Id="rId5" Type="http://schemas.openxmlformats.org/officeDocument/2006/relationships/tags" Target="../tags/tag107.xml"/><Relationship Id="rId4" Type="http://schemas.openxmlformats.org/officeDocument/2006/relationships/tags" Target="../tags/tag106.xml"/><Relationship Id="rId3" Type="http://schemas.openxmlformats.org/officeDocument/2006/relationships/tags" Target="../tags/tag105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22.xml"/><Relationship Id="rId2" Type="http://schemas.openxmlformats.org/officeDocument/2006/relationships/tags" Target="../tags/tag104.xml"/><Relationship Id="rId19" Type="http://schemas.openxmlformats.org/officeDocument/2006/relationships/tags" Target="../tags/tag121.xml"/><Relationship Id="rId18" Type="http://schemas.openxmlformats.org/officeDocument/2006/relationships/tags" Target="../tags/tag120.xml"/><Relationship Id="rId17" Type="http://schemas.openxmlformats.org/officeDocument/2006/relationships/tags" Target="../tags/tag119.xml"/><Relationship Id="rId16" Type="http://schemas.openxmlformats.org/officeDocument/2006/relationships/tags" Target="../tags/tag118.xml"/><Relationship Id="rId15" Type="http://schemas.openxmlformats.org/officeDocument/2006/relationships/tags" Target="../tags/tag117.xml"/><Relationship Id="rId14" Type="http://schemas.openxmlformats.org/officeDocument/2006/relationships/tags" Target="../tags/tag116.xml"/><Relationship Id="rId13" Type="http://schemas.openxmlformats.org/officeDocument/2006/relationships/tags" Target="../tags/tag115.xml"/><Relationship Id="rId12" Type="http://schemas.openxmlformats.org/officeDocument/2006/relationships/tags" Target="../tags/tag114.xml"/><Relationship Id="rId11" Type="http://schemas.openxmlformats.org/officeDocument/2006/relationships/tags" Target="../tags/tag113.xml"/><Relationship Id="rId10" Type="http://schemas.openxmlformats.org/officeDocument/2006/relationships/tags" Target="../tags/tag112.xml"/><Relationship Id="rId1" Type="http://schemas.openxmlformats.org/officeDocument/2006/relationships/tags" Target="../tags/tag103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131.xml"/><Relationship Id="rId8" Type="http://schemas.openxmlformats.org/officeDocument/2006/relationships/tags" Target="../tags/tag130.xml"/><Relationship Id="rId7" Type="http://schemas.openxmlformats.org/officeDocument/2006/relationships/tags" Target="../tags/tag129.xml"/><Relationship Id="rId6" Type="http://schemas.openxmlformats.org/officeDocument/2006/relationships/tags" Target="../tags/tag128.xml"/><Relationship Id="rId5" Type="http://schemas.openxmlformats.org/officeDocument/2006/relationships/tags" Target="../tags/tag127.xml"/><Relationship Id="rId4" Type="http://schemas.openxmlformats.org/officeDocument/2006/relationships/tags" Target="../tags/tag126.xml"/><Relationship Id="rId3" Type="http://schemas.openxmlformats.org/officeDocument/2006/relationships/tags" Target="../tags/tag125.xml"/><Relationship Id="rId2" Type="http://schemas.openxmlformats.org/officeDocument/2006/relationships/tags" Target="../tags/tag124.xml"/><Relationship Id="rId12" Type="http://schemas.openxmlformats.org/officeDocument/2006/relationships/notesSlide" Target="../notesSlides/notesSlide4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32.xml"/><Relationship Id="rId1" Type="http://schemas.openxmlformats.org/officeDocument/2006/relationships/tags" Target="../tags/tag12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135.xml"/><Relationship Id="rId2" Type="http://schemas.openxmlformats.org/officeDocument/2006/relationships/tags" Target="../tags/tag134.xml"/><Relationship Id="rId1" Type="http://schemas.openxmlformats.org/officeDocument/2006/relationships/tags" Target="../tags/tag133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44.xml"/><Relationship Id="rId8" Type="http://schemas.openxmlformats.org/officeDocument/2006/relationships/tags" Target="../tags/tag143.xml"/><Relationship Id="rId7" Type="http://schemas.openxmlformats.org/officeDocument/2006/relationships/tags" Target="../tags/tag142.xml"/><Relationship Id="rId6" Type="http://schemas.openxmlformats.org/officeDocument/2006/relationships/tags" Target="../tags/tag141.xml"/><Relationship Id="rId5" Type="http://schemas.openxmlformats.org/officeDocument/2006/relationships/tags" Target="../tags/tag140.xml"/><Relationship Id="rId4" Type="http://schemas.openxmlformats.org/officeDocument/2006/relationships/tags" Target="../tags/tag139.xml"/><Relationship Id="rId3" Type="http://schemas.openxmlformats.org/officeDocument/2006/relationships/tags" Target="../tags/tag138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55.xml"/><Relationship Id="rId2" Type="http://schemas.openxmlformats.org/officeDocument/2006/relationships/tags" Target="../tags/tag137.xml"/><Relationship Id="rId19" Type="http://schemas.openxmlformats.org/officeDocument/2006/relationships/tags" Target="../tags/tag154.xml"/><Relationship Id="rId18" Type="http://schemas.openxmlformats.org/officeDocument/2006/relationships/tags" Target="../tags/tag153.xml"/><Relationship Id="rId17" Type="http://schemas.openxmlformats.org/officeDocument/2006/relationships/tags" Target="../tags/tag152.xml"/><Relationship Id="rId16" Type="http://schemas.openxmlformats.org/officeDocument/2006/relationships/tags" Target="../tags/tag151.xml"/><Relationship Id="rId15" Type="http://schemas.openxmlformats.org/officeDocument/2006/relationships/tags" Target="../tags/tag150.xml"/><Relationship Id="rId14" Type="http://schemas.openxmlformats.org/officeDocument/2006/relationships/tags" Target="../tags/tag149.xml"/><Relationship Id="rId13" Type="http://schemas.openxmlformats.org/officeDocument/2006/relationships/tags" Target="../tags/tag148.xml"/><Relationship Id="rId12" Type="http://schemas.openxmlformats.org/officeDocument/2006/relationships/tags" Target="../tags/tag147.xml"/><Relationship Id="rId11" Type="http://schemas.openxmlformats.org/officeDocument/2006/relationships/tags" Target="../tags/tag146.xml"/><Relationship Id="rId10" Type="http://schemas.openxmlformats.org/officeDocument/2006/relationships/tags" Target="../tags/tag145.xml"/><Relationship Id="rId1" Type="http://schemas.openxmlformats.org/officeDocument/2006/relationships/tags" Target="../tags/tag136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64.xml"/><Relationship Id="rId8" Type="http://schemas.openxmlformats.org/officeDocument/2006/relationships/tags" Target="../tags/tag163.xml"/><Relationship Id="rId7" Type="http://schemas.openxmlformats.org/officeDocument/2006/relationships/tags" Target="../tags/tag162.xml"/><Relationship Id="rId6" Type="http://schemas.openxmlformats.org/officeDocument/2006/relationships/tags" Target="../tags/tag161.xml"/><Relationship Id="rId5" Type="http://schemas.openxmlformats.org/officeDocument/2006/relationships/tags" Target="../tags/tag160.xml"/><Relationship Id="rId4" Type="http://schemas.openxmlformats.org/officeDocument/2006/relationships/tags" Target="../tags/tag159.xml"/><Relationship Id="rId3" Type="http://schemas.openxmlformats.org/officeDocument/2006/relationships/tags" Target="../tags/tag158.xml"/><Relationship Id="rId2" Type="http://schemas.openxmlformats.org/officeDocument/2006/relationships/tags" Target="../tags/tag157.xml"/><Relationship Id="rId12" Type="http://schemas.openxmlformats.org/officeDocument/2006/relationships/notesSlide" Target="../notesSlides/notesSlide7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65.xml"/><Relationship Id="rId1" Type="http://schemas.openxmlformats.org/officeDocument/2006/relationships/tags" Target="../tags/tag15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168.xml"/><Relationship Id="rId2" Type="http://schemas.openxmlformats.org/officeDocument/2006/relationships/tags" Target="../tags/tag167.xml"/><Relationship Id="rId1" Type="http://schemas.openxmlformats.org/officeDocument/2006/relationships/tags" Target="../tags/tag16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77.xml"/><Relationship Id="rId8" Type="http://schemas.openxmlformats.org/officeDocument/2006/relationships/tags" Target="../tags/tag176.xml"/><Relationship Id="rId7" Type="http://schemas.openxmlformats.org/officeDocument/2006/relationships/tags" Target="../tags/tag175.xml"/><Relationship Id="rId6" Type="http://schemas.openxmlformats.org/officeDocument/2006/relationships/tags" Target="../tags/tag174.xml"/><Relationship Id="rId5" Type="http://schemas.openxmlformats.org/officeDocument/2006/relationships/tags" Target="../tags/tag173.xml"/><Relationship Id="rId4" Type="http://schemas.openxmlformats.org/officeDocument/2006/relationships/tags" Target="../tags/tag172.xml"/><Relationship Id="rId3" Type="http://schemas.openxmlformats.org/officeDocument/2006/relationships/tags" Target="../tags/tag171.xml"/><Relationship Id="rId21" Type="http://schemas.openxmlformats.org/officeDocument/2006/relationships/slideLayout" Target="../slideLayouts/slideLayout15.xml"/><Relationship Id="rId20" Type="http://schemas.openxmlformats.org/officeDocument/2006/relationships/tags" Target="../tags/tag188.xml"/><Relationship Id="rId2" Type="http://schemas.openxmlformats.org/officeDocument/2006/relationships/tags" Target="../tags/tag170.xml"/><Relationship Id="rId19" Type="http://schemas.openxmlformats.org/officeDocument/2006/relationships/tags" Target="../tags/tag187.xml"/><Relationship Id="rId18" Type="http://schemas.openxmlformats.org/officeDocument/2006/relationships/tags" Target="../tags/tag186.xml"/><Relationship Id="rId17" Type="http://schemas.openxmlformats.org/officeDocument/2006/relationships/tags" Target="../tags/tag185.xml"/><Relationship Id="rId16" Type="http://schemas.openxmlformats.org/officeDocument/2006/relationships/tags" Target="../tags/tag184.xml"/><Relationship Id="rId15" Type="http://schemas.openxmlformats.org/officeDocument/2006/relationships/tags" Target="../tags/tag183.xml"/><Relationship Id="rId14" Type="http://schemas.openxmlformats.org/officeDocument/2006/relationships/tags" Target="../tags/tag182.xml"/><Relationship Id="rId13" Type="http://schemas.openxmlformats.org/officeDocument/2006/relationships/tags" Target="../tags/tag181.xml"/><Relationship Id="rId12" Type="http://schemas.openxmlformats.org/officeDocument/2006/relationships/tags" Target="../tags/tag180.xml"/><Relationship Id="rId11" Type="http://schemas.openxmlformats.org/officeDocument/2006/relationships/tags" Target="../tags/tag179.xml"/><Relationship Id="rId10" Type="http://schemas.openxmlformats.org/officeDocument/2006/relationships/tags" Target="../tags/tag178.xml"/><Relationship Id="rId1" Type="http://schemas.openxmlformats.org/officeDocument/2006/relationships/tags" Target="../tags/tag169.xml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tags" Target="../tags/tag197.xml"/><Relationship Id="rId8" Type="http://schemas.openxmlformats.org/officeDocument/2006/relationships/tags" Target="../tags/tag196.xml"/><Relationship Id="rId7" Type="http://schemas.openxmlformats.org/officeDocument/2006/relationships/tags" Target="../tags/tag195.xml"/><Relationship Id="rId6" Type="http://schemas.openxmlformats.org/officeDocument/2006/relationships/tags" Target="../tags/tag194.xml"/><Relationship Id="rId5" Type="http://schemas.openxmlformats.org/officeDocument/2006/relationships/tags" Target="../tags/tag193.xml"/><Relationship Id="rId4" Type="http://schemas.openxmlformats.org/officeDocument/2006/relationships/tags" Target="../tags/tag192.xml"/><Relationship Id="rId3" Type="http://schemas.openxmlformats.org/officeDocument/2006/relationships/tags" Target="../tags/tag191.xml"/><Relationship Id="rId2" Type="http://schemas.openxmlformats.org/officeDocument/2006/relationships/tags" Target="../tags/tag190.xml"/><Relationship Id="rId12" Type="http://schemas.openxmlformats.org/officeDocument/2006/relationships/notesSlide" Target="../notesSlides/notesSlide11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198.xml"/><Relationship Id="rId1" Type="http://schemas.openxmlformats.org/officeDocument/2006/relationships/tags" Target="../tags/tag18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01.xml"/><Relationship Id="rId2" Type="http://schemas.openxmlformats.org/officeDocument/2006/relationships/tags" Target="../tags/tag200.xml"/><Relationship Id="rId1" Type="http://schemas.openxmlformats.org/officeDocument/2006/relationships/tags" Target="../tags/tag19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205.xml"/><Relationship Id="rId3" Type="http://schemas.openxmlformats.org/officeDocument/2006/relationships/tags" Target="../tags/tag204.xml"/><Relationship Id="rId2" Type="http://schemas.openxmlformats.org/officeDocument/2006/relationships/tags" Target="../tags/tag203.xml"/><Relationship Id="rId1" Type="http://schemas.openxmlformats.org/officeDocument/2006/relationships/tags" Target="../tags/tag202.xml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tags" Target="../tags/tag214.xml"/><Relationship Id="rId8" Type="http://schemas.openxmlformats.org/officeDocument/2006/relationships/tags" Target="../tags/tag213.xml"/><Relationship Id="rId7" Type="http://schemas.openxmlformats.org/officeDocument/2006/relationships/tags" Target="../tags/tag212.xml"/><Relationship Id="rId6" Type="http://schemas.openxmlformats.org/officeDocument/2006/relationships/tags" Target="../tags/tag211.xml"/><Relationship Id="rId5" Type="http://schemas.openxmlformats.org/officeDocument/2006/relationships/tags" Target="../tags/tag210.xml"/><Relationship Id="rId4" Type="http://schemas.openxmlformats.org/officeDocument/2006/relationships/tags" Target="../tags/tag209.xml"/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2" Type="http://schemas.openxmlformats.org/officeDocument/2006/relationships/notesSlide" Target="../notesSlides/notesSlide16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215.xml"/><Relationship Id="rId1" Type="http://schemas.openxmlformats.org/officeDocument/2006/relationships/tags" Target="../tags/tag20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218.xml"/><Relationship Id="rId2" Type="http://schemas.openxmlformats.org/officeDocument/2006/relationships/tags" Target="../tags/tag217.xml"/><Relationship Id="rId1" Type="http://schemas.openxmlformats.org/officeDocument/2006/relationships/tags" Target="../tags/tag21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222.xml"/><Relationship Id="rId3" Type="http://schemas.openxmlformats.org/officeDocument/2006/relationships/tags" Target="../tags/tag221.xml"/><Relationship Id="rId2" Type="http://schemas.openxmlformats.org/officeDocument/2006/relationships/tags" Target="../tags/tag220.xml"/><Relationship Id="rId1" Type="http://schemas.openxmlformats.org/officeDocument/2006/relationships/tags" Target="../tags/tag219.xml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tags" Target="../tags/tag231.xml"/><Relationship Id="rId8" Type="http://schemas.openxmlformats.org/officeDocument/2006/relationships/tags" Target="../tags/tag230.xml"/><Relationship Id="rId7" Type="http://schemas.openxmlformats.org/officeDocument/2006/relationships/tags" Target="../tags/tag229.xml"/><Relationship Id="rId6" Type="http://schemas.openxmlformats.org/officeDocument/2006/relationships/tags" Target="../tags/tag228.xml"/><Relationship Id="rId5" Type="http://schemas.openxmlformats.org/officeDocument/2006/relationships/tags" Target="../tags/tag227.xml"/><Relationship Id="rId4" Type="http://schemas.openxmlformats.org/officeDocument/2006/relationships/tags" Target="../tags/tag226.xml"/><Relationship Id="rId3" Type="http://schemas.openxmlformats.org/officeDocument/2006/relationships/tags" Target="../tags/tag225.xml"/><Relationship Id="rId2" Type="http://schemas.openxmlformats.org/officeDocument/2006/relationships/tags" Target="../tags/tag224.xml"/><Relationship Id="rId12" Type="http://schemas.openxmlformats.org/officeDocument/2006/relationships/notesSlide" Target="../notesSlides/notesSlide21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232.xml"/><Relationship Id="rId1" Type="http://schemas.openxmlformats.org/officeDocument/2006/relationships/tags" Target="../tags/tag2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认识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大模型概述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编码器与解码器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近年来，随着计算能力的飞速提升和海量数据的积累，深度学习领域迎来了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大模型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时代。大模型通常指的是拥有超大规模参数（通常在十亿个以上）的神经网络模型。这些模型以其卓越的性能和广泛的应用场景，成为人工智能领域的焦点。大模型的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大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主要体现在以下几个方面：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参数规模大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大模型的核心特征是其庞大的参数量。参数是模型内部的可学习变量，决定了模型的表达能力和复杂度。例如，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GPT-3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的参数量高达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1750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亿，而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LLaMA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系列模型更是达到了数千亿甚至上万亿参数。如此巨大的参数规模使模型能够捕捉更复杂的模式和更细微的特征。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架构规模大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大模型通常采用高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度模块化和分层的设计，包含数十乃至数百层神经网络结构。这种复杂的架构使得模型可以更好地处理多样化的任务，并具备更强的泛化能力。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训练数据大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大模型需要海量的数据进行训练，以充分发挥其潜能。这些数据通常来自互联网文本、书籍、代码库等多种来源，覆盖了丰富的语言和知识领域。高质量、多样化的训练数据是大模型取得成功的重要基础。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算力需求大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训练大模型需要强大的计算资源支持，通常依赖于高性能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或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TPU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集群。例如，训练一个百亿参数级别的模型可能需要数千块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协同工作数周甚至数月。因此，大模型的发展也推动了硬件技术的进步。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大模型的出现标志着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人工智能从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小而精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的专用模型向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大而全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的通用模型转变。它们不仅在自然语言处理（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NLP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）领域取得了突破性进展，还在计算机视觉、语音识别、多模态任务等多个领域展现了强大的潜力。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认识</a:t>
            </a:r>
            <a:r>
              <a:rPr lang="en-US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大模型概述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编码器与解码器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在深度学习模型模型架构的发展历程中，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模型是一个具有划时代意义的创新。它首次被提出是在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2017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年谷歌团队发表的论文《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Attention Is All You Need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》中。自此之后，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迅速成为自然语言处理（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NLP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）领域的主流架构，并成为当前各类大语言模型（如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LLaMA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等）的基础框架。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其核心特点和优势如下：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注意力机制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的核心是自注意力机制，它能同时计算输入序列中所有元素之间的关联性，从而建立全局上下文理解。不同于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RNN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的逐步处理方式，这种并行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注意力机制能够高效捕捉长距离依赖关系，在处理长文本或复杂序列时表现出色，有效解决了传统模型的信息衰减问题。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高效的并行计算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完全基于矩阵运算实现，摒弃了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RNN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的顺序计算方式，使得模型可以充分利用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GPU/TPU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的并行计算能力。这种设计大幅提升了训练和推理效率，使处理大规模数据成为可能，为后续大模型的发展奠定了硬件适配基础。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模块化与可扩展性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采用标准化的模块堆叠结构，每层具有相同的输入输出维度，支持灵活增减网络深度。这种高度模块化的特性不仅简化了模型设计，更使其具备极强的扩展能力，直接推动了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PT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LLaMA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等超大参数规模模型的出现，成为现代深度学习架构的标杆。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综上所述，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凭借其创新的自注意力机制、高效的矩阵并行计算特性以及高度模块化的可扩展架构，不仅彻底革新了序列建模范式，更成为支撑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GPT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LLaMA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等现代大模型发展的核心基石，推动了人工智能领域向更大规模、更强性能方向的持续突破。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认识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大模型概述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64D2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编码器与解码器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注意力机制</a:t>
            </a:r>
            <a:endParaRPr lang="zh-CN" altLang="zh-CN" sz="2400" dirty="0" smtClean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模型中，编码器（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Encoder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解码器（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Decoder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）是两个非常重要的组成部分。它们分别承担着不同的任务，共同协作完成语言理解和生成的过程，如图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1-1-1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所示。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图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1-1-1 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结构图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我们可以把整个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模型想象成一个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翻译机器人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：编码器就像是机器人的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耳朵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+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大脑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，负责接收输入并理解它的含义；解码器就像是机器人的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嘴巴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+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思维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，根据理解的内容生成输出，比如翻译成另一种语言或回答问题。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编码器（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Encoder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编码器的主要任务是将输入文本转换为一种语义丰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富的向量表示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。这个表示不仅包含每个词本身的含义，还融合了上下文信息，帮助模型理解句子的整体意思。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例如，输入一句话：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我喜欢自然语言处理。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，编码器会将这句话中的每一个词都转化为一个高维向量，并通过多层网络提取出它们之间的关系，最终形成一个完整的语义表达。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编码器由多个相同的层堆叠而成，每一层包括两个核心组件：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自注意力机制（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Self-Attention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前馈神经网络（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Feed-Forward Network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这种结构使得编码器能够从不同角度去分析输入内容，从而获得更全面的理解。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解码器（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Decoder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解码器的任务是根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据编码器输出的语义表示，逐步生成目标序列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。这个目标序列可以是翻译后的句子、问答的答案，甚至是续写的一段文字。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举个例子：如果你问模型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什么是人工智能？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，编码器会先理解这个问题，然后解码器会一步步地生成答案，如：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人工智能是一种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……”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解码器同样由多个相同层堆叠而成，每一层包括三个关键组件：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掩码自注意力机制（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Masked Self-Attention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：防止提前看到未来的信息；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交叉注意力机制（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Cross-Attention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：连接编码器的输出；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前馈神经网络（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Feed-Forward Network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这样的设计让解码器既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10285" y="1899920"/>
            <a:ext cx="6406515" cy="38849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能关注当前已生成的内容，又能参考原始输入的信息，确保生成结果准确且连贯。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3.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编码器与解码器的关系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两者之间通过交叉注意力机制紧密联系，使得解码器在生成每一个词时，都能参考整个输入序列的信息。这种协同工作机制，是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模型实现高效语言建模的关键，如图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1-1-2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所示。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0"/>
          <p:cNvSpPr/>
          <p:nvPr/>
        </p:nvSpPr>
        <p:spPr>
          <a:xfrm>
            <a:off x="67437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86725" y="2372361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圆角矩形 34"/>
          <p:cNvSpPr/>
          <p:nvPr>
            <p:custDataLst>
              <p:tags r:id="rId1"/>
            </p:custDataLst>
          </p:nvPr>
        </p:nvSpPr>
        <p:spPr>
          <a:xfrm rot="2700000">
            <a:off x="4053840" y="2520315"/>
            <a:ext cx="1509395" cy="151701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圆角矩形 38"/>
          <p:cNvSpPr/>
          <p:nvPr>
            <p:custDataLst>
              <p:tags r:id="rId2"/>
            </p:custDataLst>
          </p:nvPr>
        </p:nvSpPr>
        <p:spPr>
          <a:xfrm rot="2700000">
            <a:off x="427291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任意多边形 44"/>
          <p:cNvSpPr/>
          <p:nvPr>
            <p:custDataLst>
              <p:tags r:id="rId3"/>
            </p:custDataLst>
          </p:nvPr>
        </p:nvSpPr>
        <p:spPr>
          <a:xfrm flipV="1">
            <a:off x="405511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451347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1" name="组合 10"/>
          <p:cNvGrpSpPr/>
          <p:nvPr>
            <p:custDataLst>
              <p:tags r:id="rId5"/>
            </p:custDataLst>
          </p:nvPr>
        </p:nvGrpSpPr>
        <p:grpSpPr>
          <a:xfrm>
            <a:off x="1248410" y="2000885"/>
            <a:ext cx="1597025" cy="1935480"/>
            <a:chOff x="4536" y="3212"/>
            <a:chExt cx="3287" cy="4048"/>
          </a:xfrm>
        </p:grpSpPr>
        <p:sp>
          <p:nvSpPr>
            <p:cNvPr id="13" name="圆角矩形 34"/>
            <p:cNvSpPr/>
            <p:nvPr>
              <p:custDataLst>
                <p:tags r:id="rId6"/>
              </p:custDataLst>
            </p:nvPr>
          </p:nvSpPr>
          <p:spPr>
            <a:xfrm rot="2700000">
              <a:off x="4536" y="4280"/>
              <a:ext cx="2980" cy="2980"/>
            </a:xfrm>
            <a:prstGeom prst="roundRect">
              <a:avLst>
                <a:gd name="adj" fmla="val 631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>
              <a:outerShdw blurRad="152400" dist="63500" dir="8100000" algn="tl" rotWithShape="0">
                <a:prstClr val="black">
                  <a:alpha val="30000"/>
                </a:prstClr>
              </a:outerShdw>
            </a:effectLst>
            <a:scene3d>
              <a:camera prst="orthographicFront"/>
              <a:lightRig rig="threePt" dir="t"/>
            </a:scene3d>
            <a:sp3d prstMaterial="softEdge">
              <a:bevelT w="38100" h="635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IN-BoldItalic" pitchFamily="50" charset="0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圆角矩形 38"/>
            <p:cNvSpPr/>
            <p:nvPr>
              <p:custDataLst>
                <p:tags r:id="rId7"/>
              </p:custDataLst>
            </p:nvPr>
          </p:nvSpPr>
          <p:spPr>
            <a:xfrm rot="2700000">
              <a:off x="4943" y="4671"/>
              <a:ext cx="2185" cy="2185"/>
            </a:xfrm>
            <a:prstGeom prst="roundRect">
              <a:avLst>
                <a:gd name="adj" fmla="val 6319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任意多边形 42"/>
            <p:cNvSpPr/>
            <p:nvPr/>
          </p:nvSpPr>
          <p:spPr>
            <a:xfrm>
              <a:off x="4767" y="3212"/>
              <a:ext cx="3056" cy="1809"/>
            </a:xfrm>
            <a:custGeom>
              <a:avLst/>
              <a:gdLst>
                <a:gd name="connsiteX0" fmla="*/ 0 w 1940313"/>
                <a:gd name="connsiteY0" fmla="*/ 791737 h 1148576"/>
                <a:gd name="connsiteX1" fmla="*/ 791737 w 1940313"/>
                <a:gd name="connsiteY1" fmla="*/ 0 h 1148576"/>
                <a:gd name="connsiteX2" fmla="*/ 1940313 w 1940313"/>
                <a:gd name="connsiteY2" fmla="*/ 1148576 h 114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0313" h="1148576">
                  <a:moveTo>
                    <a:pt x="0" y="791737"/>
                  </a:moveTo>
                  <a:lnTo>
                    <a:pt x="791737" y="0"/>
                  </a:lnTo>
                  <a:lnTo>
                    <a:pt x="1940313" y="1148576"/>
                  </a:lnTo>
                </a:path>
              </a:pathLst>
            </a:custGeom>
            <a:noFill/>
            <a:ln w="12700">
              <a:solidFill>
                <a:srgbClr val="8A8B8F"/>
              </a:solidFill>
              <a:prstDash val="dash"/>
              <a:headEnd type="oval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微软雅黑" panose="020B0503020204020204" pitchFamily="34" charset="-122"/>
                <a:cs typeface="+mn-cs"/>
              </a:endParaRPr>
            </a:p>
          </p:txBody>
        </p:sp>
      </p:grp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1662430" y="2762250"/>
            <a:ext cx="541020" cy="9493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3" name="文本框1"/>
          <p:cNvSpPr txBox="1"/>
          <p:nvPr>
            <p:custDataLst>
              <p:tags r:id="rId9"/>
            </p:custDataLst>
          </p:nvPr>
        </p:nvSpPr>
        <p:spPr>
          <a:xfrm>
            <a:off x="3457869" y="4770120"/>
            <a:ext cx="2700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认识</a:t>
            </a:r>
            <a:r>
              <a:rPr lang="en-US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模型</a:t>
            </a:r>
            <a:endParaRPr lang="zh-CN" altLang="en-US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1"/>
          <p:cNvSpPr txBox="1"/>
          <p:nvPr>
            <p:custDataLst>
              <p:tags r:id="rId10"/>
            </p:custDataLst>
          </p:nvPr>
        </p:nvSpPr>
        <p:spPr>
          <a:xfrm>
            <a:off x="622292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大模型概述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" name="圆角矩形 34"/>
          <p:cNvSpPr/>
          <p:nvPr>
            <p:custDataLst>
              <p:tags r:id="rId11"/>
            </p:custDataLst>
          </p:nvPr>
        </p:nvSpPr>
        <p:spPr>
          <a:xfrm rot="2700000">
            <a:off x="6995795" y="2531745"/>
            <a:ext cx="1492885" cy="1393825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圆角矩形 38"/>
          <p:cNvSpPr/>
          <p:nvPr>
            <p:custDataLst>
              <p:tags r:id="rId12"/>
            </p:custDataLst>
          </p:nvPr>
        </p:nvSpPr>
        <p:spPr>
          <a:xfrm rot="2700000">
            <a:off x="7209155" y="2696845"/>
            <a:ext cx="1068070" cy="1068070"/>
          </a:xfrm>
          <a:prstGeom prst="roundRect">
            <a:avLst>
              <a:gd name="adj" fmla="val 6319"/>
            </a:avLst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圆角矩形 34"/>
          <p:cNvSpPr/>
          <p:nvPr>
            <p:custDataLst>
              <p:tags r:id="rId13"/>
            </p:custDataLst>
          </p:nvPr>
        </p:nvSpPr>
        <p:spPr>
          <a:xfrm rot="2700000">
            <a:off x="9720580" y="2510790"/>
            <a:ext cx="1454785" cy="1449070"/>
          </a:xfrm>
          <a:prstGeom prst="roundRect">
            <a:avLst>
              <a:gd name="adj" fmla="val 6319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>
            <a:outerShdw blurRad="152400" dist="63500" dir="8100000" algn="tl" rotWithShape="0">
              <a:prstClr val="black">
                <a:alpha val="30000"/>
              </a:prstClr>
            </a:outerShdw>
          </a:effectLst>
          <a:scene3d>
            <a:camera prst="orthographicFront"/>
            <a:lightRig rig="threePt" dir="t"/>
          </a:scene3d>
          <a:sp3d prstMaterial="softEdge">
            <a:bevelT w="38100" h="635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IN-BoldItalic" pitchFamily="50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圆角矩形 38"/>
          <p:cNvSpPr/>
          <p:nvPr>
            <p:custDataLst>
              <p:tags r:id="rId14"/>
            </p:custDataLst>
          </p:nvPr>
        </p:nvSpPr>
        <p:spPr>
          <a:xfrm rot="2700000">
            <a:off x="9920605" y="2696210"/>
            <a:ext cx="1068070" cy="1068070"/>
          </a:xfrm>
          <a:prstGeom prst="roundRect">
            <a:avLst>
              <a:gd name="adj" fmla="val 6319"/>
            </a:avLst>
          </a:prstGeom>
          <a:solidFill>
            <a:srgbClr val="0064D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文本框 8"/>
          <p:cNvSpPr txBox="1"/>
          <p:nvPr>
            <p:custDataLst>
              <p:tags r:id="rId15"/>
            </p:custDataLst>
          </p:nvPr>
        </p:nvSpPr>
        <p:spPr>
          <a:xfrm>
            <a:off x="7457339" y="2762250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en-US" altLang="zh-CN" sz="6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10102114" y="2696845"/>
            <a:ext cx="6826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b="1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en-US" altLang="zh-CN" sz="60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0" name="任意多边形 42"/>
          <p:cNvSpPr/>
          <p:nvPr>
            <p:custDataLst>
              <p:tags r:id="rId17"/>
            </p:custDataLst>
          </p:nvPr>
        </p:nvSpPr>
        <p:spPr>
          <a:xfrm>
            <a:off x="7089614" y="2000885"/>
            <a:ext cx="1484791" cy="864942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3" name="任意多边形 44"/>
          <p:cNvSpPr/>
          <p:nvPr>
            <p:custDataLst>
              <p:tags r:id="rId18"/>
            </p:custDataLst>
          </p:nvPr>
        </p:nvSpPr>
        <p:spPr>
          <a:xfrm flipV="1">
            <a:off x="9700260" y="3601085"/>
            <a:ext cx="1842770" cy="1015365"/>
          </a:xfrm>
          <a:custGeom>
            <a:avLst/>
            <a:gdLst>
              <a:gd name="connsiteX0" fmla="*/ 0 w 1940313"/>
              <a:gd name="connsiteY0" fmla="*/ 791737 h 1148576"/>
              <a:gd name="connsiteX1" fmla="*/ 791737 w 1940313"/>
              <a:gd name="connsiteY1" fmla="*/ 0 h 1148576"/>
              <a:gd name="connsiteX2" fmla="*/ 1940313 w 1940313"/>
              <a:gd name="connsiteY2" fmla="*/ 1148576 h 1148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40313" h="1148576">
                <a:moveTo>
                  <a:pt x="0" y="791737"/>
                </a:moveTo>
                <a:lnTo>
                  <a:pt x="791737" y="0"/>
                </a:lnTo>
                <a:lnTo>
                  <a:pt x="1940313" y="1148576"/>
                </a:lnTo>
              </a:path>
            </a:pathLst>
          </a:custGeom>
          <a:noFill/>
          <a:ln w="12700">
            <a:solidFill>
              <a:srgbClr val="8A8B8F"/>
            </a:solidFill>
            <a:prstDash val="dash"/>
            <a:headEnd type="oval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4" name="文本框1"/>
          <p:cNvSpPr txBox="1"/>
          <p:nvPr>
            <p:custDataLst>
              <p:tags r:id="rId19"/>
            </p:custDataLst>
          </p:nvPr>
        </p:nvSpPr>
        <p:spPr>
          <a:xfrm>
            <a:off x="6392065" y="4769465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编码器与解码器</a:t>
            </a:r>
            <a:endParaRPr lang="zh-CN" altLang="zh-CN" sz="2400" dirty="0" smtClean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文本框1"/>
          <p:cNvSpPr txBox="1"/>
          <p:nvPr>
            <p:custDataLst>
              <p:tags r:id="rId20"/>
            </p:custDataLst>
          </p:nvPr>
        </p:nvSpPr>
        <p:spPr>
          <a:xfrm>
            <a:off x="9104439" y="4770120"/>
            <a:ext cx="2700000" cy="460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2400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注意力机制</a:t>
            </a:r>
            <a:endParaRPr lang="zh-CN" altLang="zh-CN" sz="2400" b="1" dirty="0" smtClean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0" y="793750"/>
            <a:ext cx="1351262" cy="206121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注意力机制是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模型中最关键的技术之一，它就像是模型的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目光焦点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，让模型在处理信息时，能够动态地聚焦于最相关的内容。这种机制极大提升了模型对上下文的理解能力，使它不再只是机械地照搬词语，而是能像人类一样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句子之间的逻辑关系。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举个生活中的例子来理解，当你看到一句话：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猫追老鼠，因为它饿了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，你能立刻判断出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它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指的是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猫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，而不是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老鼠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。你是怎么做到的？靠的是你大脑中对语义的整体理解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——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前面提到的是猫的动作，所以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它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更可能指代猫。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但对机器来说，理解这种隐含的语义联系并不容易。传统的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RNN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或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LSTM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模型虽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然也能处理序列信息，但它们处理顺序依赖性的方式效率低、难以并行化。而注意力机制则提供了一种全新的方式，让模型在处理每一个词的时候，都可以快速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看到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句中其他词的信息，并自动学习哪些词和当前词有关联。这就像你在阅读时，眼睛会不断扫视整句话，挑选出与当前理解最相关的关键词进行重点分析。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（一）注意力机制的类型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中，注意力机制分为三种类型：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自注意力机制（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Self-Attention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应用场景：编码器内部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作用：帮助模型理解输入序列内部的语义结构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自注意力机制允许模型在处理一个词时，同时考虑整个输入序列中所有词的影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响。例如，在句子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“The bank of the river is crowded with fish.”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中，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“bank”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通常表示银行，但在该句中应理解为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河岸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。通过自注意力机制，模型可以识别出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“river”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这个词与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“bank”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的语义密切相关，从而做出正确判断。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交叉注意力机制（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Cross-Attention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应用场景：解码器中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作用：连接编码器输出与解码器输入，实现跨序列的信息融合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在翻译任务中，比如将英文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“I love NLP”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翻译成中文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我热爱自然语言处理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，解码器生成每个中文词时，都需要参考原始英文句子的各个部分。交叉注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10285" y="1899920"/>
            <a:ext cx="6406515" cy="38849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意力机制就负责搭建起这种桥梁，让解码器在生成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我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热爱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等词时，知道应该关注原文中的哪个部分。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多头注意力机制（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Multi-Head Attention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应用场景：广泛应用于编码器和解码器中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作用：提升模型表达能力和泛化能力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多头注意力机制并不是单一地计算一次注意力，而是并行运行多个不同的注意力模块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，每个模块从不同角度去捕捉信息之间的关联。最后将这些结果合并起来，形成更全面、更准确的语义表示。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类比我们看电影时，一个人看可能会遗漏某些细节，但如果几个人从不同角度看同一部电影，就能得到更完整的理解。多头注意力机制正是这个思路的实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0"/>
          <p:cNvSpPr/>
          <p:nvPr/>
        </p:nvSpPr>
        <p:spPr>
          <a:xfrm>
            <a:off x="67437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86725" y="2372361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41700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5031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11650" y="2206625"/>
            <a:ext cx="7312025" cy="4109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现。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（二）注意力机制的本质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我们可以把注意力机制想象成你在图书馆里查找资料的过程：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你手里有一张问题卡片（比如：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量子力学是什么？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），然后你需要从书架上找到最相关的书籍来回答这个问题。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Query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（查询）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：就是你的问题卡片，代表你现在想知道什么；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Key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（键）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：是每本书的标签或标题，告诉你这本书讲的是什么内容；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Value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（值）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：是这本书的实际内容，是你真正想获取的信息。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模型会根据你的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问题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Query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）去匹配所有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书名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Key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），找到最相关的那几本书，再读取这些书的内容（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Value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），最终整合出一个完整的答案。这个过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 rot="0">
            <a:off x="326390" y="1431290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" name="矩形 8"/>
          <p:cNvSpPr/>
          <p:nvPr/>
        </p:nvSpPr>
        <p:spPr>
          <a:xfrm>
            <a:off x="83369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58470" y="2379980"/>
            <a:ext cx="7291705" cy="3641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程，就是注意力机制的核心思想，如表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1-1-2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所示。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具体而言，模型会为每一个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Query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分别计算它与每个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Key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之间的相似度，然后用这个相似度作为权重，去加权求和对应的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Value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，得到一个新的表示。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这样做的好处是：模型在处理一个词的时候，不仅关注它自己，还能动态地参考句中其他相关词的信息，从而获得更准确的理解。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假设我们有这样一个句子：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小明在图书馆看书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，现在我们要理解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这个词的意义，模型会怎么做？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模型会把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当作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Query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把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小明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图书馆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书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等词都当作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Key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然后找出哪些词和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关系最密切，例如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4241800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/>
          <p:cNvSpPr/>
          <p:nvPr/>
        </p:nvSpPr>
        <p:spPr>
          <a:xfrm>
            <a:off x="488334" y="1904999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686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小明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书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再从这些词对应的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Value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中提取信息；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最终得出：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是一个动作，是由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小明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发出的，对象是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书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通过这种方式，模型就能理解词语之间的语义联系，而不是孤立地看待每一个词。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（三）注意力机制的计算流程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为了更好地理解注意力机制是如何工作的，我们可以将它的计算过程拆解为以下几个关键步骤，并结合简单的数学公式进行说明。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输入向量化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模型处理的是文本数据，但计算机只能处理数字。因此，首先要把输入的词语转换为词向量（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Embedding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，也就是一个固定维度的数值表示。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例如，句子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猫追老鼠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会被转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2975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673100" y="1967230"/>
            <a:ext cx="7158355" cy="42024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化为：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[ [0.5, -0.2, 0.8],   //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猫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[-0.3, 0.7, 0.1],   //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追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[0.6, 0.4, -0.5] ]  //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老鼠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这些向量构成了模型处理的基础数据。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生成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Query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Key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Value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向量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接下来，每个词的向量会分别乘以三个不同的可学习权重矩阵，得到对应的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Query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Q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Key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K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Value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（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V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向量：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Q = X * W_Q
K = X * W_K
V = X * W_V
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其中：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X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是输入词向量；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W_Q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W_K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W_V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是三个可训练参数矩阵；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Q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K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V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分别是查询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8368684" y="1773555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0"/>
          <p:cNvSpPr/>
          <p:nvPr/>
        </p:nvSpPr>
        <p:spPr>
          <a:xfrm>
            <a:off x="478282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12775" y="2370138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031105" y="1828165"/>
            <a:ext cx="6608445" cy="40030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向量、键向量和值向量。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这一步相当于给每个词分配了一个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问题视角（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Q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标签视角（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K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内容视角（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V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计算注意力得分（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Attention Score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通过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Query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Key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做点积运算，再除以一个缩放因子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sqrt(d_k)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，防止点积结果过大导致梯度不稳定。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Attention Score = (Q * K.T) / sqrt(d_k)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说明：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Q * K.T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表示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Q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K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的转置相乘，得到一个相关性矩阵；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d_k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是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Q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K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的维度（如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64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结果是一个注意力得分矩阵，表示每个词与其他词的相关程度。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3854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82755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27050" y="2218055"/>
            <a:ext cx="7366000" cy="40970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Softmax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归一化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对每一行进行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Softmax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操作，把注意力得分变成概率分布（即注意力权重）：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这个权重越高，说明对应位置的词越重要。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加权求和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Value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向量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最后，用这些注意力权重去加权求和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Value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向量，得到最终的输出：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这样我们就得到了一个新的词向量，它不仅包含了这个词本身的含义，还融合了句中其他相关词的信息。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多头注意力机制（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Multi-Head Attention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前面讲的是单个注意力头（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Single Head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）的情况。而在实际应用中，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使用的是多头注意力机制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，即并行运行多个注意力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模块，然后将它们的结果拼接起来：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...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其中：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每个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 head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是一个独立的注意力头；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Concat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表示拼接操作；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W_O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是最终的线性变换矩阵。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
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这种设计让模型可以从不同角度捕捉信息，提升理解和表达能力。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7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8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8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01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0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1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34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3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4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4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5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ags/tag158.xml><?xml version="1.0" encoding="utf-8"?>
<p:tagLst xmlns:p="http://schemas.openxmlformats.org/presentationml/2006/main">
  <p:tag name="KSO_WM_BEAUTIFY_FLAG" val=""/>
</p:tagLst>
</file>

<file path=ppt/tags/tag159.xml><?xml version="1.0" encoding="utf-8"?>
<p:tagLst xmlns:p="http://schemas.openxmlformats.org/presentationml/2006/main">
  <p:tag name="KSO_WM_BEAUTIFY_FLAG" val=""/>
</p:tagLst>
</file>

<file path=ppt/tags/tag160.xml><?xml version="1.0" encoding="utf-8"?>
<p:tagLst xmlns:p="http://schemas.openxmlformats.org/presentationml/2006/main">
  <p:tag name="KSO_WM_BEAUTIFY_FLAG" val=""/>
</p:tagLst>
</file>

<file path=ppt/tags/tag161.xml><?xml version="1.0" encoding="utf-8"?>
<p:tagLst xmlns:p="http://schemas.openxmlformats.org/presentationml/2006/main">
  <p:tag name="KSO_WM_BEAUTIFY_FLAG" val=""/>
</p:tagLst>
</file>

<file path=ppt/tags/tag162.xml><?xml version="1.0" encoding="utf-8"?>
<p:tagLst xmlns:p="http://schemas.openxmlformats.org/presentationml/2006/main">
  <p:tag name="KSO_WM_BEAUTIFY_FLAG" val=""/>
</p:tagLst>
</file>

<file path=ppt/tags/tag163.xml><?xml version="1.0" encoding="utf-8"?>
<p:tagLst xmlns:p="http://schemas.openxmlformats.org/presentationml/2006/main">
  <p:tag name="KSO_WM_BEAUTIFY_FLAG" val=""/>
</p:tagLst>
</file>

<file path=ppt/tags/tag164.xml><?xml version="1.0" encoding="utf-8"?>
<p:tagLst xmlns:p="http://schemas.openxmlformats.org/presentationml/2006/main">
  <p:tag name="KSO_WM_BEAUTIFY_FLAG" val=""/>
</p:tagLst>
</file>

<file path=ppt/tags/tag165.xml><?xml version="1.0" encoding="utf-8"?>
<p:tagLst xmlns:p="http://schemas.openxmlformats.org/presentationml/2006/main">
  <p:tag name="KSO_WM_BEAUTIFY_FLAG" val=""/>
</p:tagLst>
</file>

<file path=ppt/tags/tag166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67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168.xml><?xml version="1.0" encoding="utf-8"?>
<p:tagLst xmlns:p="http://schemas.openxmlformats.org/presentationml/2006/main">
  <p:tag name="KSO_WM_BEAUTIFY_FLAG" val=""/>
</p:tagLst>
</file>

<file path=ppt/tags/tag169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0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1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2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3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4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5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6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7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8.xml><?xml version="1.0" encoding="utf-8"?>
<p:tagLst xmlns:p="http://schemas.openxmlformats.org/presentationml/2006/main">
  <p:tag name="KSO_WM_DIAGRAM_VIRTUALLY_FRAME" val="{&quot;height&quot;:283.4,&quot;left&quot;:42.29937007874014,&quot;top&quot;:157.55,&quot;width&quot;:912.1340097406343}"/>
</p:tagLst>
</file>

<file path=ppt/tags/tag179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0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1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2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3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4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5.xml><?xml version="1.0" encoding="utf-8"?>
<p:tagLst xmlns:p="http://schemas.openxmlformats.org/presentationml/2006/main">
  <p:tag name="KSO_WM_BEAUTIFY_FLAG" val=""/>
</p:tagLst>
</file>

<file path=ppt/tags/tag186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7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8.xml><?xml version="1.0" encoding="utf-8"?>
<p:tagLst xmlns:p="http://schemas.openxmlformats.org/presentationml/2006/main">
  <p:tag name="KSO_WM_BEAUTIFY_FLAG" val=""/>
  <p:tag name="KSO_WM_DIAGRAM_VIRTUALLY_FRAME" val="{&quot;height&quot;:283.4,&quot;left&quot;:42.29937007874014,&quot;top&quot;:157.55,&quot;width&quot;:912.1340097406343}"/>
</p:tagLst>
</file>

<file path=ppt/tags/tag189.xml><?xml version="1.0" encoding="utf-8"?>
<p:tagLst xmlns:p="http://schemas.openxmlformats.org/presentationml/2006/main">
  <p:tag name="KSO_WM_BEAUTIFY_FLAG" val=""/>
</p:tagLst>
</file>

<file path=ppt/tags/tag190.xml><?xml version="1.0" encoding="utf-8"?>
<p:tagLst xmlns:p="http://schemas.openxmlformats.org/presentationml/2006/main">
  <p:tag name="KSO_WM_BEAUTIFY_FLAG" val=""/>
</p:tagLst>
</file>

<file path=ppt/tags/tag191.xml><?xml version="1.0" encoding="utf-8"?>
<p:tagLst xmlns:p="http://schemas.openxmlformats.org/presentationml/2006/main">
  <p:tag name="KSO_WM_BEAUTIFY_FLAG" val=""/>
</p:tagLst>
</file>

<file path=ppt/tags/tag192.xml><?xml version="1.0" encoding="utf-8"?>
<p:tagLst xmlns:p="http://schemas.openxmlformats.org/presentationml/2006/main">
  <p:tag name="KSO_WM_BEAUTIFY_FLAG" val=""/>
</p:tagLst>
</file>

<file path=ppt/tags/tag193.xml><?xml version="1.0" encoding="utf-8"?>
<p:tagLst xmlns:p="http://schemas.openxmlformats.org/presentationml/2006/main">
  <p:tag name="KSO_WM_BEAUTIFY_FLAG" val=""/>
</p:tagLst>
</file>

<file path=ppt/tags/tag194.xml><?xml version="1.0" encoding="utf-8"?>
<p:tagLst xmlns:p="http://schemas.openxmlformats.org/presentationml/2006/main">
  <p:tag name="KSO_WM_BEAUTIFY_FLAG" val=""/>
</p:tagLst>
</file>

<file path=ppt/tags/tag195.xml><?xml version="1.0" encoding="utf-8"?>
<p:tagLst xmlns:p="http://schemas.openxmlformats.org/presentationml/2006/main">
  <p:tag name="KSO_WM_BEAUTIFY_FLAG" val=""/>
</p:tagLst>
</file>

<file path=ppt/tags/tag196.xml><?xml version="1.0" encoding="utf-8"?>
<p:tagLst xmlns:p="http://schemas.openxmlformats.org/presentationml/2006/main">
  <p:tag name="KSO_WM_BEAUTIFY_FLAG" val=""/>
</p:tagLst>
</file>

<file path=ppt/tags/tag197.xml><?xml version="1.0" encoding="utf-8"?>
<p:tagLst xmlns:p="http://schemas.openxmlformats.org/presentationml/2006/main">
  <p:tag name="KSO_WM_BEAUTIFY_FLAG" val=""/>
</p:tagLst>
</file>

<file path=ppt/tags/tag198.xml><?xml version="1.0" encoding="utf-8"?>
<p:tagLst xmlns:p="http://schemas.openxmlformats.org/presentationml/2006/main">
  <p:tag name="KSO_WM_BEAUTIFY_FLAG" val=""/>
</p:tagLst>
</file>

<file path=ppt/tags/tag199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00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01.xml><?xml version="1.0" encoding="utf-8"?>
<p:tagLst xmlns:p="http://schemas.openxmlformats.org/presentationml/2006/main">
  <p:tag name="KSO_WM_BEAUTIFY_FLAG" val=""/>
</p:tagLst>
</file>

<file path=ppt/tags/tag202.xml><?xml version="1.0" encoding="utf-8"?>
<p:tagLst xmlns:p="http://schemas.openxmlformats.org/presentationml/2006/main">
  <p:tag name="KSO_WM_BEAUTIFY_FLAG" val=""/>
</p:tagLst>
</file>

<file path=ppt/tags/tag203.xml><?xml version="1.0" encoding="utf-8"?>
<p:tagLst xmlns:p="http://schemas.openxmlformats.org/presentationml/2006/main">
  <p:tag name="KSO_WM_BEAUTIFY_FLAG" val=""/>
</p:tagLst>
</file>

<file path=ppt/tags/tag204.xml><?xml version="1.0" encoding="utf-8"?>
<p:tagLst xmlns:p="http://schemas.openxmlformats.org/presentationml/2006/main">
  <p:tag name="KSO_WM_BEAUTIFY_FLAG" val=""/>
</p:tagLst>
</file>

<file path=ppt/tags/tag205.xml><?xml version="1.0" encoding="utf-8"?>
<p:tagLst xmlns:p="http://schemas.openxmlformats.org/presentationml/2006/main">
  <p:tag name="KSO_WM_BEAUTIFY_FLAG" val=""/>
</p:tagLst>
</file>

<file path=ppt/tags/tag206.xml><?xml version="1.0" encoding="utf-8"?>
<p:tagLst xmlns:p="http://schemas.openxmlformats.org/presentationml/2006/main">
  <p:tag name="KSO_WM_BEAUTIFY_FLAG" val=""/>
</p:tagLst>
</file>

<file path=ppt/tags/tag207.xml><?xml version="1.0" encoding="utf-8"?>
<p:tagLst xmlns:p="http://schemas.openxmlformats.org/presentationml/2006/main">
  <p:tag name="KSO_WM_BEAUTIFY_FLAG" val=""/>
</p:tagLst>
</file>

<file path=ppt/tags/tag208.xml><?xml version="1.0" encoding="utf-8"?>
<p:tagLst xmlns:p="http://schemas.openxmlformats.org/presentationml/2006/main">
  <p:tag name="KSO_WM_BEAUTIFY_FLAG" val=""/>
</p:tagLst>
</file>

<file path=ppt/tags/tag209.xml><?xml version="1.0" encoding="utf-8"?>
<p:tagLst xmlns:p="http://schemas.openxmlformats.org/presentationml/2006/main">
  <p:tag name="KSO_WM_BEAUTIFY_FLAG" val=""/>
</p:tagLst>
</file>

<file path=ppt/tags/tag210.xml><?xml version="1.0" encoding="utf-8"?>
<p:tagLst xmlns:p="http://schemas.openxmlformats.org/presentationml/2006/main">
  <p:tag name="KSO_WM_BEAUTIFY_FLAG" val=""/>
</p:tagLst>
</file>

<file path=ppt/tags/tag211.xml><?xml version="1.0" encoding="utf-8"?>
<p:tagLst xmlns:p="http://schemas.openxmlformats.org/presentationml/2006/main">
  <p:tag name="KSO_WM_BEAUTIFY_FLAG" val=""/>
</p:tagLst>
</file>

<file path=ppt/tags/tag212.xml><?xml version="1.0" encoding="utf-8"?>
<p:tagLst xmlns:p="http://schemas.openxmlformats.org/presentationml/2006/main">
  <p:tag name="KSO_WM_BEAUTIFY_FLAG" val=""/>
</p:tagLst>
</file>

<file path=ppt/tags/tag213.xml><?xml version="1.0" encoding="utf-8"?>
<p:tagLst xmlns:p="http://schemas.openxmlformats.org/presentationml/2006/main">
  <p:tag name="KSO_WM_BEAUTIFY_FLAG" val=""/>
</p:tagLst>
</file>

<file path=ppt/tags/tag214.xml><?xml version="1.0" encoding="utf-8"?>
<p:tagLst xmlns:p="http://schemas.openxmlformats.org/presentationml/2006/main">
  <p:tag name="KSO_WM_BEAUTIFY_FLAG" val=""/>
</p:tagLst>
</file>

<file path=ppt/tags/tag215.xml><?xml version="1.0" encoding="utf-8"?>
<p:tagLst xmlns:p="http://schemas.openxmlformats.org/presentationml/2006/main">
  <p:tag name="KSO_WM_BEAUTIFY_FLAG" val=""/>
</p:tagLst>
</file>

<file path=ppt/tags/tag216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17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218.xml><?xml version="1.0" encoding="utf-8"?>
<p:tagLst xmlns:p="http://schemas.openxmlformats.org/presentationml/2006/main">
  <p:tag name="KSO_WM_BEAUTIFY_FLAG" val=""/>
</p:tagLst>
</file>

<file path=ppt/tags/tag219.xml><?xml version="1.0" encoding="utf-8"?>
<p:tagLst xmlns:p="http://schemas.openxmlformats.org/presentationml/2006/main">
  <p:tag name="KSO_WM_BEAUTIFY_FLAG" val=""/>
</p:tagLst>
</file>

<file path=ppt/tags/tag220.xml><?xml version="1.0" encoding="utf-8"?>
<p:tagLst xmlns:p="http://schemas.openxmlformats.org/presentationml/2006/main">
  <p:tag name="KSO_WM_BEAUTIFY_FLAG" val=""/>
</p:tagLst>
</file>

<file path=ppt/tags/tag221.xml><?xml version="1.0" encoding="utf-8"?>
<p:tagLst xmlns:p="http://schemas.openxmlformats.org/presentationml/2006/main">
  <p:tag name="KSO_WM_BEAUTIFY_FLAG" val=""/>
</p:tagLst>
</file>

<file path=ppt/tags/tag222.xml><?xml version="1.0" encoding="utf-8"?>
<p:tagLst xmlns:p="http://schemas.openxmlformats.org/presentationml/2006/main">
  <p:tag name="KSO_WM_BEAUTIFY_FLAG" val=""/>
</p:tagLst>
</file>

<file path=ppt/tags/tag223.xml><?xml version="1.0" encoding="utf-8"?>
<p:tagLst xmlns:p="http://schemas.openxmlformats.org/presentationml/2006/main">
  <p:tag name="KSO_WM_BEAUTIFY_FLAG" val=""/>
</p:tagLst>
</file>

<file path=ppt/tags/tag224.xml><?xml version="1.0" encoding="utf-8"?>
<p:tagLst xmlns:p="http://schemas.openxmlformats.org/presentationml/2006/main">
  <p:tag name="KSO_WM_BEAUTIFY_FLAG" val=""/>
</p:tagLst>
</file>

<file path=ppt/tags/tag225.xml><?xml version="1.0" encoding="utf-8"?>
<p:tagLst xmlns:p="http://schemas.openxmlformats.org/presentationml/2006/main">
  <p:tag name="KSO_WM_BEAUTIFY_FLAG" val=""/>
</p:tagLst>
</file>

<file path=ppt/tags/tag226.xml><?xml version="1.0" encoding="utf-8"?>
<p:tagLst xmlns:p="http://schemas.openxmlformats.org/presentationml/2006/main">
  <p:tag name="KSO_WM_BEAUTIFY_FLAG" val=""/>
</p:tagLst>
</file>

<file path=ppt/tags/tag227.xml><?xml version="1.0" encoding="utf-8"?>
<p:tagLst xmlns:p="http://schemas.openxmlformats.org/presentationml/2006/main">
  <p:tag name="KSO_WM_BEAUTIFY_FLAG" val=""/>
</p:tagLst>
</file>

<file path=ppt/tags/tag228.xml><?xml version="1.0" encoding="utf-8"?>
<p:tagLst xmlns:p="http://schemas.openxmlformats.org/presentationml/2006/main">
  <p:tag name="KSO_WM_BEAUTIFY_FLAG" val=""/>
</p:tagLst>
</file>

<file path=ppt/tags/tag229.xml><?xml version="1.0" encoding="utf-8"?>
<p:tagLst xmlns:p="http://schemas.openxmlformats.org/presentationml/2006/main">
  <p:tag name="KSO_WM_BEAUTIFY_FLAG" val=""/>
</p:tagLst>
</file>

<file path=ppt/tags/tag230.xml><?xml version="1.0" encoding="utf-8"?>
<p:tagLst xmlns:p="http://schemas.openxmlformats.org/presentationml/2006/main">
  <p:tag name="KSO_WM_BEAUTIFY_FLAG" val=""/>
</p:tagLst>
</file>

<file path=ppt/tags/tag231.xml><?xml version="1.0" encoding="utf-8"?>
<p:tagLst xmlns:p="http://schemas.openxmlformats.org/presentationml/2006/main">
  <p:tag name="KSO_WM_BEAUTIFY_FLAG" val=""/>
</p:tagLst>
</file>

<file path=ppt/tags/tag232.xml><?xml version="1.0" encoding="utf-8"?>
<p:tagLst xmlns:p="http://schemas.openxmlformats.org/presentationml/2006/main">
  <p:tag name="KSO_WM_BEAUTIFY_FLAG" val=""/>
</p:tagLst>
</file>

<file path=ppt/tags/tag233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5568</Words>
  <Application>WPS 演示</Application>
  <PresentationFormat>宽屏</PresentationFormat>
  <Paragraphs>248</Paragraphs>
  <Slides>25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25</vt:i4>
      </vt:variant>
    </vt:vector>
  </HeadingPairs>
  <TitlesOfParts>
    <vt:vector size="36" baseType="lpstr">
      <vt:lpstr>Arial</vt:lpstr>
      <vt:lpstr>宋体</vt:lpstr>
      <vt:lpstr>Wingdings</vt:lpstr>
      <vt:lpstr>微软雅黑</vt:lpstr>
      <vt:lpstr>Wingdings</vt:lpstr>
      <vt:lpstr>DIN-BoldItalic</vt:lpstr>
      <vt:lpstr>等线</vt:lpstr>
      <vt:lpstr>思源宋体</vt:lpstr>
      <vt:lpstr>JetBrainsMono NF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1149</cp:revision>
  <dcterms:created xsi:type="dcterms:W3CDTF">2019-06-19T02:08:00Z</dcterms:created>
  <dcterms:modified xsi:type="dcterms:W3CDTF">2026-05-21T02:54:50Z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87121184386A43CE8991E143A604BF02_13</vt:lpwstr>
  </property>
</Properties>
</file>