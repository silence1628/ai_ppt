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30"/>
  </p:handoutMasterIdLst>
  <p:sldIdLst>
    <p:sldId id="2859" r:id="rId4"/>
    <p:sldId id="2883" r:id="rId5"/>
    <p:sldId id="2882" r:id="rId7"/>
    <p:sldId id="2881" r:id="rId8"/>
    <p:sldId id="2880" r:id="rId9"/>
    <p:sldId id="2879" r:id="rId10"/>
    <p:sldId id="2878" r:id="rId11"/>
    <p:sldId id="2877" r:id="rId12"/>
    <p:sldId id="2876" r:id="rId13"/>
    <p:sldId id="2875" r:id="rId14"/>
    <p:sldId id="2874" r:id="rId15"/>
    <p:sldId id="2873" r:id="rId16"/>
    <p:sldId id="2872" r:id="rId17"/>
    <p:sldId id="2871" r:id="rId18"/>
    <p:sldId id="2870" r:id="rId19"/>
    <p:sldId id="2869" r:id="rId20"/>
    <p:sldId id="2868" r:id="rId21"/>
    <p:sldId id="2867" r:id="rId22"/>
    <p:sldId id="2866" r:id="rId23"/>
    <p:sldId id="2865" r:id="rId24"/>
    <p:sldId id="2864" r:id="rId25"/>
    <p:sldId id="2863" r:id="rId26"/>
    <p:sldId id="2862" r:id="rId27"/>
    <p:sldId id="2861" r:id="rId28"/>
    <p:sldId id="2860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gs" Target="tags/tag233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2.xml"/><Relationship Id="rId2" Type="http://schemas.openxmlformats.org/officeDocument/2006/relationships/tags" Target="../tags/tag104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55.xml"/><Relationship Id="rId2" Type="http://schemas.openxmlformats.org/officeDocument/2006/relationships/tags" Target="../tags/tag137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15.xml"/><Relationship Id="rId1" Type="http://schemas.openxmlformats.org/officeDocument/2006/relationships/tags" Target="../tags/tag20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32.xml"/><Relationship Id="rId1" Type="http://schemas.openxmlformats.org/officeDocument/2006/relationships/tags" Target="../tags/tag2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近年来，随着计算能力的飞速提升和海量数据的积累，深度学习领域迎来了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时代。大模型通常指的是拥有超大规模参数（通常在十亿个以上）的神经网络模型。这些模型以其卓越的性能和广泛的应用场景，成为人工智能领域的焦点。大模型的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主要体现在以下几个方面：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参数规模大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大模型的核心特征是其庞大的参数量。参数是模型内部的可学习变量，决定了模型的表达能力和复杂度。例如，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GPT-3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的参数量高达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亿，而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系列模型更是达到了数千亿甚至上万亿参数。如此巨大的参数规模使模型能够捕捉更复杂的模式和更细微的特征。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架构规模大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大模型通常采用高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度模块化和分层的设计，包含数十乃至数百层神经网络结构。这种复杂的架构使得模型可以更好地处理多样化的任务，并具备更强的泛化能力。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训练数据大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大模型需要海量的数据进行训练，以充分发挥其潜能。这些数据通常来自互联网文本、书籍、代码库等多种来源，覆盖了丰富的语言和知识领域。高质量、多样化的训练数据是大模型取得成功的重要基础。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算力需求大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训练大模型需要强大的计算资源支持，通常依赖于高性能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集群。例如，训练一个百亿参数级别的模型可能需要数千块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协同工作数周甚至数月。因此，大模型的发展也推动了硬件技术的进步。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大模型的出现标志着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小而精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的专用模型向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大而全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的通用模型转变。它们不仅在自然语言处理（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）领域取得了突破性进展，还在计算机视觉、语音识别、多模态任务等多个领域展现了强大的潜力。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在深度学习模型模型架构的发展历程中，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模型是一个具有划时代意义的创新。它首次被提出是在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年谷歌团队发表的论文《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Attention Is All You Need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》中。自此之后，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迅速成为自然语言处理（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）领域的主流架构，并成为当前各类大语言模型（如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等）的基础框架。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其核心特点和优势如下：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的核心是自注意力机制，它能同时计算输入序列中所有元素之间的关联性，从而建立全局上下文理解。不同于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的逐步处理方式，这种并行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注意力机制能够高效捕捉长距离依赖关系，在处理长文本或复杂序列时表现出色，有效解决了传统模型的信息衰减问题。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高效的并行计算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完全基于矩阵运算实现，摒弃了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的顺序计算方式，使得模型可以充分利用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GPU/TPU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的并行计算能力。这种设计大幅提升了训练和推理效率，使处理大规模数据成为可能，为后续大模型的发展奠定了硬件适配基础。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模块化与可扩展性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采用标准化的模块堆叠结构，每层具有相同的输入输出维度，支持灵活增减网络深度。这种高度模块化的特性不仅简化了模型设计，更使其具备极强的扩展能力，直接推动了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等超大参数规模模型的出现，成为现代深度学习架构的标杆。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综上所述，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凭借其创新的自注意力机制、高效的矩阵并行计算特性以及高度模块化的可扩展架构，不仅彻底革新了序列建模范式，更成为支撑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等现代大模型发展的核心基石，推动了人工智能领域向更大规模、更强性能方向的持续突破。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模型中，编码器（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）是两个非常重要的组成部分。它们分别承担着不同的任务，共同协作完成语言理解和生成的过程，如图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1-1-1 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我们可以把整个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模型想象成一个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翻译机器人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：编码器就像是机器人的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耳朵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，负责接收输入并理解它的含义；解码器就像是机器人的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嘴巴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，根据理解的内容生成输出，比如翻译成另一种语言或回答问题。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编码器的主要任务是将输入文本转换为一种语义丰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富的向量表示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。这个表示不仅包含每个词本身的含义，还融合了上下文信息，帮助模型理解句子的整体意思。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例如，输入一句话：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我喜欢自然语言处理。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，编码器会将这句话中的每一个词都转化为一个高维向量，并通过多层网络提取出它们之间的关系，最终形成一个完整的语义表达。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编码器由多个相同的层堆叠而成，每一层包括两个核心组件：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Self-Attention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前馈神经网络（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Feed-Forward Network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这种结构使得编码器能够从不同角度去分析输入内容，从而获得更全面的理解。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解码器的任务是根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据编码器输出的语义表示，逐步生成目标序列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。这个目标序列可以是翻译后的句子、问答的答案，甚至是续写的一段文字。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举个例子：如果你问模型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什么是人工智能？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，编码器会先理解这个问题，然后解码器会一步步地生成答案，如：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人工智能是一种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解码器同样由多个相同层堆叠而成，每一层包括三个关键组件：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掩码自注意力机制（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Masked Self-Attention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：防止提前看到未来的信息；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交叉注意力机制（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Cross-Attention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：连接编码器的输出；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前馈神经网络（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Feed-Forward Network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这样的设计让解码器既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能关注当前已生成的内容，又能参考原始输入的信息，确保生成结果准确且连贯。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编码器与解码器的关系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两者之间通过交叉注意力机制紧密联系，使得解码器在生成每一个词时，都能参考整个输入序列的信息。这种协同工作机制，是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模型实现高效语言建模的关键，如图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模型中最关键的技术之一，它就像是模型的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目光焦点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，让模型在处理信息时，能够动态地聚焦于最相关的内容。这种机制极大提升了模型对上下文的理解能力，使它不再只是机械地照搬词语，而是能像人类一样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句子之间的逻辑关系。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举个生活中的例子来理解，当你看到一句话：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猫追老鼠，因为它饿了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，你能立刻判断出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，而不是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老鼠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。你是怎么做到的？靠的是你大脑中对语义的整体理解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前面提到的是猫的动作，所以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更可能指代猫。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但对机器来说，理解这种隐含的语义联系并不容易。传统的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然也能处理序列信息，但它们处理顺序依赖性的方式效率低、难以并行化。而注意力机制则提供了一种全新的方式，让模型在处理每一个词的时候，都可以快速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句中其他词的信息，并自动学习哪些词和当前词有关联。这就像你在阅读时，眼睛会不断扫视整句话，挑选出与当前理解最相关的关键词进行重点分析。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（一）注意力机制的类型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中，注意力机制分为三种类型：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Self-Attention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应用场景：编码器内部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作用：帮助模型理解输入序列内部的语义结构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自注意力机制允许模型在处理一个词时，同时考虑整个输入序列中所有词的影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响。例如，在句子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“The bank of the river is crowded with fish.”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“bank”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通常表示银行，但在该句中应理解为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河岸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。通过自注意力机制，模型可以识别出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“river”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“bank”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的语义密切相关，从而做出正确判断。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交叉注意力机制（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Cross-Attention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应用场景：解码器中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作用：连接编码器输出与解码器输入，实现跨序列的信息融合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在翻译任务中，比如将英文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“I love NLP”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翻译成中文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我热爱自然语言处理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，解码器生成每个中文词时，都需要参考原始英文句子的各个部分。交叉注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意力机制就负责搭建起这种桥梁，让解码器在生成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等词时，知道应该关注原文中的哪个部分。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Multi-Head 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应用场景：广泛应用于编码器和解码器中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作用：提升模型表达能力和泛化能力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多头注意力机制并不是单一地计算一次注意力，而是并行运行多个不同的注意力模块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，每个模块从不同角度去捕捉信息之间的关联。最后将这些结果合并起来，形成更全面、更准确的语义表示。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类比我们看电影时，一个人看可能会遗漏某些细节，但如果几个人从不同角度看同一部电影，就能得到更完整的理解。多头注意力机制正是这个思路的实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（二）注意力机制的本质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我们可以把注意力机制想象成你在图书馆里查找资料的过程：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你手里有一张问题卡片（比如：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量子力学是什么？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），然后你需要从书架上找到最相关的书籍来回答这个问题。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（查询）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：就是你的问题卡片，代表你现在想知道什么；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（键）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：是每本书的标签或标题，告诉你这本书讲的是什么内容；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（值）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：是这本书的实际内容，是你真正想获取的信息。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模型会根据你的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）去匹配所有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），找到最相关的那几本书，再读取这些书的内容（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），最终整合出一个完整的答案。这个过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程，就是注意力机制的核心思想，如表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具体而言，模型会为每一个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分别计算它与每个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之间的相似度，然后用这个相似度作为权重，去加权求和对应的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，得到一个新的表示。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这样做的好处是：模型在处理一个词的时候，不仅关注它自己，还能动态地参考句中其他相关词的信息，从而获得更准确的理解。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假设我们有这样一个句子：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小明在图书馆看书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，现在我们要理解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这个词的意义，模型会怎么做？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模型会把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等词都当作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然后找出哪些词和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关系最密切，例如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再从这些词对应的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中提取信息；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最终得出：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是一个动作，是由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发出的，对象是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通过这种方式，模型就能理解词语之间的语义联系，而不是孤立地看待每一个词。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（三）注意力机制的计算流程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为了更好地理解注意力机制是如何工作的，我们可以将它的计算过程拆解为以下几个关键步骤，并结合简单的数学公式进行说明。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输入向量化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模型处理的是文本数据，但计算机只能处理数字。因此，首先要把输入的词语转换为词向量（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，也就是一个固定维度的数值表示。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猫追老鼠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会被转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化为：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 [0.5, -0.2, 0.8], 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[-0.3, 0.7, 0.1], 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[0.6, 0.4, -0.5] ]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老鼠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这些向量构成了模型处理的基础数据。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接下来，每个词的向量会分别乘以三个不同的可学习权重矩阵，得到对应的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 = X * W_Q
K = X * W_K
V = X * W_V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X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是输入词向量；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W_Q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W_K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W_V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是三个可训练参数矩阵；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分别是查询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向量、键向量和值向量。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这一步相当于给每个词分配了一个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内容视角（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计算注意力得分（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Attention Score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Key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做点积运算，再除以一个缩放因子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sqrt(d_k)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，防止点积结果过大导致梯度不稳定。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Attention Score = (Q * K.T) / sqrt(d_k)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 * K.T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的转置相乘，得到一个相关性矩阵；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d_k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的维度（如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结果是一个注意力得分矩阵，表示每个词与其他词的相关程度。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Softmax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归一化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对每一行进行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Softmax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操作，把注意力得分变成概率分布（即注意力权重）：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这个权重越高，说明对应位置的词越重要。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加权求和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Value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最后，用这些注意力权重去加权求和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Value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向量，得到最终的输出：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这样我们就得到了一个新的词向量，它不仅包含了这个词本身的含义，还融合了句中其他相关词的信息。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多头注意力机制（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Multi-Head 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前面讲的是单个注意力头（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Single Head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）的情况。而在实际应用中，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使用的是多头注意力机制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，即并行运行多个注意力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模块，然后将它们的结果拼接起来：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...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是一个独立的注意力头；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Concat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表示拼接操作；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W_O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是最终的线性变换矩阵。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这种设计让模型可以从不同角度捕捉信息，提升理解和表达能力。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0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3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0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5568</Words>
  <Application>WPS 演示</Application>
  <PresentationFormat>宽屏</PresentationFormat>
  <Paragraphs>248</Paragraphs>
  <Slides>25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2026-05-21T06:41:16Z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03916CB1BDFB4477A350F7A6C61CEDD3_13</vt:lpwstr>
  </property>
</Properties>
</file>