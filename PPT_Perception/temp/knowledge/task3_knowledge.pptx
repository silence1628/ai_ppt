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21"/>
  </p:handoutMasterIdLst>
  <p:sldIdLst>
    <p:sldId id="2859" r:id="rId4"/>
    <p:sldId id="2874" r:id="rId5"/>
    <p:sldId id="2873" r:id="rId7"/>
    <p:sldId id="2872" r:id="rId8"/>
    <p:sldId id="2871" r:id="rId9"/>
    <p:sldId id="2870" r:id="rId10"/>
    <p:sldId id="2869" r:id="rId11"/>
    <p:sldId id="2868" r:id="rId12"/>
    <p:sldId id="2867" r:id="rId13"/>
    <p:sldId id="2866" r:id="rId14"/>
    <p:sldId id="2865" r:id="rId15"/>
    <p:sldId id="2864" r:id="rId16"/>
    <p:sldId id="2863" r:id="rId17"/>
    <p:sldId id="2862" r:id="rId18"/>
    <p:sldId id="2861" r:id="rId19"/>
    <p:sldId id="2860" r:id="rId20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96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19.xml"/><Relationship Id="rId2" Type="http://schemas.openxmlformats.org/officeDocument/2006/relationships/tags" Target="../tags/tag101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192.xml"/><Relationship Id="rId1" Type="http://schemas.openxmlformats.org/officeDocument/2006/relationships/tags" Target="../tags/tag18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在大模型处理自然语言任务的过程中，模型能够接受和理解的输入并不是原始的自然语言文本。为了让大模型真正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读懂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我们输入的内容，需要通过一系列精心设计的步骤对自然语言进行编码和表示。这些步骤包括：分词（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Tokenization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）、词嵌入（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）以及位置编码（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）。只有经过这些处理，模型才能将人类语言转化为可理解和操作的数值形式。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大模型完整输入处理流程如下：原始句子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Token ID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词嵌入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加上位置编码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最终输入。比如，以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我喜欢自然语言处理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为例句，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主要的输入处理流程可分为以下五步。一、分词：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喜欢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", "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"]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；二、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Token ID: [100, 3456, 7890, 2345, 6789]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；三、词嵌入：每个词变成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768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维向量；四、位置编码：每个位置加一个专属向量；五、最终输入：词向量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位置向量。接下来将对这些关键环节展开介绍，并在具体的任务实施中加深认识。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器的作用是连接自然语言与数值化输入的第一步工具。它的主要功能包括如下。文本切分：将句子拆分为有意义的语言单元（如词语、子词或字符）；词汇映射：将每个切分出的语言单元映射为一个唯一的整数编号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分词器根据实现原理可分为不同类型，其中基于规则的分词器与无监督子词分词器最为常见。基于规则的分词器（如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jieba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）依赖人工构建的词典和切分规则，尤其适用于中文这类没有天然分隔符的语言，并且允许用户自定义词典以提升特定领域术语的识别效果；但其主要缺陷在于难以处理未登录词（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OOV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），即词典中未收录的新词往往无法正确切分。无监督子词分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词器（如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WordPiece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SentencePiece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）则通过统计学习从语料中自动生成词汇表，不依赖外部词典，能够更灵活地处理新词和罕见词，像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BERT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WordPiece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Qwen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等模型使用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SentencePiece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，在中文场景下这类分词器常以单字作为最小切分单位，从而有效缓解未登录词问题。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子词机制的优势有一下三点。减少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OOV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：即使遇到训练时未见过的词，也能通过子词组合进行表示；适应性强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：适用于多语言、专业术语、拼写错误等复杂场景；语义表达更丰富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：子词之间存在一定的语义关联性。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词嵌入是一种将词语转化为计算机可以处理的数值形式的技术，这样机器才能理解和学习语言。在介绍它之前，我们可以先看一个简单的例子来理解为什么需要这个词嵌入。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比如，如果我们有一个词汇表，里面包含了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汽车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飞机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这四个词，那么最基础的一种表示方法叫做独热编码（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One-Hot Encoding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。它的做法是用一个很长的向量来表示每个词，这个向量中只有一个位置是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，其余都是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。比如，猫：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[1, 0, 0, 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；狗：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[0, 1, 0, 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；汽车：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[0, 0, 1, 0]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；飞机：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[0, 0, 0, 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这种方法虽然简单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直观，但存在两个明显的问题。一是当词汇量很大时，比如有上万个词，这样的向量会非常庞大，占用大量内存；二是这些向量之间没有任何语义上的联系。比如，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的向量之间没有体现出它们都是动物这一事实，而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汽车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飞机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也都是交通工具，但在这种表示下，它们的距离是一样的，无法反映实际的语言关系。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为了解决这些问题，就出现了词嵌入（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）技术。它可以把每个词映射成一个固定长度的实数向量，例如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768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维或者更高的向量。这些向量不仅更紧凑，更重要的是它们能够表达词与词之间的语义关系。例如，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国王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王后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在向量空间中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的距离会比较接近，说明它们之间有关联；同样，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快乐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高兴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也会在向量空间中表现出相似的特征。根据是否考虑上下文，词嵌入可以分为两类：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一类是静态词嵌入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Word2Vec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GloVe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。这类方法会给每个词分配一个固定的向量，不管这个词出现在哪个句子中，它的向量都不会改变。比如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苹果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这个词，在所有情况下都对应同一个向量。这种方法计算速度快、效率高，但在处理像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苹果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这样的多义词时会有困难。因为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苹果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既可以指水果，也可以指公司，在不同语境下意思不同，而静态嵌入无法区分这些差异。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另一类是动态词嵌入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BERT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模型中使用的词嵌入方式。这种嵌入方法可以根据词语出现的具体上下文来生成不同的向量。例如：在句子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我今天吃了一个苹果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会被赋予代表水果的向量；而在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我最喜欢的手机品牌是苹果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苹果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则会被赋予代表科技公司的向量。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这种能够根据上下文调整词向量的能力，使模型对语言的理解更加精准，特别适合处理复杂的自然语言任务。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在我们说话或写句子的时候，词语是有顺序的。比如：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猫追狗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狗追猫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，虽然词是一样的，但意思完全不同。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这类传统的模型是按顺序一个字一个字处理的，所以它天然知道哪个词在前、哪个词在后。但是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不一样，它是一次性把整个句子输入进去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，像拍照一样，一下子看到所有词。这样一来，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就不知道谁在前面、谁在后面了。为了解决这个问题，我们就给每个词加上一个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，告诉模型：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这个词是在第几个位置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位置信息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位置编码是怎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么工作的？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我们可以把它想象成一个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。就像你在排队时手上拿的号码牌，别人一看就知道你排在第几位。在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中，每个词除了有自己的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词向量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（也就是表示这个词是什么意思），还有一个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来表示它在句子中的位置。然后这两个信息加在一起，变成一个新的向量，作为最终的输入送给模型。例如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的词向量（语义）为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[0.8, -0.3, ...]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的位置编码（位置）为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[0.1, 0.0, ...]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，最终输入等于词向量加位置编码为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[0.9, -0.3, ...]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。这样模型就可以同时知道：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学习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是什么意思；以及它们分别是第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个、第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个、第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个词。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位置编码是怎么设计出来的？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常见做法有两种：其一是基于正弦和余弦函数的绝对位置编码，由原始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Transformer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采用，它通过固定数学公式直接生成位置向量，无需训练；这种编码具有良好的规律性，使得相邻位置在向量空间中也彼此靠近，同时由于正弦函数的周期性，它能够外推到比训练时更长的序列，即使遇到未见过的长度也能合理计算位置表示。另一种是可学习的位置编码，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BERT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为代表，它将位置编码视为一个可训练的嵌入表，每一行对应一个绝对位置，每一列对应一个维度，在模型训练过程中通过反向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传播自动调整参数，从而学习出最适合当前任务和数据分布的位置表示。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6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6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6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6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6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6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6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7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7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7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7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7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7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9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3414</Words>
  <Application>WPS 演示</Application>
  <PresentationFormat>宽屏</PresentationFormat>
  <Paragraphs>176</Paragraphs>
  <Slides>16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2026-05-21T02:54:59Z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D26D79D99E3E45398DD0D9E5ED4DD9C9_13</vt:lpwstr>
  </property>
</Properties>
</file>