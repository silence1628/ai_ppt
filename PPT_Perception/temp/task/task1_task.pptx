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25"/>
  </p:notesMasterIdLst>
  <p:handoutMasterIdLst>
    <p:handoutMasterId r:id="rId26"/>
  </p:handoutMasterIdLst>
  <p:sldIdLst>
    <p:sldId id="2859" r:id="rId4"/>
    <p:sldId id="2879" r:id="rId5"/>
    <p:sldId id="2878" r:id="rId6"/>
    <p:sldId id="2877" r:id="rId7"/>
    <p:sldId id="2876" r:id="rId8"/>
    <p:sldId id="2875" r:id="rId9"/>
    <p:sldId id="2874" r:id="rId10"/>
    <p:sldId id="2873" r:id="rId11"/>
    <p:sldId id="2872" r:id="rId12"/>
    <p:sldId id="2871" r:id="rId13"/>
    <p:sldId id="2870" r:id="rId14"/>
    <p:sldId id="2869" r:id="rId15"/>
    <p:sldId id="2868" r:id="rId16"/>
    <p:sldId id="2867" r:id="rId17"/>
    <p:sldId id="2866" r:id="rId18"/>
    <p:sldId id="2865" r:id="rId19"/>
    <p:sldId id="2864" r:id="rId20"/>
    <p:sldId id="2863" r:id="rId21"/>
    <p:sldId id="2862" r:id="rId22"/>
    <p:sldId id="2861" r:id="rId23"/>
    <p:sldId id="2860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gs" Target="tags/tag150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部署应用应尽量考虑应用的隔离性，这里通过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Docker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容器化服务提供了一个部署大模型平台的初始独立环境（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Ubuntu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系统、已配置国内源、已安装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、以及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CUDA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启动部署容器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登陆到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智联网综合实践平台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，输入账号和密码，如图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点击网页上方的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实验大厅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选择平台中的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大模型架构与数据处理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镜像，点击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立即体验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按钮，进入终端界面，等待容器启动完成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输入以下命令，正常应能输出相应版本号。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检查显卡驱动，正常应能输出相应版本号。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输入如下命令安装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torch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bertviz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等库，容器中已有的库，如已经预安装的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torch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将会跳过下载与安装过程。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正确安装，如图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PyTorch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nn.Transformer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模块快速搭建一个简易的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模型。具体代码以及详细解释如下：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一个简单的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编码器模型。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
vocab_size (int):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词汇表大小，即词典中不同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embed_dim (int):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嵌入向量的维度，默认为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num_heads (int):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多头注意力机制中的头数，默认为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num_layer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(int):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编码器堆叠的层数，默认为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super().__init__()
# Embedding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层：将输入的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ID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映射为嵌入向量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定义单层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Encoder Layer
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TransformerEncoder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将多个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encoder_layer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堆叠起来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最后的全连接层，用于输出每个位置对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vocab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中每个词的概率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前向传播函数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
src: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张量，形状为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[batch_size, seq_len]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的索引值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
output: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输出张量，形状为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[batch_size, seq_len, vocab_size]
"""
# Step 1: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对输入进行嵌入，得到嵌入向量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shape: [batch_size, seq_len] -&gt; [batch_size, seq_len, embed_dim]
# Step 2: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将嵌入向量传入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Encoder
#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返回编码后的上下文表示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memory
# shape: [batch_size, seq_len, embed_dim]
# Step 3: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经过全连接层，得到每个位置对词汇表的预测分布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shape: [batch_size, seq_len, embed_dim] -&gt; [batch_size, seq_len, vocab_size]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设置设备（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CPU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初始化模型参数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vocab_size = 10000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假设词汇表有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10,0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创建模型并移动到指定设备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print(model) #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打印模型结构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构造随机输入数据：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batch_size = 32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，序列长度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20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[0, vocab_size)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范围内的整数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print('input_size:', src.shape)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打印输入形状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模型前向传播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print('output_size:', output.shape)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输出应为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[32, 20, vocab_si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ze]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运行成功后终端输出如图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所示的日志信息：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代码内容总结：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模型结构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输入嵌入层（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将离散的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ID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转换为连续向量（维度为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embed_dim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使用多个标准的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TransformerEncoderLayer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堆叠而成（默认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每个编码层包含多头自注意力机制和前馈网络。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输出层（全连接层）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将编码后的特征映射回词汇表大小，用于预测每个位置上的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前向传播流程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输入形状：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(batch_size, seq_len)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经过嵌入层后变为：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(batch_size, seq_len, embed_dim)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编码器提取上下文信息。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最终输出形状：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(batch_size, seq_len, vocab_size)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，表示每个位置对所有词的概率分布。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示例配置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词汇表大小：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10,000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批次大小：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序列长度：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个样本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个词位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,000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个词的概率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bertviz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工具可视化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模型中的注意力权重，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模型选择预训练好的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bert-base-uncased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，编写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transformer_visual.py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代码文件如下：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from transformers import BertTokenizer, BertModel
from bertviz import head_view, model_view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设置设备为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CUDA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加载预训练模型和分词器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model_name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"/app/llm_structure_data/bert-base-uncased"
model.to(device)
model.eval()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准备输入数据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text = "The animal didn't cross the street because it was too tired"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保存可视化结果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open('/app/llm_structure_data/attention.html', '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w') as f:
f.write(html.data)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查看可视化结果，如图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执行以下命令在本地启动一个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服务，从而可以通过浏览器访问当前目录下的文件：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然后，在浏览器输入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&gt;/attention.html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68.133.145:40227/attention.html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，直接访问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attention.html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网页界面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成功访问后，看到如图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所示的注意力图：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接下来调整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layer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，观察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是如何从众多词汇中，调整关注点的：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1.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指代消解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"it"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的注意力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：推荐查看较高层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(8-12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"it"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会强烈关注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"animal"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而不是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"street"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，这展示了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如何解决代词指代问题，如图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2.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否定词影响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"didn't"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的注意力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：推荐查看中间层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(4-7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"didn't"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会关注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"cross"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，表示否定作用于这个动词，如图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3.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观察：查看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[CLS]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[SEP]token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的注意力模式。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[CLS]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是用于表示分类任务中整个输入序列汇总信息的特殊标记，通常在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等模型中作为句子或文本对的起始标志。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[SEP]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是用于分隔不同句子或句子对的特殊标记，帮助模型区分输入中的不同语义单元。通常在低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层（第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层）时，它们主要关注自己，如图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在高层（第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层），它们会收集全句信息，即关注所有词汇，如图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3779</Words>
  <Application>WPS 演示</Application>
  <PresentationFormat>宽屏</PresentationFormat>
  <Paragraphs>216</Paragraphs>
  <Slides>21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2026-05-21T02:54:52Z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2FF915032AB143E38461431DD544FE5E_13</vt:lpwstr>
  </property>
</Properties>
</file>