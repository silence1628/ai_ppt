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</p:sldMasterIdLst>
  <p:notesMasterIdLst>
    <p:notesMasterId r:id="rId25"/>
  </p:notesMasterIdLst>
  <p:handoutMasterIdLst>
    <p:handoutMasterId r:id="rId26"/>
  </p:handoutMasterIdLst>
  <p:sldIdLst>
    <p:sldId id="2859" r:id="rId4"/>
    <p:sldId id="2879" r:id="rId5"/>
    <p:sldId id="2878" r:id="rId6"/>
    <p:sldId id="2877" r:id="rId7"/>
    <p:sldId id="2876" r:id="rId8"/>
    <p:sldId id="2875" r:id="rId9"/>
    <p:sldId id="2874" r:id="rId10"/>
    <p:sldId id="2873" r:id="rId11"/>
    <p:sldId id="2872" r:id="rId12"/>
    <p:sldId id="2871" r:id="rId13"/>
    <p:sldId id="2870" r:id="rId14"/>
    <p:sldId id="2869" r:id="rId15"/>
    <p:sldId id="2868" r:id="rId16"/>
    <p:sldId id="2867" r:id="rId17"/>
    <p:sldId id="2866" r:id="rId18"/>
    <p:sldId id="2865" r:id="rId19"/>
    <p:sldId id="2864" r:id="rId20"/>
    <p:sldId id="2863" r:id="rId21"/>
    <p:sldId id="2862" r:id="rId22"/>
    <p:sldId id="2861" r:id="rId23"/>
    <p:sldId id="2860" r:id="rId24"/>
  </p:sldIdLst>
  <p:sldSz cx="12192000" cy="6858000"/>
  <p:notesSz cx="6858000" cy="9144000"/>
  <p:custDataLst>
    <p:tags r:id="rId31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16" userDrawn="1">
          <p15:clr>
            <a:srgbClr val="A4A3A4"/>
          </p15:clr>
        </p15:guide>
        <p15:guide id="2" pos="367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dministrator" initials="A" lastIdx="5" clrIdx="0"/>
  <p:cmAuthor id="1" name="幸全" initials="幸全" lastIdx="1" clrIdx="0"/>
  <p:cmAuthor id="2" name="作者" initials="A" lastIdx="0" clrIdx="1"/>
  <p:cmAuthor id="3" name="zijun" initials="z" lastIdx="1" clrIdx="2"/>
  <p:cmAuthor id="5" name="ASUS" initials="A" lastIdx="2" clrIdx="4"/>
  <p:cmAuthor id="6" name="linhuan" initials="l" lastIdx="18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D2"/>
    <a:srgbClr val="3A6CA3"/>
    <a:srgbClr val="2169D3"/>
    <a:srgbClr val="595959"/>
    <a:srgbClr val="F29421"/>
    <a:srgbClr val="FFFFFF"/>
    <a:srgbClr val="E29A9A"/>
    <a:srgbClr val="D9D9D9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5244" autoAdjust="0"/>
  </p:normalViewPr>
  <p:slideViewPr>
    <p:cSldViewPr snapToGrid="0" showGuides="1">
      <p:cViewPr varScale="1">
        <p:scale>
          <a:sx n="66" d="100"/>
          <a:sy n="66" d="100"/>
        </p:scale>
        <p:origin x="712" y="48"/>
      </p:cViewPr>
      <p:guideLst>
        <p:guide orient="horz" pos="1816"/>
        <p:guide pos="367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1" Type="http://schemas.openxmlformats.org/officeDocument/2006/relationships/tags" Target="tags/tag150.xml"/><Relationship Id="rId30" Type="http://schemas.openxmlformats.org/officeDocument/2006/relationships/commentAuthors" Target="commentAuthors.xml"/><Relationship Id="rId3" Type="http://schemas.openxmlformats.org/officeDocument/2006/relationships/slideMaster" Target="slideMasters/slideMaster2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handoutMaster" Target="handoutMasters/handoutMaster1.xml"/><Relationship Id="rId25" Type="http://schemas.openxmlformats.org/officeDocument/2006/relationships/notesMaster" Target="notesMasters/notesMaster1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42.xml"/><Relationship Id="rId8" Type="http://schemas.openxmlformats.org/officeDocument/2006/relationships/tags" Target="../tags/tag41.xml"/><Relationship Id="rId7" Type="http://schemas.openxmlformats.org/officeDocument/2006/relationships/tags" Target="../tags/tag40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6" Type="http://schemas.openxmlformats.org/officeDocument/2006/relationships/tags" Target="../tags/tag60.xml"/><Relationship Id="rId5" Type="http://schemas.openxmlformats.org/officeDocument/2006/relationships/tags" Target="../tags/tag59.xml"/><Relationship Id="rId4" Type="http://schemas.openxmlformats.org/officeDocument/2006/relationships/tags" Target="../tags/tag58.xml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64.xml"/><Relationship Id="rId4" Type="http://schemas.openxmlformats.org/officeDocument/2006/relationships/tags" Target="../tags/tag63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51CC480-FC89-4E2E-BB6A-EFF978791F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255A7EE-E527-4C9D-8585-493F7BE371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10353745" y="7820730"/>
            <a:ext cx="10969200" cy="7056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38300" y="365125"/>
            <a:ext cx="9715500" cy="1055370"/>
          </a:xfrm>
        </p:spPr>
        <p:txBody>
          <a:bodyPr anchor="ctr"/>
          <a:lstStyle>
            <a:lvl1pPr>
              <a:defRPr sz="3200">
                <a:solidFill>
                  <a:srgbClr val="0064D2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优先选择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6" Type="http://schemas.openxmlformats.org/officeDocument/2006/relationships/theme" Target="../theme/theme2.xml"/><Relationship Id="rId15" Type="http://schemas.openxmlformats.org/officeDocument/2006/relationships/image" Target="../media/image2.png"/><Relationship Id="rId14" Type="http://schemas.openxmlformats.org/officeDocument/2006/relationships/image" Target="../media/image3.png"/><Relationship Id="rId1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8.xml"/><Relationship Id="rId1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3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81205" cy="68580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9130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2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-5715"/>
            <a:ext cx="12192000" cy="686371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-5715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78.xml"/><Relationship Id="rId8" Type="http://schemas.openxmlformats.org/officeDocument/2006/relationships/tags" Target="../tags/tag77.xml"/><Relationship Id="rId7" Type="http://schemas.openxmlformats.org/officeDocument/2006/relationships/tags" Target="../tags/tag76.xml"/><Relationship Id="rId6" Type="http://schemas.openxmlformats.org/officeDocument/2006/relationships/tags" Target="../tags/tag75.xml"/><Relationship Id="rId5" Type="http://schemas.openxmlformats.org/officeDocument/2006/relationships/tags" Target="../tags/tag74.xml"/><Relationship Id="rId4" Type="http://schemas.openxmlformats.org/officeDocument/2006/relationships/tags" Target="../tags/tag73.xml"/><Relationship Id="rId3" Type="http://schemas.openxmlformats.org/officeDocument/2006/relationships/tags" Target="../tags/tag72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89.xml"/><Relationship Id="rId2" Type="http://schemas.openxmlformats.org/officeDocument/2006/relationships/tags" Target="../tags/tag71.xml"/><Relationship Id="rId19" Type="http://schemas.openxmlformats.org/officeDocument/2006/relationships/tags" Target="../tags/tag88.xml"/><Relationship Id="rId18" Type="http://schemas.openxmlformats.org/officeDocument/2006/relationships/tags" Target="../tags/tag87.xml"/><Relationship Id="rId17" Type="http://schemas.openxmlformats.org/officeDocument/2006/relationships/tags" Target="../tags/tag86.xml"/><Relationship Id="rId16" Type="http://schemas.openxmlformats.org/officeDocument/2006/relationships/tags" Target="../tags/tag85.xml"/><Relationship Id="rId15" Type="http://schemas.openxmlformats.org/officeDocument/2006/relationships/tags" Target="../tags/tag84.xml"/><Relationship Id="rId14" Type="http://schemas.openxmlformats.org/officeDocument/2006/relationships/tags" Target="../tags/tag83.xml"/><Relationship Id="rId13" Type="http://schemas.openxmlformats.org/officeDocument/2006/relationships/tags" Target="../tags/tag82.xml"/><Relationship Id="rId12" Type="http://schemas.openxmlformats.org/officeDocument/2006/relationships/tags" Target="../tags/tag81.xml"/><Relationship Id="rId11" Type="http://schemas.openxmlformats.org/officeDocument/2006/relationships/tags" Target="../tags/tag80.xml"/><Relationship Id="rId10" Type="http://schemas.openxmlformats.org/officeDocument/2006/relationships/tags" Target="../tags/tag79.xml"/><Relationship Id="rId1" Type="http://schemas.openxmlformats.org/officeDocument/2006/relationships/tags" Target="../tags/tag70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98.xml"/><Relationship Id="rId8" Type="http://schemas.openxmlformats.org/officeDocument/2006/relationships/tags" Target="../tags/tag97.xml"/><Relationship Id="rId7" Type="http://schemas.openxmlformats.org/officeDocument/2006/relationships/tags" Target="../tags/tag96.xml"/><Relationship Id="rId6" Type="http://schemas.openxmlformats.org/officeDocument/2006/relationships/tags" Target="../tags/tag95.xml"/><Relationship Id="rId5" Type="http://schemas.openxmlformats.org/officeDocument/2006/relationships/tags" Target="../tags/tag94.xml"/><Relationship Id="rId4" Type="http://schemas.openxmlformats.org/officeDocument/2006/relationships/tags" Target="../tags/tag93.xml"/><Relationship Id="rId3" Type="http://schemas.openxmlformats.org/officeDocument/2006/relationships/tags" Target="../tags/tag92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109.xml"/><Relationship Id="rId2" Type="http://schemas.openxmlformats.org/officeDocument/2006/relationships/tags" Target="../tags/tag91.xml"/><Relationship Id="rId19" Type="http://schemas.openxmlformats.org/officeDocument/2006/relationships/tags" Target="../tags/tag108.xml"/><Relationship Id="rId18" Type="http://schemas.openxmlformats.org/officeDocument/2006/relationships/tags" Target="../tags/tag107.xml"/><Relationship Id="rId17" Type="http://schemas.openxmlformats.org/officeDocument/2006/relationships/tags" Target="../tags/tag106.xml"/><Relationship Id="rId16" Type="http://schemas.openxmlformats.org/officeDocument/2006/relationships/tags" Target="../tags/tag105.xml"/><Relationship Id="rId15" Type="http://schemas.openxmlformats.org/officeDocument/2006/relationships/tags" Target="../tags/tag104.xml"/><Relationship Id="rId14" Type="http://schemas.openxmlformats.org/officeDocument/2006/relationships/tags" Target="../tags/tag103.xml"/><Relationship Id="rId13" Type="http://schemas.openxmlformats.org/officeDocument/2006/relationships/tags" Target="../tags/tag102.xml"/><Relationship Id="rId12" Type="http://schemas.openxmlformats.org/officeDocument/2006/relationships/tags" Target="../tags/tag101.xml"/><Relationship Id="rId11" Type="http://schemas.openxmlformats.org/officeDocument/2006/relationships/tags" Target="../tags/tag100.xml"/><Relationship Id="rId10" Type="http://schemas.openxmlformats.org/officeDocument/2006/relationships/tags" Target="../tags/tag99.xml"/><Relationship Id="rId1" Type="http://schemas.openxmlformats.org/officeDocument/2006/relationships/tags" Target="../tags/tag9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118.xml"/><Relationship Id="rId8" Type="http://schemas.openxmlformats.org/officeDocument/2006/relationships/tags" Target="../tags/tag117.xml"/><Relationship Id="rId7" Type="http://schemas.openxmlformats.org/officeDocument/2006/relationships/tags" Target="../tags/tag116.xml"/><Relationship Id="rId6" Type="http://schemas.openxmlformats.org/officeDocument/2006/relationships/tags" Target="../tags/tag115.xml"/><Relationship Id="rId5" Type="http://schemas.openxmlformats.org/officeDocument/2006/relationships/tags" Target="../tags/tag114.xml"/><Relationship Id="rId4" Type="http://schemas.openxmlformats.org/officeDocument/2006/relationships/tags" Target="../tags/tag113.xml"/><Relationship Id="rId3" Type="http://schemas.openxmlformats.org/officeDocument/2006/relationships/tags" Target="../tags/tag112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129.xml"/><Relationship Id="rId2" Type="http://schemas.openxmlformats.org/officeDocument/2006/relationships/tags" Target="../tags/tag111.xml"/><Relationship Id="rId19" Type="http://schemas.openxmlformats.org/officeDocument/2006/relationships/tags" Target="../tags/tag128.xml"/><Relationship Id="rId18" Type="http://schemas.openxmlformats.org/officeDocument/2006/relationships/tags" Target="../tags/tag127.xml"/><Relationship Id="rId17" Type="http://schemas.openxmlformats.org/officeDocument/2006/relationships/tags" Target="../tags/tag126.xml"/><Relationship Id="rId16" Type="http://schemas.openxmlformats.org/officeDocument/2006/relationships/tags" Target="../tags/tag125.xml"/><Relationship Id="rId15" Type="http://schemas.openxmlformats.org/officeDocument/2006/relationships/tags" Target="../tags/tag124.xml"/><Relationship Id="rId14" Type="http://schemas.openxmlformats.org/officeDocument/2006/relationships/tags" Target="../tags/tag123.xml"/><Relationship Id="rId13" Type="http://schemas.openxmlformats.org/officeDocument/2006/relationships/tags" Target="../tags/tag122.xml"/><Relationship Id="rId12" Type="http://schemas.openxmlformats.org/officeDocument/2006/relationships/tags" Target="../tags/tag121.xml"/><Relationship Id="rId11" Type="http://schemas.openxmlformats.org/officeDocument/2006/relationships/tags" Target="../tags/tag120.xml"/><Relationship Id="rId10" Type="http://schemas.openxmlformats.org/officeDocument/2006/relationships/tags" Target="../tags/tag119.xml"/><Relationship Id="rId1" Type="http://schemas.openxmlformats.org/officeDocument/2006/relationships/tags" Target="../tags/tag1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tags" Target="../tags/tag138.xml"/><Relationship Id="rId8" Type="http://schemas.openxmlformats.org/officeDocument/2006/relationships/tags" Target="../tags/tag137.xml"/><Relationship Id="rId7" Type="http://schemas.openxmlformats.org/officeDocument/2006/relationships/tags" Target="../tags/tag136.xml"/><Relationship Id="rId6" Type="http://schemas.openxmlformats.org/officeDocument/2006/relationships/tags" Target="../tags/tag135.xml"/><Relationship Id="rId5" Type="http://schemas.openxmlformats.org/officeDocument/2006/relationships/tags" Target="../tags/tag134.xml"/><Relationship Id="rId4" Type="http://schemas.openxmlformats.org/officeDocument/2006/relationships/tags" Target="../tags/tag133.xml"/><Relationship Id="rId3" Type="http://schemas.openxmlformats.org/officeDocument/2006/relationships/tags" Target="../tags/tag132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149.xml"/><Relationship Id="rId2" Type="http://schemas.openxmlformats.org/officeDocument/2006/relationships/tags" Target="../tags/tag131.xml"/><Relationship Id="rId19" Type="http://schemas.openxmlformats.org/officeDocument/2006/relationships/tags" Target="../tags/tag148.xml"/><Relationship Id="rId18" Type="http://schemas.openxmlformats.org/officeDocument/2006/relationships/tags" Target="../tags/tag147.xml"/><Relationship Id="rId17" Type="http://schemas.openxmlformats.org/officeDocument/2006/relationships/tags" Target="../tags/tag146.xml"/><Relationship Id="rId16" Type="http://schemas.openxmlformats.org/officeDocument/2006/relationships/tags" Target="../tags/tag145.xml"/><Relationship Id="rId15" Type="http://schemas.openxmlformats.org/officeDocument/2006/relationships/tags" Target="../tags/tag144.xml"/><Relationship Id="rId14" Type="http://schemas.openxmlformats.org/officeDocument/2006/relationships/tags" Target="../tags/tag143.xml"/><Relationship Id="rId13" Type="http://schemas.openxmlformats.org/officeDocument/2006/relationships/tags" Target="../tags/tag142.xml"/><Relationship Id="rId12" Type="http://schemas.openxmlformats.org/officeDocument/2006/relationships/tags" Target="../tags/tag141.xml"/><Relationship Id="rId11" Type="http://schemas.openxmlformats.org/officeDocument/2006/relationships/tags" Target="../tags/tag140.xml"/><Relationship Id="rId10" Type="http://schemas.openxmlformats.org/officeDocument/2006/relationships/tags" Target="../tags/tag139.xml"/><Relationship Id="rId1" Type="http://schemas.openxmlformats.org/officeDocument/2006/relationships/tags" Target="../tags/tag13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安装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Transformer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以及可视化工具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环境准备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搭建简化版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Transformer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模型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使用可视化工具查看注意力机制</a:t>
            </a:r>
            <a:endParaRPr lang="zh-CN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任务实施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部署应用应尽量考虑应用的隔离性，这里通过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Docker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容器化服务提供了一个部署大模型平台的初始独立环境（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Ubuntu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系统、已配置国内源、已安装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Python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Pip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Git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、以及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CUDA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支持）。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启动部署容器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登陆到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智联网综合实践平台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，输入账号和密码，如图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1-1-3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点击网页上方的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实验大厅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1-1-4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选择平台中的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大模型架构与数据处理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镜像，点击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立即体验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1-1-5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点击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启动实验环境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按钮，进入终端界面，等待容器启动完成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1-1-6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检查环境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检查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Python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环境和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Git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命令。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输入以下命令，正常应能输出相应版本号。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检查显卡驱动，正常应能输出相应版本号。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rgbClr val="0064D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安装</a:t>
            </a:r>
            <a:r>
              <a:rPr lang="en-US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Transformer</a:t>
            </a:r>
            <a:r>
              <a:rPr lang="zh-CN" altLang="en-US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以及可视化工具</a:t>
            </a:r>
            <a:endParaRPr lang="zh-CN" altLang="en-US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环境准备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搭建简化版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Transformer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模型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使用可视化工具查看注意力机制</a:t>
            </a:r>
            <a:endParaRPr lang="zh-CN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任务实施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输入如下命令安装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torch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transformer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bertviz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等库，容器中已有的库，如已经预安装的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torch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transformer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将会跳过下载与安装过程。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正确安装，如图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1-1-7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所示：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安装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Transformer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以及可视化工具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环境准备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rgbClr val="0064D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64D2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搭建简化版</a:t>
            </a:r>
            <a:r>
              <a:rPr lang="en-US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Transformer</a:t>
            </a:r>
            <a:r>
              <a:rPr lang="zh-CN" altLang="en-US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模型</a:t>
            </a:r>
            <a:endParaRPr lang="zh-CN" altLang="en-US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使用可视化工具查看注意力机制</a:t>
            </a:r>
            <a:endParaRPr lang="zh-CN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任务实施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我们使用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PyTorch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提供的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nn.Transformer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模块快速搭建一个简易的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Transformer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模型。具体代码以及详细解释如下：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"""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一个简单的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Transformer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编码器模型。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参数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:
vocab_size (int):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词汇表大小，即词典中不同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token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的数量。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embed_dim (int):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每个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token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嵌入向量的维度，默认为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512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num_heads (int):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多头注意力机制中的头数，默认为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8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num_layer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 (int): Transformer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编码器堆叠的层数，默认为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3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"""
super().__init__()
# Embedding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层：将输入的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token ID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映射为嵌入向量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定义单层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Transformer Encoder Layer
)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使用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TransformerEncoder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将多个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encoder_layer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堆叠起来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最后的全连接层，用于输出每个位置对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vocab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中每个词的概率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"""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前向传播函数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参数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:
src: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输入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张量，形状为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[batch_size, seq_len]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，包含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token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的索引值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返回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:
output: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输出张量，形状为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[batch_size, seq_len, vocab_size]
"""
# Step 1: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对输入进行嵌入，得到嵌入向量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# shape: [batch_size, seq_len] -&gt; [batch_size, seq_len, embed_dim]
# Step 2: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将嵌入向量传入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Transformer Encoder
# 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返回编码后的上下文表示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memory
# shape: [batch_size, seq_len, embed_dim]
# Step 3: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经过全连接层，得到每个位置对词汇表的预测分布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# shape: [batch_size, seq_len, embed_dim] -&gt; [batch_size, seq_len, vocab_size]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设置设备（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GPU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或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CPU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初始化模型参数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vocab_size = 10000  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假设词汇表有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10,0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00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个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token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创建模型并移动到指定设备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print(model) #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打印模型结构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构造随机输入数据：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# batch_size = 32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，序列长度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= 20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，每个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token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[0, vocab_size)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范围内的整数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print('input_size:', src.shape)  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打印输入形状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模型前向传播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print('output_size:', output.shape)  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输出应为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[32, 20, vocab_si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ze]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运行该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python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文件：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运行成功后终端输出如图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1-1-8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所示的日志信息：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代码内容总结：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模型结构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输入嵌入层（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Embedding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将离散的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token ID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转换为连续向量（维度为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embed_dim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Transformer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编码器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使用多个标准的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TransformerEncoderLayer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堆叠而成（默认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3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层）。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每个编码层包含多头自注意力机制和前馈网络。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输出层（全连接层）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将编码后的特征映射回词汇表大小，用于预测每个位置上的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toke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前向传播流程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输入形状：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(batch_size, seq_len)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token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索引。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经过嵌入层后变为：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(batch_size, seq_len, embed_dim)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通过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Transformer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编码器提取上下文信息。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最终输出形状：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(batch_size, seq_len, vocab_size)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，表示每个位置对所有词的概率分布。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示例配置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词汇表大小：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10,000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批次大小：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32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序列长度：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输出：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32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个样本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×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20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个词位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×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10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,000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个词的概率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安装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Transformer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以及可视化工具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环境准备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rgbClr val="0064D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搭建简化版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Transformer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模型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使用可视化工具查看注意力机制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任务实施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使用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bertviz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工具可视化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Transformer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模型中的注意力权重，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Transformer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模型选择预训练好的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bert-base-uncased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，编写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transformer_visual.py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代码文件如下：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from transformers import BertTokenizer, BertModel
from bertviz import head_view, model_view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设置设备为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CUDA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加载预训练模型和分词器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model_name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= "/app/llm_structure_data/bert-base-uncased"
model.to(device)
model.eval()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准备输入数据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text = "The animal didn't cross the street because it was too tired"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将输入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ID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转换回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token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保存可视化结果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with open('/app/llm_structure_data/attention.html', '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w') as f:
f.write(html.data)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运行该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python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文件：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查看可视化结果，如图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1-1-9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执行以下命令在本地启动一个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Web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服务，从而可以通过浏览器访问当前目录下的文件：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然后，在浏览器输入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http://&lt;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实验环境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ip&gt;:&lt;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实验环境中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30060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端口映射到外部的实际端口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&gt;/attention.html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，如果你的实验环境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ip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192.168.133.145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，并且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30060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端口映射到外部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40227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端口，则浏览器输入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http://192.1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68.133.145:40227/attention.html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，直接访问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attention.html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网页界面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,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1-1-10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成功访问后，看到如图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1-1-11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所示的注意力图：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接下来调整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layer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，观察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transformer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是如何从众多词汇中，调整关注点的：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1.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指代消解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(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观察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"it"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的注意力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)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：推荐查看较高层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(8-12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)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"it"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会强烈关注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"animal"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而不是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"street"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，这展示了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BERT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如何解决代词指代问题，如图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1-1-12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2.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否定词影响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(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观察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"didn't"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的注意力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)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：推荐查看中间层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(4-7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)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"didn't"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会关注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"cross"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，表示否定作用于这个动词，如图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1-1-13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3.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特殊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token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观察：查看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[CLS]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[SEP]token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的注意力模式。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[CLS] token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是用于表示分类任务中整个输入序列汇总信息的特殊标记，通常在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BERT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等模型中作为句子或文本对的起始标志。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[SEP] token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是用于分隔不同句子或句子对的特殊标记，帮助模型区分输入中的不同语义单元。通常在低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层（第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0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层）时，它们主要关注自己，如图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1-1-14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在高层（第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11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层），它们会收集全句信息，即关注所有词汇，如图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1-1-15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所示：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8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9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9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9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9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9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9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9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9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9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9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0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0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0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0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0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0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06.xml><?xml version="1.0" encoding="utf-8"?>
<p:tagLst xmlns:p="http://schemas.openxmlformats.org/presentationml/2006/main">
  <p:tag name="KSO_WM_BEAUTIFY_FLAG" val=""/>
</p:tagLst>
</file>

<file path=ppt/tags/tag107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0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0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1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2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2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2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2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2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2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26.xml><?xml version="1.0" encoding="utf-8"?>
<p:tagLst xmlns:p="http://schemas.openxmlformats.org/presentationml/2006/main">
  <p:tag name="KSO_WM_BEAUTIFY_FLAG" val=""/>
</p:tagLst>
</file>

<file path=ppt/tags/tag127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2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2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3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4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6.xml><?xml version="1.0" encoding="utf-8"?>
<p:tagLst xmlns:p="http://schemas.openxmlformats.org/presentationml/2006/main">
  <p:tag name="KSO_WM_BEAUTIFY_FLAG" val=""/>
</p:tagLst>
</file>

<file path=ppt/tags/tag147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50.xml><?xml version="1.0" encoding="utf-8"?>
<p:tagLst xmlns:p="http://schemas.openxmlformats.org/presentationml/2006/main">
  <p:tag name="COMMONDATA" val="eyJoZGlkIjoiYzZkNzQ4ZWFiZmQ4NTRhOWRkZTk3YTMwMjlmMmZhYmUifQ=="/>
  <p:tag name="KSO_WPP_MARK_KEY" val="3c15e236-6e17-4788-8b7a-5fd2c15b6c5c"/>
</p:tagLst>
</file>

<file path=ppt/theme/theme1.xml><?xml version="1.0" encoding="utf-8"?>
<a:theme xmlns:a="http://schemas.openxmlformats.org/drawingml/2006/main" name="1_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3779</Words>
  <Application>WPS 演示</Application>
  <PresentationFormat>宽屏</PresentationFormat>
  <Paragraphs>216</Paragraphs>
  <Slides>21</Slides>
  <Notes>35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21</vt:i4>
      </vt:variant>
    </vt:vector>
  </HeadingPairs>
  <TitlesOfParts>
    <vt:vector size="32" baseType="lpstr">
      <vt:lpstr>Arial</vt:lpstr>
      <vt:lpstr>宋体</vt:lpstr>
      <vt:lpstr>Wingdings</vt:lpstr>
      <vt:lpstr>微软雅黑</vt:lpstr>
      <vt:lpstr>Wingdings</vt:lpstr>
      <vt:lpstr>DIN-BoldItalic</vt:lpstr>
      <vt:lpstr>等线</vt:lpstr>
      <vt:lpstr>思源宋体</vt:lpstr>
      <vt:lpstr>JetBrainsMono NF</vt:lpstr>
      <vt:lpstr>1_自定义设计方案</vt:lpstr>
      <vt:lpstr>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别清欢</cp:lastModifiedBy>
  <cp:revision>1149</cp:revision>
  <dcterms:created xsi:type="dcterms:W3CDTF">2019-06-19T02:08:00Z</dcterms:created>
  <dcterms:modified xsi:type="dcterms:W3CDTF">2026-05-21T06:41:18Z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5CFB901F8B1B47E290594EB057E1A964_13</vt:lpwstr>
  </property>
</Properties>
</file>