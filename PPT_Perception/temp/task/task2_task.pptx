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44"/>
  </p:notesMasterIdLst>
  <p:handoutMasterIdLst>
    <p:handoutMasterId r:id="rId45"/>
  </p:handoutMasterIdLst>
  <p:sldIdLst>
    <p:sldId id="2859" r:id="rId4"/>
    <p:sldId id="2898" r:id="rId5"/>
    <p:sldId id="2897" r:id="rId6"/>
    <p:sldId id="2896" r:id="rId7"/>
    <p:sldId id="2895" r:id="rId8"/>
    <p:sldId id="2894" r:id="rId9"/>
    <p:sldId id="2893" r:id="rId10"/>
    <p:sldId id="2892" r:id="rId11"/>
    <p:sldId id="2891" r:id="rId12"/>
    <p:sldId id="2890" r:id="rId13"/>
    <p:sldId id="2889" r:id="rId14"/>
    <p:sldId id="2888" r:id="rId15"/>
    <p:sldId id="2887" r:id="rId16"/>
    <p:sldId id="2886" r:id="rId17"/>
    <p:sldId id="2885" r:id="rId18"/>
    <p:sldId id="2884" r:id="rId19"/>
    <p:sldId id="2883" r:id="rId20"/>
    <p:sldId id="2882" r:id="rId21"/>
    <p:sldId id="2881" r:id="rId22"/>
    <p:sldId id="2880" r:id="rId23"/>
    <p:sldId id="2879" r:id="rId24"/>
    <p:sldId id="2878" r:id="rId25"/>
    <p:sldId id="2877" r:id="rId26"/>
    <p:sldId id="2876" r:id="rId27"/>
    <p:sldId id="2875" r:id="rId28"/>
    <p:sldId id="2874" r:id="rId29"/>
    <p:sldId id="2873" r:id="rId30"/>
    <p:sldId id="2872" r:id="rId31"/>
    <p:sldId id="2871" r:id="rId32"/>
    <p:sldId id="2870" r:id="rId33"/>
    <p:sldId id="2869" r:id="rId34"/>
    <p:sldId id="2868" r:id="rId35"/>
    <p:sldId id="2867" r:id="rId36"/>
    <p:sldId id="2866" r:id="rId37"/>
    <p:sldId id="2865" r:id="rId38"/>
    <p:sldId id="2864" r:id="rId39"/>
    <p:sldId id="2863" r:id="rId40"/>
    <p:sldId id="2862" r:id="rId41"/>
    <p:sldId id="2861" r:id="rId42"/>
    <p:sldId id="2860" r:id="rId43"/>
  </p:sldIdLst>
  <p:sldSz cx="12192000" cy="6858000"/>
  <p:notesSz cx="6858000" cy="9144000"/>
  <p:custDataLst>
    <p:tags r:id="rId5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16" userDrawn="1">
          <p15:clr>
            <a:srgbClr val="A4A3A4"/>
          </p15:clr>
        </p15:guide>
        <p15:guide id="2" pos="36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816"/>
        <p:guide pos="367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0" Type="http://schemas.openxmlformats.org/officeDocument/2006/relationships/tags" Target="tags/tag150.xml"/><Relationship Id="rId5" Type="http://schemas.openxmlformats.org/officeDocument/2006/relationships/slide" Target="slides/slide2.xml"/><Relationship Id="rId49" Type="http://schemas.openxmlformats.org/officeDocument/2006/relationships/commentAuthors" Target="commentAuthors.xml"/><Relationship Id="rId48" Type="http://schemas.openxmlformats.org/officeDocument/2006/relationships/tableStyles" Target="tableStyles.xml"/><Relationship Id="rId47" Type="http://schemas.openxmlformats.org/officeDocument/2006/relationships/viewProps" Target="viewProps.xml"/><Relationship Id="rId46" Type="http://schemas.openxmlformats.org/officeDocument/2006/relationships/presProps" Target="presProps.xml"/><Relationship Id="rId45" Type="http://schemas.openxmlformats.org/officeDocument/2006/relationships/handoutMaster" Target="handoutMasters/handoutMaster1.xml"/><Relationship Id="rId44" Type="http://schemas.openxmlformats.org/officeDocument/2006/relationships/notesMaster" Target="notesMasters/notesMaster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89.xml"/><Relationship Id="rId2" Type="http://schemas.openxmlformats.org/officeDocument/2006/relationships/tags" Target="../tags/tag71.xml"/><Relationship Id="rId19" Type="http://schemas.openxmlformats.org/officeDocument/2006/relationships/tags" Target="../tags/tag88.xml"/><Relationship Id="rId18" Type="http://schemas.openxmlformats.org/officeDocument/2006/relationships/tags" Target="../tags/tag87.xml"/><Relationship Id="rId17" Type="http://schemas.openxmlformats.org/officeDocument/2006/relationships/tags" Target="../tags/tag86.xml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09.xml"/><Relationship Id="rId2" Type="http://schemas.openxmlformats.org/officeDocument/2006/relationships/tags" Target="../tags/tag91.xml"/><Relationship Id="rId19" Type="http://schemas.openxmlformats.org/officeDocument/2006/relationships/tags" Target="../tags/tag108.xml"/><Relationship Id="rId18" Type="http://schemas.openxmlformats.org/officeDocument/2006/relationships/tags" Target="../tags/tag107.xml"/><Relationship Id="rId17" Type="http://schemas.openxmlformats.org/officeDocument/2006/relationships/tags" Target="../tags/tag106.xml"/><Relationship Id="rId16" Type="http://schemas.openxmlformats.org/officeDocument/2006/relationships/tags" Target="../tags/tag105.xml"/><Relationship Id="rId15" Type="http://schemas.openxmlformats.org/officeDocument/2006/relationships/tags" Target="../tags/tag104.xml"/><Relationship Id="rId14" Type="http://schemas.openxmlformats.org/officeDocument/2006/relationships/tags" Target="../tags/tag103.xml"/><Relationship Id="rId13" Type="http://schemas.openxmlformats.org/officeDocument/2006/relationships/tags" Target="../tags/tag102.xml"/><Relationship Id="rId12" Type="http://schemas.openxmlformats.org/officeDocument/2006/relationships/tags" Target="../tags/tag101.xml"/><Relationship Id="rId11" Type="http://schemas.openxmlformats.org/officeDocument/2006/relationships/tags" Target="../tags/tag100.xml"/><Relationship Id="rId10" Type="http://schemas.openxmlformats.org/officeDocument/2006/relationships/tags" Target="../tags/tag99.xml"/><Relationship Id="rId1" Type="http://schemas.openxmlformats.org/officeDocument/2006/relationships/tags" Target="../tags/tag9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tags" Target="../tags/tag117.xml"/><Relationship Id="rId7" Type="http://schemas.openxmlformats.org/officeDocument/2006/relationships/tags" Target="../tags/tag116.xml"/><Relationship Id="rId6" Type="http://schemas.openxmlformats.org/officeDocument/2006/relationships/tags" Target="../tags/tag115.xml"/><Relationship Id="rId5" Type="http://schemas.openxmlformats.org/officeDocument/2006/relationships/tags" Target="../tags/tag114.xml"/><Relationship Id="rId4" Type="http://schemas.openxmlformats.org/officeDocument/2006/relationships/tags" Target="../tags/tag113.xml"/><Relationship Id="rId3" Type="http://schemas.openxmlformats.org/officeDocument/2006/relationships/tags" Target="../tags/tag11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29.xml"/><Relationship Id="rId2" Type="http://schemas.openxmlformats.org/officeDocument/2006/relationships/tags" Target="../tags/tag111.xml"/><Relationship Id="rId19" Type="http://schemas.openxmlformats.org/officeDocument/2006/relationships/tags" Target="../tags/tag128.xml"/><Relationship Id="rId18" Type="http://schemas.openxmlformats.org/officeDocument/2006/relationships/tags" Target="../tags/tag127.xml"/><Relationship Id="rId17" Type="http://schemas.openxmlformats.org/officeDocument/2006/relationships/tags" Target="../tags/tag126.xml"/><Relationship Id="rId16" Type="http://schemas.openxmlformats.org/officeDocument/2006/relationships/tags" Target="../tags/tag125.xml"/><Relationship Id="rId15" Type="http://schemas.openxmlformats.org/officeDocument/2006/relationships/tags" Target="../tags/tag124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tags" Target="../tags/tag1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tags" Target="../tags/tag138.xml"/><Relationship Id="rId8" Type="http://schemas.openxmlformats.org/officeDocument/2006/relationships/tags" Target="../tags/tag137.xml"/><Relationship Id="rId7" Type="http://schemas.openxmlformats.org/officeDocument/2006/relationships/tags" Target="../tags/tag136.xml"/><Relationship Id="rId6" Type="http://schemas.openxmlformats.org/officeDocument/2006/relationships/tags" Target="../tags/tag135.xml"/><Relationship Id="rId5" Type="http://schemas.openxmlformats.org/officeDocument/2006/relationships/tags" Target="../tags/tag134.xml"/><Relationship Id="rId4" Type="http://schemas.openxmlformats.org/officeDocument/2006/relationships/tags" Target="../tags/tag133.xml"/><Relationship Id="rId3" Type="http://schemas.openxmlformats.org/officeDocument/2006/relationships/tags" Target="../tags/tag13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49.xml"/><Relationship Id="rId2" Type="http://schemas.openxmlformats.org/officeDocument/2006/relationships/tags" Target="../tags/tag131.xml"/><Relationship Id="rId19" Type="http://schemas.openxmlformats.org/officeDocument/2006/relationships/tags" Target="../tags/tag148.xml"/><Relationship Id="rId18" Type="http://schemas.openxmlformats.org/officeDocument/2006/relationships/tags" Target="../tags/tag147.xml"/><Relationship Id="rId17" Type="http://schemas.openxmlformats.org/officeDocument/2006/relationships/tags" Target="../tags/tag146.xml"/><Relationship Id="rId16" Type="http://schemas.openxmlformats.org/officeDocument/2006/relationships/tags" Target="../tags/tag145.xml"/><Relationship Id="rId15" Type="http://schemas.openxmlformats.org/officeDocument/2006/relationships/tags" Target="../tags/tag144.xml"/><Relationship Id="rId14" Type="http://schemas.openxmlformats.org/officeDocument/2006/relationships/tags" Target="../tags/tag143.xml"/><Relationship Id="rId13" Type="http://schemas.openxmlformats.org/officeDocument/2006/relationships/tags" Target="../tags/tag142.xml"/><Relationship Id="rId12" Type="http://schemas.openxmlformats.org/officeDocument/2006/relationships/tags" Target="../tags/tag141.xml"/><Relationship Id="rId11" Type="http://schemas.openxmlformats.org/officeDocument/2006/relationships/tags" Target="../tags/tag140.xml"/><Relationship Id="rId10" Type="http://schemas.openxmlformats.org/officeDocument/2006/relationships/tags" Target="../tags/tag139.xml"/><Relationship Id="rId1" Type="http://schemas.openxmlformats.org/officeDocument/2006/relationships/tags" Target="../tags/tag13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对公开数据集进行预处理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访问与下载公开数据集（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ModelScope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平台）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构造指令数据集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指令数据集清洗检查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当前任务是基于项目一任务一的环境进行。请确保已经完成项目一任务一的步骤。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安装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modelscope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datasets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库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得到如图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所示输出则安装成功：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安装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modelscope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打开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ModelScope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网站数据集页面搜索相关数据集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ModelScope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是阿里巴巴达摩院推出的一个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 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开源模型社区与平台，旨在为开发者和研究者提供便捷的模型与数据的共享、下载、训练和部署服务。它类似于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 Hugging Face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，但更侧重于中文及多模态模型，支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持多种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任务，如自然语言处理（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NLP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）、计算机视觉（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CV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）、语音识别等。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浏览器搜索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“ModelScope”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点击数据集标签页，显示界面如图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1-2-2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1-2-2 modelscope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数据广场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可以在输入框搜索自己想要的数据，这里搜索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firefly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1-2-3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1-2-3 firefly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搜索结果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点击进入数据集详情页面，如图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1-2-4 firefly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数据详情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Firefly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数据集包含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23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种常见的中文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NLP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任务的数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据，并且构造了许多与中华文化相关的数据，如对联、作诗、文言文翻译、散文、金庸小说等。对于每个任务，由人工书写若干种指令模板，保证数据的高质量与丰富度，数据量为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万，如图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1-2-5 firefly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数据集任务分布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modelscope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命令行下载数据集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如果网络受限无法下载，我们也在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/app/llm_resource/llm_structure_data/firefly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目录下提供了预下载的数据集。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回到命令行终端，下载该数据集，等待下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载完成：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modelscope download --dataset wyj123456/firefly --local_dir /app/llm_structure_data/firefly
--dataset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指定下载数据集的具体名称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--local_dir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指定数据集下载的目标目录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进入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/app/llm_structure_data/firefly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目录下，查看下载的数据集文件，发现已经完成下载，数据量为一百万，文件大小为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1.1G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的较大规模数据集，如图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1-2-6 firefly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下载结果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对公开数据集进行预处理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访问与下载公开数据集（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ModelScope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平台）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构造指令数据集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指令数据集清洗检查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由于第一小节中下载的数据量较大，如果将这些数据全都作为训练数据集将会耗费大量的训练时间。为了后续项目能快速验证模型的训练效果，下面将对原始数据集进行切分，选择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命名实体识别任务的前一千条数据，并将其转为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存储格式。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命名实体识别（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Named Entity Recognition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，简称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）是自然语言处理（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NLP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）中的一个基础任务，其目标是从一段文本中识别出具有特定意义的实体，并将其分类到预定义的类别中，例如：人名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Person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）；地名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Locat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）；组织机构名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Organization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）；时间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Time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）；日期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Date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示例输入句子：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马云在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2019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年创立了阿里巴巴集团，总部位于中国杭州。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输出识别结果：马云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→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人名（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Person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2019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→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时间（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Time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）；阿里巴巴集团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→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组织机构名（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Organization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）；中国杭州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→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地名（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Location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选择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命名实体识别任务的前一千条数据，执行的代码脚本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firefly_process.py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内容如下：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导入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jso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模块，用于处理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JSON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数据格式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定义输入文件路径（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JSONL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input_file = '/app/llm_resource/llm_structure_data/firefly/firefly-train-1.1M.jsonl'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定义输出文件路径（标准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JSON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output_file = '/app/llm_structure_data/firefly/firefly_ner_1k.json'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初始化计数器，记录已收集的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类型条目数量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count = 0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创建一个空列表，用于存储筛选后的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ner_data = []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with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打开输入文件，以只读模式按行读取，编码为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utf-8
with open(input_file, 'r', encoding='utf-8') as infile: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逐行读取文件内容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如果已经收集到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1000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数据，则退出循环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break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去除每行首尾空白字符，并将其解析为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JSON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对象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判断当前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条目的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kind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是否为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"NER"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如果是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类型，就将该条目添加到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ner_data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列表中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ner_data.append(item)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并将计数器加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
count += 1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如果某行不是合法的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JSON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格式，跳过该行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except json.JSONDecodeError:
continue  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忽略格式错误的行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with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打开输出文件，以写入模式保存提取出的数据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with open(output_file, 'w', en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coding='utf-8') as outfile: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将筛选后的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ner_data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列表写入文件，并格式化为美观的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JSON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形式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json.dump(ner_data, outfile, ensure_ascii=False, indent=2)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最后打印完成信息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print(f"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成功提取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{len(ner_data)}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NER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数据并写入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{output_file}")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执行该数据预处理脚本：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显示如图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1-2-7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所示的输出，则表示处理与格式转换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完成：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1-2-7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数据处理结果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查看处理后的数据，如图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head firefly/firefly_ner_1k.json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1-2-8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部分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对公开数据集进行预处理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访问与下载公开数据集（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ModelScope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平台）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构造指令数据集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指令数据集清洗检查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该小节介绍两种自行构造指令数据的方法：利用现有大模型生成与使用指令模板生成数据。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（一）利用现有大模型生成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浏览器搜索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“Qwen”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，打开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Qwen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大模型的体验网址，如图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1-2-9 Qwen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大模型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依次询问大模型以下几个问题，也可以自行设计问题。注意，每个问题后面都要加上约束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“300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字，不换行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，以控制大模型回答字数与风格，如图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解释什么是深度学习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介绍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语言的特点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帮我写一封英文求职信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列举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个中国的世界文化遗产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分析新能源的发展趋势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1-2-10 Qwen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大模型回复结果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记录大模型的回复结果，并填入以下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格式的数据模板中的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output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项：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[
{
"instruction":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解释什么是深度学习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
"input": "",
"output":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大模型回答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
},
{
"instruction":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介绍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语言的特点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
"input": "",
"output":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大模型回答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
},
{
"instruction":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分析大模型的发展趋势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,
"input": "",
"output":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大模型回答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
}
]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例如，最终构造的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格式的指令数据如下：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[
{
"instruction":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解释什么是深度学习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
"input": "",
"output":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深度学习是一种机器学习的分支，主要通过构建和训练多层神经网络来模拟人脑处理数据的方式。它以大量数据为基础，利用包含多个隐藏层的神经网络模型自动提取数据的特征表示，从而完成分类、识别、预测等任务。深度学习的核心在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深度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结构，即通过多层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次的数据抽象将原始输入转化为高层语义信息。常见的深度学习模型包括卷积神经网络（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CNN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）、循环神经网络（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RNN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）以及生成对抗网络（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GAN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）等。这些模型被广泛应用于图像识别、自然语言处理、语音识别、自动驾驶等领域。深度学习的成功依赖于大规模数据集的可用性、强大的计算资源（如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GPU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）以及优化算法的发展。它在许多人工智能任务中取得了突破性进展，成为当前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研究和应用的主要推动力之一。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
},
{
"instruction":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介绍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语言的特点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
"input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": "",
"output": " 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是一种高级、面向对象、解释型的编程语言，以其简洁易读、语法清晰而广受欢迎。它强调代码的可读性，允许开发者用更少的代码表达复杂的概念，从而提高开发效率。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支持多种编程范式，包括过程式、函数式和面向对象编程，适用于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Web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开发、数据分析、人工智能、自动化脚本等多种应用场景。该语言具有丰富的标准库和第三方库，极大扩展了其功能。例如，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NumPy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Pandas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用于数据处理，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Matplotlib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Seaborn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用于可视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化，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TensorFlow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PyTorch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用于深度学习。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还具备良好的跨平台能力，可在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Windows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Linux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macOS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等系统上运行。此外，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Python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拥有活跃的社区支持，学习资源丰富，是初学者入门编程的理想选择，同时也是科研和工业界广泛采用的语言之一。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
},
{
"instruction":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分析大模型的发展趋势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
"input": "",
"output":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近年来，大模型（即大规模预训练模型）在人工智能领域取得了显著进展，并呈现出多个重要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发展趋势。首先，模型规模持续扩大，参数量从数亿迅速增长到数千亿甚至更多，如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GPT-4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PaLM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代表性模型，提升了语言理解和生成能力。其次，多模态融合成为热点，大模型开始整合文本、图像、音频等多种数据形式，实现跨模态理解和生成，推动了如图文生成、视频生成等新应用的发展。此外，模型的训练方式趋向高效与绿色化，研究者通过模型压缩、稀疏训练、知识蒸馏等技术降低计算资源消耗，提升推理效率。同时，大模型的应用场景不断拓展，从自然语言处理延伸至医疗、金融、教育等多个行业，逐步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实现产业化落地。最后，安全与伦理问题受到重视，如何提升模型可解释性、防止偏见与滥用成为研究重点。未来，大模型将朝着更智能、更高效、更安全的方向持续演进。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
}
]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复制以上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格式数据，保存到本地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格式文件。我们也在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/app/llm_structure_data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目录下提供了该数据集文件，内容与上面的回答一致可直接使用。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vi self_data.json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“vi”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命令开始编辑文件，键盘输入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“i”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，进入输入模式，如图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1-2-12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1-2-11 vi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编辑文件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1-2-12 vi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输入模式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粘贴复制的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格式数据，如图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1-2-13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1-2-13 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格式输入数据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键盘按下左上角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“esc”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键后输入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“:wq”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，保存并退出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格式数据文件编辑。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ls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查看编辑的文件是否存在，如：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1-2-14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查看文件列表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验证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格式数据文件的正确性。若命令行无输出，则格式正确，如图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1-2-15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1-2-15 json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格式文件检查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（二）使用指令模板生成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除了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利用现有的大模型生成回答之外，还可以利用编写好的指令模板构造数据集。比如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identity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数据集，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identity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数据集通过问答形式纠正大模型的自我认知。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命令行输入以下指令，查看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identity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原始指令模板数据集：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head identity.json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显示如图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1-2-16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所示，其中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{{name}}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与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{{author}}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即为待替换的字符串模板，可以自行替换，修改大模型的自我认知：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1-2-16 identity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原始数据集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使用以下脚本修改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identity 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自我认知数据集中的身份信息，将大模型自我认知的姓名改为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新大陆智能机器人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，将大模型的创作者改为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新大陆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，也可自行修改，制作属于自己的自我认知数据集：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1.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读取原始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identity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input_file = "/app/llm_structure_data/identity.json"  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输入文件名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output_file = "/app/llm_structure_data/self_identity.json"  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输出文件名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with 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open(input_file, "r", encoding="utf-8") as f:
# 2.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定义替换函数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"""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替换模板字符串中的变量。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参数：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output_text (str):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原始文本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name (str):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模型名称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author (str):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开发者或机构名称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返回：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str: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替换后的文本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"""
# 3.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处理每条数据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processed_identity = []
new_item = {
"instruction": item["i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nstruction"],
"input": item.get("input", ""),  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如果没有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input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字段，默认为空字符串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"output": replace_template(item["output"])
}
processed_identity.append(new_item)
# 4.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保存处理后的数据到新文件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with open(output_file, "w", encoding="utf-8") as f:
json.dump(pr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ocessed_identity, f, ensure_ascii=False, indent=2)
print(f"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身份信息已成功替换并保存至：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{output_file}")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运行该脚本，得到以下输出如图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1-2-17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1-2-17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identity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查看修改后的自我认知数据集，输出如图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1-2-18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所示信息，则成功完成数据集修改：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head self_identity.json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1-2-18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处理后的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identity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（三）整合多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个指令数据集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为了方便后续任务的训练，我们这里将之前处理与构造的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firefly_ner_1k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self_data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self_identity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数据集进行合并处理：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加载三份数据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with open("/app/llm_structure_data/firefly/firefly_ner_1k.json", "r", encoding="utf-8") as f:
with open("/app/llm_structure_data/self_data.json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 "r", encoding="utf-8") as f:
with open("/app/llm_structure_data/self_identity.json", "r", encoding="utf-8") as f: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合并数据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保存为最终训练数据文件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with open("/app/llm_structure_data/final_train_data.json", "w", encoding="utf-8") as f:
json.dum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p(combined_data, f, ensure_ascii=False, indent=2)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执行数据合并脚本：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查看合并后的数据：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head final_train_data.json &amp;&amp; tail final_train_data.json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输出如图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1-2-19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所示的信息则说明合并成功：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1-2-19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合并多个指令数据集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对公开数据集进行预处理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访问与下载公开数据集（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ModelScope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平台）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构造指令数据集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指令数据集清洗检查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任务实施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小节将对生成的最终指令数据进行系统性清洗和质量检查，确保其符合训练要求。包括：检查字段完整性；清洗非法字符、多余空格、换行符、制表符等；筛选长度合理的内容；过滤敏感词；最终输出清洗后的标准格式数据文件。具体代码脚本如下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文件路径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INPUT_FILE = "/app/llm_structure_data/final_train_data.json"
OUTPUT_FILE = "/app/llm_structure_data/final_cleaned_d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ata.json"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加载数据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with open(INPUT_FILE, "r", encoding="utf-8") as f: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敏感词库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sensitive_words = ["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违法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暴力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色情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", 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赌博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"]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初始化清洗数据列表和去重集合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cleaned_data = []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主流程处理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初始化新条目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new_item = {}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判断是否已有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instruction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output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字段（存在即不重命名）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has_inst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ruction = "instruction" in item
has_output = "output" in item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如果两个字段都存在，则不进行重命名，只做清洗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new_item[key] = cleaned_value
new_item[key] = value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否则执行字段重命名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+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清洗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new_item["instruction"] = cleaned_value
elif key == "target":
new_item["output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"] = cleaned_value
new_item[key] = cleaned_value
new_item[key] = value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检查字段完整性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print(f"[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跳过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]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{idx + 1}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条数据字段缺失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")
continue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检查内容长度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print(f"[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跳过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]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{idx + 1}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条数据内容太长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")
continue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敏感词过滤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print(f"[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跳过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]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{idx + 1}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条数据包含敏感词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")
continue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去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重判断：使用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(instruction, output)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元组作为唯一标识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pair_key = (instruction, output)
print(f"[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跳过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]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第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{idx + 1}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条数据重复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")
continue
seen_pairs.add(pair_key)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添加到清洗后数据列表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cleaned_data.append(new_item)
#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保存结果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with open(OUTPUT_FILE, "w", encoding="utf-8") </a:t>
            </a:r>
            <a:endPara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55575" y="1777365"/>
            <a:ext cx="5502275" cy="46291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as f:
json.dump(cleaned_data, f, ensure_ascii=False, indent=2)
print(f"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数据清洗完成，共保留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{len(cleaned_data)}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条有效数据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")
print(f"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已保存至：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{OUTPUT_FILE}")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执行该脚本，得到输出如图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1-2-20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1-2-20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指令数据集清洗结果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查看清洗后的数据，可以看到字段名称，修改为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instruction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，并且中英文混杂时，英文前后多余的空格消失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97550" y="1776888"/>
            <a:ext cx="5911850" cy="463026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175385" y="1377315"/>
            <a:ext cx="9841230" cy="2282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，如图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1-2-21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所示：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head final_cleaned_data.json &amp;&amp; tail final_cleaned_data.json
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1-2-21 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清洗后的指令数据集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54896" y="3657124"/>
            <a:ext cx="8211454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教材对步骤图片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8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9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9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0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2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3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0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8575</Words>
  <Application>WPS 演示</Application>
  <PresentationFormat>宽屏</PresentationFormat>
  <Paragraphs>368</Paragraphs>
  <Slides>40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40</vt:i4>
      </vt:variant>
    </vt:vector>
  </HeadingPairs>
  <TitlesOfParts>
    <vt:vector size="51" baseType="lpstr">
      <vt:lpstr>Arial</vt:lpstr>
      <vt:lpstr>宋体</vt:lpstr>
      <vt:lpstr>Wingdings</vt:lpstr>
      <vt:lpstr>微软雅黑</vt:lpstr>
      <vt:lpstr>Wingdings</vt:lpstr>
      <vt:lpstr>DIN-BoldItalic</vt:lpstr>
      <vt:lpstr>等线</vt:lpstr>
      <vt:lpstr>思源宋体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1149</cp:revision>
  <dcterms:created xsi:type="dcterms:W3CDTF">2019-06-19T02:08:00Z</dcterms:created>
  <dcterms:modified xsi:type="dcterms:W3CDTF">2026-05-21T02:54:57Z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0482A59452D94E0ABF9EB897DAC5140D_13</vt:lpwstr>
  </property>
</Properties>
</file>